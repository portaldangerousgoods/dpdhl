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444" r:id="rId5"/>
    <p:sldId id="308" r:id="rId6"/>
    <p:sldId id="519" r:id="rId7"/>
    <p:sldId id="511" r:id="rId8"/>
    <p:sldId id="442" r:id="rId9"/>
    <p:sldId id="412" r:id="rId10"/>
    <p:sldId id="367" r:id="rId11"/>
    <p:sldId id="518" r:id="rId12"/>
    <p:sldId id="510" r:id="rId13"/>
    <p:sldId id="341" r:id="rId14"/>
    <p:sldId id="426" r:id="rId15"/>
  </p:sldIdLst>
  <p:sldSz cx="9144000" cy="5143500" type="screen16x9"/>
  <p:notesSz cx="6858000" cy="9144000"/>
  <p:custDataLst>
    <p:tags r:id="rId18"/>
  </p:custDataLst>
  <p:defaultTextStyle>
    <a:defPPr>
      <a:defRPr lang="de-DE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204" userDrawn="1">
          <p15:clr>
            <a:srgbClr val="A4A3A4"/>
          </p15:clr>
        </p15:guide>
        <p15:guide id="2" pos="5556" userDrawn="1">
          <p15:clr>
            <a:srgbClr val="A4A3A4"/>
          </p15:clr>
        </p15:guide>
        <p15:guide id="3" orient="horz" pos="725" userDrawn="1">
          <p15:clr>
            <a:srgbClr val="A4A3A4"/>
          </p15:clr>
        </p15:guide>
        <p15:guide id="4" orient="horz" pos="2949" userDrawn="1">
          <p15:clr>
            <a:srgbClr val="A4A3A4"/>
          </p15:clr>
        </p15:guide>
        <p15:guide id="5" orient="horz" pos="238" userDrawn="1">
          <p15:clr>
            <a:srgbClr val="A4A3A4"/>
          </p15:clr>
        </p15:guide>
        <p15:guide id="6" pos="2832" userDrawn="1">
          <p15:clr>
            <a:srgbClr val="A4A3A4"/>
          </p15:clr>
        </p15:guide>
        <p15:guide id="7" pos="2933" userDrawn="1">
          <p15:clr>
            <a:srgbClr val="A4A3A4"/>
          </p15:clr>
        </p15:guide>
        <p15:guide id="8" pos="2023" userDrawn="1">
          <p15:clr>
            <a:srgbClr val="A4A3A4"/>
          </p15:clr>
        </p15:guide>
        <p15:guide id="9" pos="1917" userDrawn="1">
          <p15:clr>
            <a:srgbClr val="A4A3A4"/>
          </p15:clr>
        </p15:guide>
        <p15:guide id="10" pos="3737" userDrawn="1">
          <p15:clr>
            <a:srgbClr val="A4A3A4"/>
          </p15:clr>
        </p15:guide>
        <p15:guide id="11" pos="384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75B78A0-110B-2D77-A01E-9C6A2F81AA90}" name="Mike Hofmaier" initials="MH" userId="S::m.hofmaier@m365.sp.design::197353bd-32f7-46e3-b304-99858e257851" providerId="AD"/>
  <p188:author id="{E98CB2A9-563A-D193-F0C4-950BFB32818B}" name="Dan Rampoldt" initials="DR" userId="S::dan.rampoldt@strategy-compass.com::96e7c5b9-f7fb-4464-ae50-445540842889" providerId="AD"/>
  <p188:author id="{1C5151AE-85C4-8BA0-FD41-3AC19CF07878}" name="Matt Baird" initials="MB" userId="2560ecc7ad88473a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ike Schmidt" initials="MS" lastIdx="3" clrIdx="0">
    <p:extLst>
      <p:ext uri="{19B8F6BF-5375-455C-9EA6-DF929625EA0E}">
        <p15:presenceInfo xmlns:p15="http://schemas.microsoft.com/office/powerpoint/2012/main" userId="S::maike.schmidt@strategy-compass.com::b4eb969c-01b2-4915-aef7-794a5e1eccdc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9810C2D-2C2F-4581-8AFF-CD78C2D722A2}">
  <a:tblStyle styleId="{09810C2D-2C2F-4581-8AFF-CD78C2D722A2}" styleName="DHL Table No BG">
    <a:tblBg>
      <a:fill>
        <a:noFill/>
      </a:fill>
    </a:tblBg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8575" cmpd="sng">
              <a:solidFill>
                <a:schemeClr val="accent4"/>
              </a:solidFill>
            </a:ln>
          </a:top>
          <a:bottom>
            <a:ln w="28575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>
              <a:noFill/>
            </a:ln>
          </a:insideV>
        </a:tcBdr>
        <a:fill>
          <a:solidFill>
            <a:schemeClr val="bg1"/>
          </a:solidFill>
        </a:fill>
      </a:tcStyle>
    </a:wholeTbl>
    <a:band1H>
      <a:tcStyle>
        <a:tcBdr/>
        <a:fill>
          <a:noFill/>
        </a:fill>
      </a:tcStyle>
    </a:band1H>
    <a:band2H>
      <a:tcStyle>
        <a:tcBdr/>
        <a:fill>
          <a:noFill/>
        </a:fill>
      </a:tcStyle>
    </a:band2H>
    <a:band1V>
      <a:tcStyle>
        <a:tcBdr/>
        <a:fill>
          <a:noFill/>
        </a:fill>
      </a:tcStyle>
    </a:band1V>
    <a:band2V>
      <a:tcStyle>
        <a:tcBdr/>
        <a:fill>
          <a:noFill/>
        </a:fill>
      </a:tcStyle>
    </a:band2V>
    <a:lastCol>
      <a:tcTxStyle/>
      <a:tcStyle>
        <a:tcBdr/>
      </a:tcStyle>
    </a:lastCol>
    <a:firstCol>
      <a:tcStyle>
        <a:tcBdr/>
        <a:fill>
          <a:noFill/>
        </a:fill>
      </a:tcStyle>
    </a:firstCol>
    <a:lastRow>
      <a:tcStyle>
        <a:tcBdr/>
        <a:fill>
          <a:noFill/>
        </a:fill>
      </a:tcStyle>
    </a:lastRow>
    <a:firstRow>
      <a:tcTxStyle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6C8A55F-5544-428C-9B86-97CFDF07063B}" styleName="DHL Table White BG">
    <a:tblBg>
      <a:fill>
        <a:noFill/>
      </a:fill>
    </a:tblBg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8575" cmpd="sng">
              <a:solidFill>
                <a:schemeClr val="accent4"/>
              </a:solidFill>
            </a:ln>
          </a:top>
          <a:bottom>
            <a:ln w="28575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bg1">
              <a:tint val="100000"/>
            </a:schemeClr>
          </a:solidFill>
        </a:fill>
      </a:tcStyle>
    </a:band1H>
    <a:band2H>
      <a:tcStyle>
        <a:tcBdr/>
        <a:fill>
          <a:solidFill>
            <a:schemeClr val="bg1">
              <a:lumMod val="20000"/>
              <a:lumOff val="80000"/>
            </a:schemeClr>
          </a:solidFill>
        </a:fill>
      </a:tcStyle>
    </a:band2H>
    <a:band1V>
      <a:tcStyle>
        <a:tcBdr/>
        <a:fill>
          <a:solidFill>
            <a:schemeClr val="bg1">
              <a:lumMod val="20000"/>
              <a:lumOff val="80000"/>
            </a:schemeClr>
          </a:solidFill>
        </a:fill>
      </a:tcStyle>
    </a:band1V>
    <a:band2V>
      <a:tcStyle>
        <a:tcBdr/>
        <a:fill>
          <a:solidFill>
            <a:schemeClr val="bg1">
              <a:lumMod val="20000"/>
              <a:lumOff val="80000"/>
            </a:schemeClr>
          </a:solidFill>
        </a:fill>
      </a:tcStyle>
    </a:band2V>
    <a:lastCol>
      <a:tcTxStyle/>
      <a:tcStyle>
        <a:tcBdr/>
      </a:tcStyle>
    </a:lastCol>
    <a:firstCol>
      <a:tcStyle>
        <a:tcBdr/>
        <a:fill>
          <a:solidFill>
            <a:schemeClr val="bg1">
              <a:lumMod val="20000"/>
              <a:lumOff val="80000"/>
            </a:schemeClr>
          </a:solidFill>
        </a:fill>
      </a:tcStyle>
    </a:firstCol>
    <a:lastRow>
      <a:tcStyle>
        <a:tcBdr/>
        <a:fill>
          <a:solidFill>
            <a:schemeClr val="bg1">
              <a:lumMod val="20000"/>
              <a:lumOff val="80000"/>
            </a:schemeClr>
          </a:solidFill>
        </a:fill>
      </a:tcStyle>
    </a:lastRow>
    <a:firstRow>
      <a:tcTxStyle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solidFill>
            <a:schemeClr val="bg1">
              <a:lumMod val="20000"/>
              <a:lumOff val="8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094" autoAdjust="0"/>
    <p:restoredTop sz="94660"/>
  </p:normalViewPr>
  <p:slideViewPr>
    <p:cSldViewPr snapToGrid="0" showGuides="1">
      <p:cViewPr varScale="1">
        <p:scale>
          <a:sx n="84" d="100"/>
          <a:sy n="84" d="100"/>
        </p:scale>
        <p:origin x="992" y="56"/>
      </p:cViewPr>
      <p:guideLst>
        <p:guide pos="204"/>
        <p:guide pos="5556"/>
        <p:guide orient="horz" pos="725"/>
        <p:guide orient="horz" pos="2949"/>
        <p:guide orient="horz" pos="238"/>
        <p:guide pos="2832"/>
        <p:guide pos="2933"/>
        <p:guide pos="2023"/>
        <p:guide pos="1917"/>
        <p:guide pos="3737"/>
        <p:guide pos="3843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93" d="100"/>
          <a:sy n="93" d="100"/>
        </p:scale>
        <p:origin x="3708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gs" Target="tags/tag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AAD2352B-27B7-ECD1-BBDA-71086494907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67ADECB-89BA-A9AA-9B87-48B43DC78BC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381A03-AAC7-4B15-9ACA-E35CD9225234}" type="datetimeFigureOut">
              <a:rPr lang="de-DE" smtClean="0"/>
              <a:t>04.08.2025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3ACFD27-85AC-172E-DE92-79DDDDDADE6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2D6C466-B67D-A417-BD21-F6480B516C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1320CB-D6F7-4448-8D64-B26E3D235B4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5050794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F5CAE4-CBB0-454E-B6B8-0B6620C2B409}" type="datetimeFigureOut">
              <a:rPr lang="de-DE" smtClean="0"/>
              <a:t>04.08.2025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753AD6-CEF2-4FD5-AABC-FCC5FC528AD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392165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indent="0" algn="l" defTabSz="685800" rtl="0" eaLnBrk="1" latinLnBrk="0" hangingPunct="1">
      <a:lnSpc>
        <a:spcPct val="110000"/>
      </a:lnSpc>
      <a:spcBef>
        <a:spcPts val="0"/>
      </a:spcBef>
      <a:spcAft>
        <a:spcPts val="500"/>
      </a:spcAft>
      <a:buFont typeface="Arial" panose="020B0604020202020204" pitchFamily="34" charset="0"/>
      <a:buNone/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180000" indent="-180000" algn="l" defTabSz="685800" rtl="0" eaLnBrk="1" latinLnBrk="0" hangingPunct="1">
      <a:lnSpc>
        <a:spcPct val="110000"/>
      </a:lnSpc>
      <a:spcBef>
        <a:spcPts val="0"/>
      </a:spcBef>
      <a:spcAft>
        <a:spcPts val="500"/>
      </a:spcAft>
      <a:buClr>
        <a:schemeClr val="accent4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360000" indent="-180000" algn="l" defTabSz="685800" rtl="0" eaLnBrk="1" latinLnBrk="0" hangingPunct="1">
      <a:lnSpc>
        <a:spcPct val="110000"/>
      </a:lnSpc>
      <a:spcBef>
        <a:spcPts val="0"/>
      </a:spcBef>
      <a:spcAft>
        <a:spcPts val="500"/>
      </a:spcAft>
      <a:buClr>
        <a:schemeClr val="accent4"/>
      </a:buClr>
      <a:buFont typeface="Symbol" panose="05050102010706020507" pitchFamily="18" charset="2"/>
      <a:buChar char="-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540000" indent="-180000" algn="l" defTabSz="685800" rtl="0" eaLnBrk="1" latinLnBrk="0" hangingPunct="1">
      <a:lnSpc>
        <a:spcPct val="110000"/>
      </a:lnSpc>
      <a:spcBef>
        <a:spcPts val="0"/>
      </a:spcBef>
      <a:spcAft>
        <a:spcPts val="500"/>
      </a:spcAft>
      <a:buClr>
        <a:schemeClr val="accent4"/>
      </a:buClr>
      <a:buFont typeface="Symbol" panose="05050102010706020507" pitchFamily="18" charset="2"/>
      <a:buChar char="-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0" indent="0" algn="l" defTabSz="685800" rtl="0" eaLnBrk="1" latinLnBrk="0" hangingPunct="1">
      <a:lnSpc>
        <a:spcPct val="110000"/>
      </a:lnSpc>
      <a:spcBef>
        <a:spcPts val="0"/>
      </a:spcBef>
      <a:spcAft>
        <a:spcPts val="500"/>
      </a:spcAft>
      <a:buFont typeface="Arial" panose="020B0604020202020204" pitchFamily="34" charset="0"/>
      <a:buNone/>
      <a:defRPr sz="1500" b="0" kern="1200">
        <a:solidFill>
          <a:schemeClr val="tx1"/>
        </a:solidFill>
        <a:latin typeface="+mn-lt"/>
        <a:ea typeface="+mn-ea"/>
        <a:cs typeface="+mn-cs"/>
      </a:defRPr>
    </a:lvl5pPr>
    <a:lvl6pPr marL="0" indent="0" algn="l" defTabSz="685800" rtl="0" eaLnBrk="1" latinLnBrk="0" hangingPunct="1">
      <a:lnSpc>
        <a:spcPct val="110000"/>
      </a:lnSpc>
      <a:spcBef>
        <a:spcPts val="0"/>
      </a:spcBef>
      <a:spcAft>
        <a:spcPts val="0"/>
      </a:spcAft>
      <a:buFont typeface="+mj-lt"/>
      <a:buNone/>
      <a:defRPr sz="1200" b="1" kern="1200">
        <a:solidFill>
          <a:schemeClr val="tx1"/>
        </a:solidFill>
        <a:latin typeface="+mn-lt"/>
        <a:ea typeface="+mn-ea"/>
        <a:cs typeface="+mn-cs"/>
      </a:defRPr>
    </a:lvl6pPr>
    <a:lvl7pPr marL="180000" indent="-180000" algn="l" defTabSz="685800" rtl="0" eaLnBrk="1" latinLnBrk="0" hangingPunct="1">
      <a:lnSpc>
        <a:spcPct val="110000"/>
      </a:lnSpc>
      <a:spcBef>
        <a:spcPts val="0"/>
      </a:spcBef>
      <a:spcAft>
        <a:spcPts val="500"/>
      </a:spcAft>
      <a:buClr>
        <a:schemeClr val="accent4"/>
      </a:buClr>
      <a:buFont typeface="+mj-lt"/>
      <a:buAutoNum type="arabicPeriod"/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2571750" indent="-171450" algn="l" defTabSz="685800" rtl="0" eaLnBrk="1" latinLnBrk="0" hangingPunct="1">
      <a:lnSpc>
        <a:spcPct val="90000"/>
      </a:lnSpc>
      <a:spcBef>
        <a:spcPts val="375"/>
      </a:spcBef>
      <a:buFont typeface="Arial" panose="020B0604020202020204" pitchFamily="34" charset="0"/>
      <a:buChar char="•"/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914650" indent="-171450" algn="l" defTabSz="685800" rtl="0" eaLnBrk="1" latinLnBrk="0" hangingPunct="1">
      <a:lnSpc>
        <a:spcPct val="90000"/>
      </a:lnSpc>
      <a:spcBef>
        <a:spcPts val="375"/>
      </a:spcBef>
      <a:buFont typeface="Arial" panose="020B0604020202020204" pitchFamily="34" charset="0"/>
      <a:buChar char="•"/>
      <a:defRPr sz="135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753AD6-CEF2-4FD5-AABC-FCC5FC528AD2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452601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753AD6-CEF2-4FD5-AABC-FCC5FC528AD2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128239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753AD6-CEF2-4FD5-AABC-FCC5FC528AD2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249396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753AD6-CEF2-4FD5-AABC-FCC5FC528AD2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54777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2.bin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3.bin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4.bin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: full page gradient">
    <p:bg>
      <p:bgPr>
        <a:gradFill flip="none" rotWithShape="1">
          <a:gsLst>
            <a:gs pos="30000">
              <a:schemeClr val="accent3"/>
            </a:gs>
            <a:gs pos="79000">
              <a:srgbClr val="FFDE59"/>
            </a:gs>
            <a:gs pos="100000">
              <a:srgbClr val="FFF0B2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a-subline">
            <a:extLst>
              <a:ext uri="{FF2B5EF4-FFF2-40B4-BE49-F238E27FC236}">
                <a16:creationId xmlns:a16="http://schemas.microsoft.com/office/drawing/2014/main" id="{34533E2D-E3E8-4028-915B-4B522D9607C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4000" y="2017985"/>
            <a:ext cx="8495999" cy="5032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cap="all" baseline="0">
                <a:solidFill>
                  <a:schemeClr val="accent4"/>
                </a:solidFill>
                <a:latin typeface="Delivery Cd Light" panose="020F040602020402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subline On one OR TWO </a:t>
            </a:r>
            <a:r>
              <a:rPr lang="en-US" dirty="0" err="1"/>
              <a:t>lineS</a:t>
            </a:r>
            <a:r>
              <a:rPr lang="en-US" dirty="0"/>
              <a:t>, Delivery CONDENSED LIGHT, 18 pt</a:t>
            </a: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243A0BD6-FFA5-412C-95AF-EC90EFB114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4000" y="519112"/>
            <a:ext cx="8495999" cy="1498873"/>
          </a:xfrm>
        </p:spPr>
        <p:txBody>
          <a:bodyPr/>
          <a:lstStyle>
            <a:lvl1pPr>
              <a:lnSpc>
                <a:spcPct val="90000"/>
              </a:lnSpc>
              <a:defRPr sz="3600" b="0" i="0" cap="all" baseline="0">
                <a:solidFill>
                  <a:schemeClr val="accent4"/>
                </a:solidFill>
                <a:latin typeface="Delivery Cd Black" panose="020F0906020204020204" pitchFamily="34" charset="0"/>
              </a:defRPr>
            </a:lvl1pPr>
          </a:lstStyle>
          <a:p>
            <a:r>
              <a:rPr lang="en-US" dirty="0"/>
              <a:t>SAMPLE TITLE ONE OR TWO LINES, Delivery CONDENSED BLACK, 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18" name="meta-identifier">
            <a:extLst>
              <a:ext uri="{FF2B5EF4-FFF2-40B4-BE49-F238E27FC236}">
                <a16:creationId xmlns:a16="http://schemas.microsoft.com/office/drawing/2014/main" id="{54E64FCC-3FE9-443B-AD0F-06908B8BA7C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999" y="3077289"/>
            <a:ext cx="4644724" cy="196977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1">
                <a:solidFill>
                  <a:schemeClr val="accent4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DHL Business Unit – Claim, Delivery (bold), 12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7" name="meta-project">
            <a:extLst>
              <a:ext uri="{FF2B5EF4-FFF2-40B4-BE49-F238E27FC236}">
                <a16:creationId xmlns:a16="http://schemas.microsoft.com/office/drawing/2014/main" id="{8F28B7B0-34F9-4874-994D-5A49D798B34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999" y="2614115"/>
            <a:ext cx="4644724" cy="400110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Name of the event or project or presenter, Delivery, 12 </a:t>
            </a:r>
            <a:r>
              <a:rPr lang="en-US" dirty="0" err="1"/>
              <a:t>pt</a:t>
            </a:r>
            <a:r>
              <a:rPr lang="en-US" dirty="0"/>
              <a:t> </a:t>
            </a:r>
          </a:p>
          <a:p>
            <a:pPr lvl="0"/>
            <a:r>
              <a:rPr lang="en-US" dirty="0"/>
              <a:t>Location, ## Month ####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EA00A256-AF89-4D8F-86B6-F3DC3A23E94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6706" y="4603326"/>
            <a:ext cx="1493044" cy="226218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>
              <a:defRPr sz="1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dirty="0"/>
              <a:t>1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735645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: half page gradient">
    <p:bg>
      <p:bgPr>
        <a:gradFill flip="none" rotWithShape="1">
          <a:gsLst>
            <a:gs pos="30000">
              <a:schemeClr val="accent3"/>
            </a:gs>
            <a:gs pos="79000">
              <a:srgbClr val="FFDE59"/>
            </a:gs>
            <a:gs pos="100000">
              <a:srgbClr val="FFF0B2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A5375F-57B6-4F34-B285-0212289DE52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292724" y="0"/>
            <a:ext cx="3851274" cy="5148000"/>
          </a:xfrm>
          <a:prstGeom prst="rect">
            <a:avLst/>
          </a:prstGeom>
          <a:solidFill>
            <a:srgbClr val="CCCCCC"/>
          </a:solidFill>
        </p:spPr>
        <p:txBody>
          <a:bodyPr lIns="72000" tIns="72000" rIns="72000" bIns="72000"/>
          <a:lstStyle>
            <a:lvl1pPr>
              <a:defRPr/>
            </a:lvl1pPr>
          </a:lstStyle>
          <a:p>
            <a:r>
              <a:rPr lang="en-US" dirty="0"/>
              <a:t>Please click the icon to insert an image</a:t>
            </a:r>
          </a:p>
        </p:txBody>
      </p:sp>
      <p:sp>
        <p:nvSpPr>
          <p:cNvPr id="3" name="meta-subline">
            <a:extLst>
              <a:ext uri="{FF2B5EF4-FFF2-40B4-BE49-F238E27FC236}">
                <a16:creationId xmlns:a16="http://schemas.microsoft.com/office/drawing/2014/main" id="{34533E2D-E3E8-4028-915B-4B522D9607C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4001" y="2758969"/>
            <a:ext cx="4644723" cy="5032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cap="all" baseline="0">
                <a:solidFill>
                  <a:schemeClr val="accent4"/>
                </a:solidFill>
                <a:latin typeface="Delivery Cd Light" panose="020F040602020402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Optional subline On one OR TWO </a:t>
            </a:r>
            <a:r>
              <a:rPr lang="en-US" dirty="0" err="1"/>
              <a:t>lineS</a:t>
            </a:r>
            <a:r>
              <a:rPr lang="en-US" dirty="0"/>
              <a:t>, Delivery CONDENSED LIGHT, 18 pt</a:t>
            </a: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243A0BD6-FFA5-412C-95AF-EC90EFB114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4001" y="1260096"/>
            <a:ext cx="4644723" cy="1498873"/>
          </a:xfrm>
        </p:spPr>
        <p:txBody>
          <a:bodyPr/>
          <a:lstStyle>
            <a:lvl1pPr>
              <a:lnSpc>
                <a:spcPct val="90000"/>
              </a:lnSpc>
              <a:defRPr sz="3600" b="0" i="0" cap="all" baseline="0">
                <a:solidFill>
                  <a:schemeClr val="accent4"/>
                </a:solidFill>
                <a:latin typeface="Delivery Cd Black" panose="020F0906020204020204" pitchFamily="34" charset="0"/>
              </a:defRPr>
            </a:lvl1pPr>
          </a:lstStyle>
          <a:p>
            <a:r>
              <a:rPr lang="en-US" dirty="0"/>
              <a:t>SAMPLE TITLE Delivery CONDENSED BLACK, 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15" name="meta-project">
            <a:extLst>
              <a:ext uri="{FF2B5EF4-FFF2-40B4-BE49-F238E27FC236}">
                <a16:creationId xmlns:a16="http://schemas.microsoft.com/office/drawing/2014/main" id="{6EBD2539-ABD1-40DD-8933-464D93B7720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999" y="3339331"/>
            <a:ext cx="4644724" cy="400110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Name of the event or project or presenter</a:t>
            </a:r>
            <a:br>
              <a:rPr lang="en-US" dirty="0"/>
            </a:br>
            <a:r>
              <a:rPr lang="en-US" dirty="0"/>
              <a:t>Location, ##Month##</a:t>
            </a:r>
          </a:p>
        </p:txBody>
      </p:sp>
      <p:sp>
        <p:nvSpPr>
          <p:cNvPr id="18" name="meta-identifier">
            <a:extLst>
              <a:ext uri="{FF2B5EF4-FFF2-40B4-BE49-F238E27FC236}">
                <a16:creationId xmlns:a16="http://schemas.microsoft.com/office/drawing/2014/main" id="{54E64FCC-3FE9-443B-AD0F-06908B8BA7C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999" y="3802505"/>
            <a:ext cx="4644724" cy="196977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1">
                <a:solidFill>
                  <a:schemeClr val="accent4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DHL Business Unit – Claim, Delivery (bold), 12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66D7980B-2166-486B-BE62-14DA390484C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6706" y="4603326"/>
            <a:ext cx="1493044" cy="226218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>
              <a:defRPr sz="1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dirty="0"/>
              <a:t>1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71190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half page gradient, full page picture">
    <p:bg>
      <p:bgPr>
        <a:gradFill flip="none" rotWithShape="1">
          <a:gsLst>
            <a:gs pos="40000">
              <a:schemeClr val="accent3"/>
            </a:gs>
            <a:gs pos="80000">
              <a:srgbClr val="FFEFB5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A5375F-57B6-4F34-B285-0212289DE52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9144000" cy="5148000"/>
          </a:xfrm>
          <a:prstGeom prst="rect">
            <a:avLst/>
          </a:prstGeom>
          <a:solidFill>
            <a:srgbClr val="CCCCCC"/>
          </a:solidFill>
        </p:spPr>
        <p:txBody>
          <a:bodyPr lIns="72000" tIns="72000" rIns="72000" bIns="72000"/>
          <a:lstStyle>
            <a:lvl1pPr algn="r">
              <a:defRPr/>
            </a:lvl1pPr>
          </a:lstStyle>
          <a:p>
            <a:r>
              <a:rPr lang="en-US" dirty="0"/>
              <a:t>Please click the icon to insert an image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79B50F6-B70A-4FAE-B403-A7AA4785597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0019" y="519114"/>
            <a:ext cx="4802400" cy="4467600"/>
          </a:xfrm>
          <a:prstGeom prst="rect">
            <a:avLst/>
          </a:prstGeom>
          <a:gradFill>
            <a:gsLst>
              <a:gs pos="50000">
                <a:schemeClr val="accent3"/>
              </a:gs>
              <a:gs pos="100000">
                <a:schemeClr val="accent3">
                  <a:alpha val="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Autofit/>
          </a:bodyPr>
          <a:lstStyle>
            <a:lvl1pPr algn="l">
              <a:defRPr lang="en-US" sz="100" smtClean="0">
                <a:solidFill>
                  <a:schemeClr val="accent3"/>
                </a:solidFill>
              </a:defRPr>
            </a:lvl1pPr>
            <a:lvl2pPr>
              <a:defRPr lang="en-US" sz="1350" smtClean="0">
                <a:solidFill>
                  <a:schemeClr val="lt1"/>
                </a:solidFill>
              </a:defRPr>
            </a:lvl2pPr>
            <a:lvl3pPr>
              <a:defRPr lang="en-US" sz="1350" smtClean="0">
                <a:solidFill>
                  <a:schemeClr val="lt1"/>
                </a:solidFill>
              </a:defRPr>
            </a:lvl3pPr>
            <a:lvl4pPr>
              <a:defRPr lang="en-US" sz="1350" smtClean="0">
                <a:solidFill>
                  <a:schemeClr val="lt1"/>
                </a:solidFill>
              </a:defRPr>
            </a:lvl4pPr>
            <a:lvl5pPr>
              <a:defRPr lang="en-US" sz="1350">
                <a:solidFill>
                  <a:schemeClr val="lt1"/>
                </a:solidFill>
              </a:defRPr>
            </a:lvl5pPr>
          </a:lstStyle>
          <a:p>
            <a:pPr lvl="0" algn="ctr"/>
            <a:r>
              <a:rPr lang="en-US" dirty="0"/>
              <a:t>1</a:t>
            </a:r>
          </a:p>
        </p:txBody>
      </p:sp>
      <p:sp>
        <p:nvSpPr>
          <p:cNvPr id="3" name="meta-subline">
            <a:extLst>
              <a:ext uri="{FF2B5EF4-FFF2-40B4-BE49-F238E27FC236}">
                <a16:creationId xmlns:a16="http://schemas.microsoft.com/office/drawing/2014/main" id="{34533E2D-E3E8-4028-915B-4B522D9607C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4000" y="2758969"/>
            <a:ext cx="4657246" cy="5032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cap="all" baseline="0">
                <a:solidFill>
                  <a:schemeClr val="accent4"/>
                </a:solidFill>
                <a:latin typeface="Delivery Cd Light" panose="020F040602020402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Optional subline On one OR TWO </a:t>
            </a:r>
            <a:r>
              <a:rPr lang="en-US" dirty="0" err="1"/>
              <a:t>lineS</a:t>
            </a:r>
            <a:r>
              <a:rPr lang="en-US" dirty="0"/>
              <a:t>, Delivery CONDENSED LIGHT, 18 pt</a:t>
            </a: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243A0BD6-FFA5-412C-95AF-EC90EFB114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4001" y="1144018"/>
            <a:ext cx="4657245" cy="1614951"/>
          </a:xfrm>
        </p:spPr>
        <p:txBody>
          <a:bodyPr/>
          <a:lstStyle>
            <a:lvl1pPr>
              <a:lnSpc>
                <a:spcPct val="90000"/>
              </a:lnSpc>
              <a:defRPr sz="3600" b="0" i="0" cap="all" baseline="0">
                <a:solidFill>
                  <a:schemeClr val="accent4"/>
                </a:solidFill>
                <a:latin typeface="Delivery Cd Black" panose="020F0906020204020204" pitchFamily="34" charset="0"/>
              </a:defRPr>
            </a:lvl1pPr>
          </a:lstStyle>
          <a:p>
            <a:r>
              <a:rPr lang="en-US" dirty="0"/>
              <a:t>SAMPLE TITLE Delivery CONDENSED BLACK, 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15" name="meta-project">
            <a:extLst>
              <a:ext uri="{FF2B5EF4-FFF2-40B4-BE49-F238E27FC236}">
                <a16:creationId xmlns:a16="http://schemas.microsoft.com/office/drawing/2014/main" id="{6EBD2539-ABD1-40DD-8933-464D93B7720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999" y="3339331"/>
            <a:ext cx="4657246" cy="400110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Name of the event or project or presenter</a:t>
            </a:r>
            <a:br>
              <a:rPr lang="en-US" dirty="0"/>
            </a:br>
            <a:r>
              <a:rPr lang="en-US" dirty="0"/>
              <a:t>Location, ##Month##</a:t>
            </a:r>
          </a:p>
        </p:txBody>
      </p:sp>
      <p:sp>
        <p:nvSpPr>
          <p:cNvPr id="18" name="meta-identifier">
            <a:extLst>
              <a:ext uri="{FF2B5EF4-FFF2-40B4-BE49-F238E27FC236}">
                <a16:creationId xmlns:a16="http://schemas.microsoft.com/office/drawing/2014/main" id="{54E64FCC-3FE9-443B-AD0F-06908B8BA7C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999" y="3802505"/>
            <a:ext cx="4657246" cy="196977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1">
                <a:solidFill>
                  <a:schemeClr val="accent4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DHL Business Unit – Claim, Delivery (bold), 12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C303555C-2957-4400-9295-0766E686CF5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6706" y="4603326"/>
            <a:ext cx="1493044" cy="226218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>
              <a:defRPr sz="1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dirty="0"/>
              <a:t>1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70683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light picture, gradient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98196275-11AD-46AC-8347-3CB841C40A0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9144000" cy="5148000"/>
          </a:xfrm>
          <a:prstGeom prst="rect">
            <a:avLst/>
          </a:prstGeom>
          <a:solidFill>
            <a:srgbClr val="CCCCCC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1C36D145-7D48-43DF-A3F6-93C7BE477D3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0020" y="4441327"/>
            <a:ext cx="8658000" cy="543577"/>
          </a:xfrm>
          <a:prstGeom prst="rect">
            <a:avLst/>
          </a:prstGeom>
          <a:gradFill flip="none" rotWithShape="1">
            <a:gsLst>
              <a:gs pos="50000">
                <a:schemeClr val="accent3"/>
              </a:gs>
              <a:gs pos="100000">
                <a:schemeClr val="accent3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Autofit/>
          </a:bodyPr>
          <a:lstStyle>
            <a:lvl1pPr algn="l">
              <a:defRPr lang="en-US" sz="100" smtClean="0">
                <a:solidFill>
                  <a:schemeClr val="accent3"/>
                </a:solidFill>
              </a:defRPr>
            </a:lvl1pPr>
            <a:lvl2pPr>
              <a:defRPr lang="en-US" sz="1350" smtClean="0">
                <a:solidFill>
                  <a:schemeClr val="lt1"/>
                </a:solidFill>
              </a:defRPr>
            </a:lvl2pPr>
            <a:lvl3pPr>
              <a:defRPr lang="en-US" sz="1350" smtClean="0">
                <a:solidFill>
                  <a:schemeClr val="lt1"/>
                </a:solidFill>
              </a:defRPr>
            </a:lvl3pPr>
            <a:lvl4pPr>
              <a:defRPr lang="en-US" sz="1350" smtClean="0">
                <a:solidFill>
                  <a:schemeClr val="lt1"/>
                </a:solidFill>
              </a:defRPr>
            </a:lvl4pPr>
            <a:lvl5pPr>
              <a:defRPr lang="en-US" sz="1350">
                <a:solidFill>
                  <a:schemeClr val="lt1"/>
                </a:solidFill>
              </a:defRPr>
            </a:lvl5pPr>
          </a:lstStyle>
          <a:p>
            <a:pPr lvl="0" algn="ctr"/>
            <a:r>
              <a:rPr lang="en-US" dirty="0"/>
              <a:t>1</a:t>
            </a:r>
          </a:p>
        </p:txBody>
      </p:sp>
      <p:sp>
        <p:nvSpPr>
          <p:cNvPr id="3" name="meta-subline">
            <a:extLst>
              <a:ext uri="{FF2B5EF4-FFF2-40B4-BE49-F238E27FC236}">
                <a16:creationId xmlns:a16="http://schemas.microsoft.com/office/drawing/2014/main" id="{34533E2D-E3E8-4028-915B-4B522D9607C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4000" y="2740802"/>
            <a:ext cx="8495999" cy="5032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cap="all" baseline="0">
                <a:solidFill>
                  <a:schemeClr val="accent4"/>
                </a:solidFill>
                <a:latin typeface="Delivery Cd Light" panose="020F040602020402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Optional subline on one OR TWO </a:t>
            </a:r>
            <a:r>
              <a:rPr lang="en-US" dirty="0" err="1"/>
              <a:t>lineS</a:t>
            </a:r>
            <a:r>
              <a:rPr lang="en-US" dirty="0"/>
              <a:t>, Delivery CONDENSED LIGHT, 18 pt</a:t>
            </a: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243A0BD6-FFA5-412C-95AF-EC90EFB114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4000" y="1241929"/>
            <a:ext cx="8495999" cy="1498873"/>
          </a:xfrm>
        </p:spPr>
        <p:txBody>
          <a:bodyPr/>
          <a:lstStyle>
            <a:lvl1pPr>
              <a:lnSpc>
                <a:spcPct val="90000"/>
              </a:lnSpc>
              <a:defRPr sz="3600" b="0" i="0" cap="all" baseline="0">
                <a:solidFill>
                  <a:schemeClr val="accent4"/>
                </a:solidFill>
                <a:latin typeface="Delivery Cd Black" panose="020F0906020204020204" pitchFamily="34" charset="0"/>
              </a:defRPr>
            </a:lvl1pPr>
          </a:lstStyle>
          <a:p>
            <a:r>
              <a:rPr lang="en-US" dirty="0"/>
              <a:t>SAMPLE TITLE Delivery CONDENSED BLACK, 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15" name="meta-project">
            <a:extLst>
              <a:ext uri="{FF2B5EF4-FFF2-40B4-BE49-F238E27FC236}">
                <a16:creationId xmlns:a16="http://schemas.microsoft.com/office/drawing/2014/main" id="{6EBD2539-ABD1-40DD-8933-464D93B7720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999" y="3345642"/>
            <a:ext cx="4644724" cy="400110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Name of the event or project or presenter</a:t>
            </a:r>
            <a:br>
              <a:rPr lang="en-US" dirty="0"/>
            </a:br>
            <a:r>
              <a:rPr lang="en-US" dirty="0"/>
              <a:t>Location, ##Month##</a:t>
            </a:r>
          </a:p>
        </p:txBody>
      </p:sp>
      <p:sp>
        <p:nvSpPr>
          <p:cNvPr id="18" name="meta-identifier">
            <a:extLst>
              <a:ext uri="{FF2B5EF4-FFF2-40B4-BE49-F238E27FC236}">
                <a16:creationId xmlns:a16="http://schemas.microsoft.com/office/drawing/2014/main" id="{54E64FCC-3FE9-443B-AD0F-06908B8BA7C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999" y="3808816"/>
            <a:ext cx="4644724" cy="196977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1">
                <a:solidFill>
                  <a:schemeClr val="accent4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DHL Business Unit – Claim, Delivery (bold), 12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7C4F0112-2910-40C5-9080-8F8BD963E65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6706" y="4603326"/>
            <a:ext cx="1493044" cy="226218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>
              <a:defRPr sz="1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dirty="0"/>
              <a:t>1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76254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dark picture, gradient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B4A82-6837-42CB-8B67-FDC5119BE96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0" y="0"/>
            <a:ext cx="9144000" cy="5148000"/>
          </a:xfrm>
          <a:prstGeom prst="rect">
            <a:avLst/>
          </a:prstGeom>
          <a:gradFill flip="none" rotWithShape="1">
            <a:gsLst>
              <a:gs pos="100000">
                <a:schemeClr val="tx1">
                  <a:alpha val="0"/>
                </a:schemeClr>
              </a:gs>
              <a:gs pos="40000">
                <a:schemeClr val="tx1">
                  <a:alpha val="30000"/>
                </a:schemeClr>
              </a:gs>
            </a:gsLst>
            <a:lin ang="0" scaled="1"/>
            <a:tileRect/>
          </a:gradFill>
        </p:spPr>
        <p:txBody>
          <a:bodyPr/>
          <a:lstStyle>
            <a:lvl1pPr>
              <a:defRPr sz="100"/>
            </a:lvl1pPr>
          </a:lstStyle>
          <a:p>
            <a:pPr lvl="0"/>
            <a:r>
              <a:rPr lang="en-GB" dirty="0"/>
              <a:t>1</a:t>
            </a:r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8EBE0D14-C041-444F-B729-073226190586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9144000" cy="5148000"/>
          </a:xfrm>
          <a:prstGeom prst="rect">
            <a:avLst/>
          </a:prstGeom>
          <a:solidFill>
            <a:srgbClr val="333333"/>
          </a:solidFill>
        </p:spPr>
        <p:txBody>
          <a:bodyPr lIns="324000" tIns="576000"/>
          <a:lstStyle>
            <a:lvl1pPr>
              <a:defRPr sz="1000" b="0" i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Please use and adjust this transparent box to darken the background image for good readability. Please insert an image and send it to the background.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A1DFF7BB-5301-4F2D-9EE9-581891DB91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0020" y="4441327"/>
            <a:ext cx="8658000" cy="543577"/>
          </a:xfrm>
          <a:prstGeom prst="rect">
            <a:avLst/>
          </a:prstGeom>
          <a:gradFill flip="none" rotWithShape="1">
            <a:gsLst>
              <a:gs pos="50000">
                <a:schemeClr val="accent3"/>
              </a:gs>
              <a:gs pos="100000">
                <a:schemeClr val="accent3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Autofit/>
          </a:bodyPr>
          <a:lstStyle>
            <a:lvl1pPr algn="l">
              <a:defRPr lang="en-US" sz="100" smtClean="0">
                <a:solidFill>
                  <a:schemeClr val="accent3"/>
                </a:solidFill>
              </a:defRPr>
            </a:lvl1pPr>
            <a:lvl2pPr>
              <a:defRPr lang="en-US" sz="1350" smtClean="0">
                <a:solidFill>
                  <a:schemeClr val="lt1"/>
                </a:solidFill>
              </a:defRPr>
            </a:lvl2pPr>
            <a:lvl3pPr>
              <a:defRPr lang="en-US" sz="1350" smtClean="0">
                <a:solidFill>
                  <a:schemeClr val="lt1"/>
                </a:solidFill>
              </a:defRPr>
            </a:lvl3pPr>
            <a:lvl4pPr>
              <a:defRPr lang="en-US" sz="1350" smtClean="0">
                <a:solidFill>
                  <a:schemeClr val="lt1"/>
                </a:solidFill>
              </a:defRPr>
            </a:lvl4pPr>
            <a:lvl5pPr>
              <a:defRPr lang="en-US" sz="1350">
                <a:solidFill>
                  <a:schemeClr val="lt1"/>
                </a:solidFill>
              </a:defRPr>
            </a:lvl5pPr>
          </a:lstStyle>
          <a:p>
            <a:pPr lvl="0" algn="ctr"/>
            <a:r>
              <a:rPr lang="en-US" dirty="0"/>
              <a:t>1</a:t>
            </a:r>
          </a:p>
        </p:txBody>
      </p:sp>
      <p:sp>
        <p:nvSpPr>
          <p:cNvPr id="3" name="meta-subline">
            <a:extLst>
              <a:ext uri="{FF2B5EF4-FFF2-40B4-BE49-F238E27FC236}">
                <a16:creationId xmlns:a16="http://schemas.microsoft.com/office/drawing/2014/main" id="{34533E2D-E3E8-4028-915B-4B522D9607C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4000" y="2740802"/>
            <a:ext cx="8495999" cy="5032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cap="all" baseline="0">
                <a:solidFill>
                  <a:schemeClr val="bg1"/>
                </a:solidFill>
                <a:latin typeface="Delivery Cd Light" panose="020F040602020402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Optional subline on one OR TWO </a:t>
            </a:r>
            <a:r>
              <a:rPr lang="en-US" dirty="0" err="1"/>
              <a:t>lineS</a:t>
            </a:r>
            <a:r>
              <a:rPr lang="en-US" dirty="0"/>
              <a:t>, Delivery CONDENSED LIGHT, 18 pt</a:t>
            </a: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243A0BD6-FFA5-412C-95AF-EC90EFB114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4000" y="1241929"/>
            <a:ext cx="8495999" cy="1498873"/>
          </a:xfrm>
        </p:spPr>
        <p:txBody>
          <a:bodyPr/>
          <a:lstStyle>
            <a:lvl1pPr>
              <a:lnSpc>
                <a:spcPct val="90000"/>
              </a:lnSpc>
              <a:defRPr sz="3600" b="0" i="0" cap="all" baseline="0">
                <a:solidFill>
                  <a:schemeClr val="bg1"/>
                </a:solidFill>
                <a:latin typeface="Delivery Cd Black" panose="020F0906020204020204" pitchFamily="34" charset="0"/>
              </a:defRPr>
            </a:lvl1pPr>
          </a:lstStyle>
          <a:p>
            <a:r>
              <a:rPr lang="en-US" dirty="0"/>
              <a:t>SAMPLE TITLE Delivery CONDENSED BLACK, 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15" name="meta-project">
            <a:extLst>
              <a:ext uri="{FF2B5EF4-FFF2-40B4-BE49-F238E27FC236}">
                <a16:creationId xmlns:a16="http://schemas.microsoft.com/office/drawing/2014/main" id="{6EBD2539-ABD1-40DD-8933-464D93B7720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999" y="3345642"/>
            <a:ext cx="4644724" cy="400110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Aft>
                <a:spcPts val="0"/>
              </a:spcAft>
              <a:defRPr>
                <a:solidFill>
                  <a:schemeClr val="bg1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Name of the event or project or presenter</a:t>
            </a:r>
            <a:br>
              <a:rPr lang="en-US" dirty="0"/>
            </a:br>
            <a:r>
              <a:rPr lang="en-US" dirty="0"/>
              <a:t>Location, ##Month##</a:t>
            </a:r>
          </a:p>
        </p:txBody>
      </p:sp>
      <p:sp>
        <p:nvSpPr>
          <p:cNvPr id="18" name="meta-identifier">
            <a:extLst>
              <a:ext uri="{FF2B5EF4-FFF2-40B4-BE49-F238E27FC236}">
                <a16:creationId xmlns:a16="http://schemas.microsoft.com/office/drawing/2014/main" id="{54E64FCC-3FE9-443B-AD0F-06908B8BA7C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999" y="3808816"/>
            <a:ext cx="4644724" cy="196977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DHL Business Unit – Claim, Delivery (bold), 12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23AE83C8-1BB0-4112-BB84-46ED14A646A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6706" y="4603326"/>
            <a:ext cx="1493044" cy="226218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>
              <a:defRPr sz="1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dirty="0"/>
              <a:t>1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768750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: full page gradient">
    <p:bg>
      <p:bgPr>
        <a:gradFill flip="none" rotWithShape="1">
          <a:gsLst>
            <a:gs pos="30000">
              <a:schemeClr val="accent3"/>
            </a:gs>
            <a:gs pos="79000">
              <a:srgbClr val="FFDE59"/>
            </a:gs>
            <a:gs pos="100000">
              <a:srgbClr val="FFF0B2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>
            <a:extLst>
              <a:ext uri="{FF2B5EF4-FFF2-40B4-BE49-F238E27FC236}">
                <a16:creationId xmlns:a16="http://schemas.microsoft.com/office/drawing/2014/main" id="{34533E2D-E3E8-4028-915B-4B522D9607C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4000" y="2017985"/>
            <a:ext cx="8495999" cy="5032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cap="all" baseline="0">
                <a:solidFill>
                  <a:schemeClr val="accent4"/>
                </a:solidFill>
                <a:latin typeface="Delivery Cd Light" panose="020F040602020402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OPTIONAL subline On one OR TWO </a:t>
            </a:r>
            <a:r>
              <a:rPr lang="en-US" dirty="0" err="1"/>
              <a:t>lineS</a:t>
            </a:r>
            <a:r>
              <a:rPr lang="en-US" dirty="0"/>
              <a:t>, Delivery CONDENSED LIGHT, 18 pt</a:t>
            </a: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243A0BD6-FFA5-412C-95AF-EC90EFB114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4000" y="519112"/>
            <a:ext cx="8495999" cy="1498873"/>
          </a:xfrm>
        </p:spPr>
        <p:txBody>
          <a:bodyPr/>
          <a:lstStyle>
            <a:lvl1pPr>
              <a:lnSpc>
                <a:spcPct val="90000"/>
              </a:lnSpc>
              <a:defRPr sz="3600" b="0" i="0" cap="all" baseline="0">
                <a:solidFill>
                  <a:schemeClr val="accent4"/>
                </a:solidFill>
                <a:latin typeface="Delivery Cd Black" panose="020F0906020204020204" pitchFamily="34" charset="0"/>
              </a:defRPr>
            </a:lvl1pPr>
          </a:lstStyle>
          <a:p>
            <a:r>
              <a:rPr lang="en-US" dirty="0"/>
              <a:t>section divider with Gradient, Delivery CONDENSED BLACK, 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134C61-AE90-4876-9405-4282167F38E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DHL | Layout and Image Library | September 2024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D195B8-0DD2-4278-B191-4D18AA251FF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245BC1-4D7B-4ED3-8F01-840FA35126C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596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: half page gradient">
    <p:bg>
      <p:bgPr>
        <a:gradFill flip="none" rotWithShape="1">
          <a:gsLst>
            <a:gs pos="30000">
              <a:schemeClr val="accent3"/>
            </a:gs>
            <a:gs pos="79000">
              <a:srgbClr val="FFDE59"/>
            </a:gs>
            <a:gs pos="100000">
              <a:srgbClr val="FFF0B2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>
            <a:extLst>
              <a:ext uri="{FF2B5EF4-FFF2-40B4-BE49-F238E27FC236}">
                <a16:creationId xmlns:a16="http://schemas.microsoft.com/office/drawing/2014/main" id="{34533E2D-E3E8-4028-915B-4B522D9607C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4001" y="2758969"/>
            <a:ext cx="4644723" cy="5032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cap="all" baseline="0">
                <a:solidFill>
                  <a:schemeClr val="accent4"/>
                </a:solidFill>
                <a:latin typeface="Delivery Cd Light" panose="020F040602020402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Optional subline On one OR TWO </a:t>
            </a:r>
            <a:r>
              <a:rPr lang="en-US" dirty="0" err="1"/>
              <a:t>lineS</a:t>
            </a:r>
            <a:r>
              <a:rPr lang="en-US" dirty="0"/>
              <a:t>, Delivery CONDENSED LIGHT, 18 pt</a:t>
            </a: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243A0BD6-FFA5-412C-95AF-EC90EFB114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4001" y="1260096"/>
            <a:ext cx="4644723" cy="1498873"/>
          </a:xfrm>
        </p:spPr>
        <p:txBody>
          <a:bodyPr/>
          <a:lstStyle>
            <a:lvl1pPr>
              <a:lnSpc>
                <a:spcPct val="90000"/>
              </a:lnSpc>
              <a:defRPr sz="3600" b="0" i="0" cap="all" baseline="0">
                <a:solidFill>
                  <a:schemeClr val="accent4"/>
                </a:solidFill>
                <a:latin typeface="Delivery Cd Black" panose="020F0906020204020204" pitchFamily="34" charset="0"/>
              </a:defRPr>
            </a:lvl1pPr>
          </a:lstStyle>
          <a:p>
            <a:r>
              <a:rPr lang="en-US" dirty="0"/>
              <a:t>section divider </a:t>
            </a:r>
            <a:br>
              <a:rPr lang="en-US" dirty="0"/>
            </a:br>
            <a:r>
              <a:rPr lang="en-US" dirty="0"/>
              <a:t>with image, 36 PT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A5375F-57B6-4F34-B285-0212289DE52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292726" y="0"/>
            <a:ext cx="3851275" cy="5148000"/>
          </a:xfrm>
          <a:prstGeom prst="rect">
            <a:avLst/>
          </a:prstGeom>
          <a:solidFill>
            <a:srgbClr val="CCCCCC"/>
          </a:solidFill>
        </p:spPr>
        <p:txBody>
          <a:bodyPr lIns="72000" tIns="72000" rIns="72000" bIns="72000"/>
          <a:lstStyle>
            <a:lvl1pPr>
              <a:defRPr/>
            </a:lvl1pPr>
          </a:lstStyle>
          <a:p>
            <a:r>
              <a:rPr lang="en-US" dirty="0"/>
              <a:t>Please click the icon to insert an image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F55C8B4-1569-420F-94F8-0A45D58CC3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DHL | Layout and Image Library | September 2024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9E2F84-6B48-4F57-8783-342F789CB32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2245BC1-4D7B-4ED3-8F01-840FA35126C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3713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: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55AA5-C875-4E2C-962B-7BF752DF5F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Double headline with one or two lines, Delivery Bold, 18 </a:t>
            </a:r>
            <a:r>
              <a:rPr lang="en-US" dirty="0" err="1"/>
              <a:t>pt</a:t>
            </a:r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3ED683-F9E2-432B-9EE5-F787159B7C2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DHL | Layout and Image Library | September 2024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90C2FE-3516-4404-9D7F-3E6C342436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245BC1-4D7B-4ED3-8F01-840FA35126C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A3BBD46-F6A3-49DC-8F32-053AD1A8863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3850" y="1150938"/>
            <a:ext cx="2722563" cy="3530600"/>
          </a:xfrm>
          <a:prstGeom prst="rect">
            <a:avLst/>
          </a:prstGeom>
        </p:spPr>
        <p:txBody>
          <a:bodyPr/>
          <a:lstStyle>
            <a:lvl1pPr marL="252000" indent="-252000">
              <a:spcBef>
                <a:spcPts val="1400"/>
              </a:spcBef>
              <a:spcAft>
                <a:spcPts val="0"/>
              </a:spcAft>
              <a:buAutoNum type="arabicPlain"/>
              <a:defRPr b="1"/>
            </a:lvl1pPr>
            <a:lvl2pPr marL="252000" indent="0">
              <a:lnSpc>
                <a:spcPct val="100000"/>
              </a:lnSpc>
              <a:spcAft>
                <a:spcPts val="0"/>
              </a:spcAft>
              <a:buNone/>
              <a:defRPr/>
            </a:lvl2pPr>
          </a:lstStyle>
          <a:p>
            <a:pPr lvl="0"/>
            <a:r>
              <a:rPr lang="en-US" dirty="0"/>
              <a:t>Sample section, Delivery Bold, </a:t>
            </a:r>
            <a:br>
              <a:rPr lang="en-US" dirty="0"/>
            </a:br>
            <a:r>
              <a:rPr lang="en-US" dirty="0"/>
              <a:t>12 </a:t>
            </a:r>
            <a:r>
              <a:rPr lang="en-US" dirty="0" err="1"/>
              <a:t>pt</a:t>
            </a:r>
            <a:endParaRPr lang="en-US" dirty="0"/>
          </a:p>
          <a:p>
            <a:pPr lvl="1"/>
            <a:r>
              <a:rPr lang="en-US" dirty="0"/>
              <a:t>Sample text, Delivery, 12 </a:t>
            </a:r>
            <a:r>
              <a:rPr lang="en-US" dirty="0" err="1"/>
              <a:t>pt</a:t>
            </a:r>
            <a:endParaRPr lang="en-US" dirty="0"/>
          </a:p>
          <a:p>
            <a:pPr lvl="0"/>
            <a:endParaRPr lang="en-GB" dirty="0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4F39E3AB-4E3D-4482-A3E6-FBBC80DEA30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08339" y="1150938"/>
            <a:ext cx="2722564" cy="3530600"/>
          </a:xfrm>
          <a:prstGeom prst="rect">
            <a:avLst/>
          </a:prstGeom>
        </p:spPr>
        <p:txBody>
          <a:bodyPr/>
          <a:lstStyle>
            <a:lvl1pPr marL="252000" indent="-252000">
              <a:spcBef>
                <a:spcPts val="1400"/>
              </a:spcBef>
              <a:spcAft>
                <a:spcPts val="0"/>
              </a:spcAft>
              <a:buAutoNum type="arabicPlain" startAt="7"/>
              <a:defRPr b="1"/>
            </a:lvl1pPr>
            <a:lvl2pPr marL="252000" indent="0">
              <a:lnSpc>
                <a:spcPct val="100000"/>
              </a:lnSpc>
              <a:spcAft>
                <a:spcPts val="0"/>
              </a:spcAft>
              <a:buNone/>
              <a:defRPr/>
            </a:lvl2pPr>
          </a:lstStyle>
          <a:p>
            <a:pPr lvl="0"/>
            <a:r>
              <a:rPr lang="en-US" dirty="0"/>
              <a:t>Sample section, Delivery Bold, </a:t>
            </a:r>
            <a:br>
              <a:rPr lang="en-US" dirty="0"/>
            </a:br>
            <a:r>
              <a:rPr lang="en-US" dirty="0"/>
              <a:t>12 </a:t>
            </a:r>
            <a:r>
              <a:rPr lang="en-US" dirty="0" err="1"/>
              <a:t>pt</a:t>
            </a:r>
            <a:endParaRPr lang="en-US" dirty="0"/>
          </a:p>
          <a:p>
            <a:pPr lvl="1"/>
            <a:r>
              <a:rPr lang="en-US" dirty="0"/>
              <a:t>Sample text, Delivery, 12 </a:t>
            </a:r>
            <a:r>
              <a:rPr lang="en-US" dirty="0" err="1"/>
              <a:t>pt</a:t>
            </a:r>
            <a:endParaRPr lang="en-US" dirty="0"/>
          </a:p>
          <a:p>
            <a:pPr lvl="0"/>
            <a:endParaRPr lang="en-US" dirty="0"/>
          </a:p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78337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: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F4958-514A-4601-B68D-C79842B999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Double headline with one or two lines, Delivery Bold, 18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27EF1F-9ACF-48EE-A949-EAF14645397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DHL | Layout and Image Library | September 2024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38F358-6501-48B8-80CA-E7836E5B988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245BC1-4D7B-4ED3-8F01-840FA35126C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AB14529-BCAE-43FA-A029-C343F83E045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24000" y="1150938"/>
            <a:ext cx="8495999" cy="3528000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 sz="1200"/>
            </a:lvl6pPr>
            <a:lvl7pPr>
              <a:defRPr sz="1200"/>
            </a:lvl7pPr>
          </a:lstStyle>
          <a:p>
            <a:pPr lvl="0"/>
            <a:r>
              <a:rPr lang="en-US" dirty="0"/>
              <a:t>Body text in Delivery, 12 </a:t>
            </a:r>
            <a:r>
              <a:rPr lang="en-US" dirty="0" err="1"/>
              <a:t>pt</a:t>
            </a:r>
            <a:endParaRPr lang="en-US" dirty="0"/>
          </a:p>
          <a:p>
            <a:pPr lvl="1"/>
            <a:r>
              <a:rPr lang="en-US" dirty="0"/>
              <a:t>Bullet text, Delivery, 12 </a:t>
            </a:r>
            <a:r>
              <a:rPr lang="en-US" dirty="0" err="1"/>
              <a:t>pt</a:t>
            </a:r>
            <a:r>
              <a:rPr lang="en-US" dirty="0"/>
              <a:t> </a:t>
            </a:r>
          </a:p>
          <a:p>
            <a:pPr lvl="2"/>
            <a:r>
              <a:rPr lang="en-US" dirty="0"/>
              <a:t>Bullet text, Delivery, 12 </a:t>
            </a:r>
            <a:r>
              <a:rPr lang="en-US" dirty="0" err="1"/>
              <a:t>pt</a:t>
            </a:r>
            <a:endParaRPr lang="en-US" dirty="0"/>
          </a:p>
          <a:p>
            <a:pPr lvl="3"/>
            <a:r>
              <a:rPr lang="en-US" dirty="0"/>
              <a:t>Bullet text, Delivery, 12 </a:t>
            </a:r>
            <a:r>
              <a:rPr lang="en-US" dirty="0" err="1"/>
              <a:t>pt</a:t>
            </a:r>
            <a:r>
              <a:rPr lang="en-US" dirty="0"/>
              <a:t> </a:t>
            </a:r>
          </a:p>
          <a:p>
            <a:pPr lvl="4"/>
            <a:r>
              <a:rPr lang="en-US" dirty="0"/>
              <a:t>Action title, Delivery Regular, 15 </a:t>
            </a:r>
            <a:r>
              <a:rPr lang="en-US" dirty="0" err="1"/>
              <a:t>pt</a:t>
            </a:r>
            <a:endParaRPr lang="en-US" dirty="0"/>
          </a:p>
          <a:p>
            <a:pPr lvl="5"/>
            <a:r>
              <a:rPr lang="en-US" dirty="0"/>
              <a:t>Paragraph Headline, Delivery Bold, 12 </a:t>
            </a:r>
            <a:r>
              <a:rPr lang="en-US" dirty="0" err="1"/>
              <a:t>pt</a:t>
            </a:r>
            <a:endParaRPr lang="en-US" dirty="0"/>
          </a:p>
          <a:p>
            <a:pPr lvl="6"/>
            <a:r>
              <a:rPr lang="en-US" sz="1200" dirty="0"/>
              <a:t>Bullet number, Delivery, 12 </a:t>
            </a:r>
            <a:r>
              <a:rPr lang="en-US" sz="1200" dirty="0" err="1"/>
              <a:t>pt</a:t>
            </a:r>
            <a:r>
              <a:rPr lang="en-US" sz="1200" dirty="0"/>
              <a:t>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D5CED03-C33D-4356-A21D-74205078B24D}"/>
              </a:ext>
            </a:extLst>
          </p:cNvPr>
          <p:cNvSpPr/>
          <p:nvPr/>
        </p:nvSpPr>
        <p:spPr>
          <a:xfrm>
            <a:off x="2286000" y="1729212"/>
            <a:ext cx="4572000" cy="300082"/>
          </a:xfrm>
          <a:prstGeom prst="rect">
            <a:avLst/>
          </a:prstGeom>
        </p:spPr>
        <p:txBody>
          <a:bodyPr>
            <a:spAutoFit/>
          </a:bodyPr>
          <a:lstStyle/>
          <a:p>
            <a:pPr lvl="2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704087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: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EF21E-737D-4419-BFB1-7E3BAF4E7B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Double headline with one or two lines, Delivery Bold, 18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4C42CC-B85A-402A-8160-8B4CC790046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DHL | Layout and Image Library | September 2024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238AF6-F51C-40B8-BD5A-EE1AE942F1B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245BC1-4D7B-4ED3-8F01-840FA35126C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58661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: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49F3C-D71F-48B0-816B-AA2AB64973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Double headline with one or two lines, Delivery Bold, 18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4F32AD-3FC7-4091-8554-127642F8067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DHL | Layout and Image Library | September 2024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180CEC-C0BC-4F28-99ED-9A7B307FEE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245BC1-4D7B-4ED3-8F01-840FA35126C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05EC38-B07E-496F-9ED7-8B08225083C7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24001" y="1150938"/>
            <a:ext cx="4165450" cy="3530600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 sz="1200"/>
            </a:lvl6pPr>
            <a:lvl7pPr>
              <a:defRPr sz="1200"/>
            </a:lvl7pPr>
          </a:lstStyle>
          <a:p>
            <a:pPr lvl="0"/>
            <a:r>
              <a:rPr lang="en-US" dirty="0"/>
              <a:t>Body text in Delivery, 12 </a:t>
            </a:r>
            <a:r>
              <a:rPr lang="en-US" dirty="0" err="1"/>
              <a:t>pt</a:t>
            </a:r>
            <a:endParaRPr lang="en-US" dirty="0"/>
          </a:p>
          <a:p>
            <a:pPr lvl="1"/>
            <a:r>
              <a:rPr lang="en-US" dirty="0"/>
              <a:t>Bullet text, Delivery, 12 </a:t>
            </a:r>
            <a:r>
              <a:rPr lang="en-US" dirty="0" err="1"/>
              <a:t>pt</a:t>
            </a:r>
            <a:r>
              <a:rPr lang="en-US" dirty="0"/>
              <a:t> </a:t>
            </a:r>
          </a:p>
          <a:p>
            <a:pPr lvl="2"/>
            <a:r>
              <a:rPr lang="en-US" dirty="0"/>
              <a:t>Bullet text, Delivery, 12 </a:t>
            </a:r>
            <a:r>
              <a:rPr lang="en-US" dirty="0" err="1"/>
              <a:t>pt</a:t>
            </a:r>
            <a:endParaRPr lang="en-US" dirty="0"/>
          </a:p>
          <a:p>
            <a:pPr lvl="3"/>
            <a:r>
              <a:rPr lang="en-US" dirty="0"/>
              <a:t>Bullet text, Delivery, 12 </a:t>
            </a:r>
            <a:r>
              <a:rPr lang="en-US" dirty="0" err="1"/>
              <a:t>pt</a:t>
            </a:r>
            <a:r>
              <a:rPr lang="en-US" dirty="0"/>
              <a:t> </a:t>
            </a:r>
          </a:p>
          <a:p>
            <a:pPr lvl="4"/>
            <a:r>
              <a:rPr lang="en-US" dirty="0"/>
              <a:t>Action title, Delivery Regular, 15 </a:t>
            </a:r>
            <a:r>
              <a:rPr lang="en-US" dirty="0" err="1"/>
              <a:t>pt</a:t>
            </a:r>
            <a:endParaRPr lang="en-US" dirty="0"/>
          </a:p>
          <a:p>
            <a:pPr lvl="5"/>
            <a:r>
              <a:rPr lang="en-US" dirty="0"/>
              <a:t>Paragraph Headline, Delivery Bold, 12 </a:t>
            </a:r>
            <a:r>
              <a:rPr lang="en-US" dirty="0" err="1"/>
              <a:t>pt</a:t>
            </a:r>
            <a:endParaRPr lang="en-US" dirty="0"/>
          </a:p>
          <a:p>
            <a:pPr lvl="6"/>
            <a:r>
              <a:rPr lang="en-US" dirty="0"/>
              <a:t>Bullet number, Delivery, 12 </a:t>
            </a:r>
            <a:r>
              <a:rPr lang="en-US" dirty="0" err="1"/>
              <a:t>pt</a:t>
            </a:r>
            <a:r>
              <a:rPr lang="en-US" dirty="0"/>
              <a:t> 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09D4F118-EC4E-4697-8B94-89026AF38F0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654549" y="1150938"/>
            <a:ext cx="4165450" cy="3530600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 sz="1200"/>
            </a:lvl6pPr>
            <a:lvl7pPr>
              <a:defRPr sz="1200"/>
            </a:lvl7pPr>
          </a:lstStyle>
          <a:p>
            <a:pPr lvl="0"/>
            <a:r>
              <a:rPr lang="en-US" dirty="0"/>
              <a:t>Body text in Delivery, 12 </a:t>
            </a:r>
            <a:r>
              <a:rPr lang="en-US" dirty="0" err="1"/>
              <a:t>pt</a:t>
            </a:r>
            <a:endParaRPr lang="en-US" dirty="0"/>
          </a:p>
          <a:p>
            <a:pPr lvl="1"/>
            <a:r>
              <a:rPr lang="en-US" dirty="0"/>
              <a:t>Bullet text, Delivery, 12 </a:t>
            </a:r>
            <a:r>
              <a:rPr lang="en-US" dirty="0" err="1"/>
              <a:t>pt</a:t>
            </a:r>
            <a:r>
              <a:rPr lang="en-US" dirty="0"/>
              <a:t> </a:t>
            </a:r>
          </a:p>
          <a:p>
            <a:pPr lvl="2"/>
            <a:r>
              <a:rPr lang="en-US" dirty="0"/>
              <a:t>Bullet text, Delivery, 12 </a:t>
            </a:r>
            <a:r>
              <a:rPr lang="en-US" dirty="0" err="1"/>
              <a:t>pt</a:t>
            </a:r>
            <a:endParaRPr lang="en-US" dirty="0"/>
          </a:p>
          <a:p>
            <a:pPr lvl="3"/>
            <a:r>
              <a:rPr lang="en-US" dirty="0"/>
              <a:t>Bullet text, Delivery, 12 </a:t>
            </a:r>
            <a:r>
              <a:rPr lang="en-US" dirty="0" err="1"/>
              <a:t>pt</a:t>
            </a:r>
            <a:r>
              <a:rPr lang="en-US" dirty="0"/>
              <a:t> </a:t>
            </a:r>
          </a:p>
          <a:p>
            <a:pPr lvl="4"/>
            <a:r>
              <a:rPr lang="en-US" dirty="0"/>
              <a:t>Action title, Delivery Regular, 15 </a:t>
            </a:r>
            <a:r>
              <a:rPr lang="en-US" dirty="0" err="1"/>
              <a:t>pt</a:t>
            </a:r>
            <a:endParaRPr lang="en-US" dirty="0"/>
          </a:p>
          <a:p>
            <a:pPr lvl="5"/>
            <a:r>
              <a:rPr lang="en-US" dirty="0"/>
              <a:t>Paragraph Headline, Delivery Bold, 12 </a:t>
            </a:r>
            <a:r>
              <a:rPr lang="en-US" dirty="0" err="1"/>
              <a:t>pt</a:t>
            </a:r>
            <a:endParaRPr lang="en-US" dirty="0"/>
          </a:p>
          <a:p>
            <a:pPr lvl="6"/>
            <a:r>
              <a:rPr lang="en-US" dirty="0"/>
              <a:t>Bullet number, Delivery, 12 </a:t>
            </a:r>
            <a:r>
              <a:rPr lang="en-US" dirty="0" err="1"/>
              <a:t>pt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553553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: 1 column, 1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C21F6A-3851-4800-A70C-75B7E973A6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DHL | Layout and Image Library | September 2024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0140EB-C614-490E-95CD-A54BE084B79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245BC1-4D7B-4ED3-8F01-840FA35126C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038679AF-4954-4658-B135-45730398D31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24001" y="1150938"/>
            <a:ext cx="4165450" cy="3530600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 sz="1200"/>
            </a:lvl6pPr>
            <a:lvl7pPr>
              <a:defRPr sz="1200"/>
            </a:lvl7pPr>
          </a:lstStyle>
          <a:p>
            <a:pPr lvl="0"/>
            <a:r>
              <a:rPr lang="en-US" dirty="0"/>
              <a:t>Body text in Delivery, 12 </a:t>
            </a:r>
            <a:r>
              <a:rPr lang="en-US" dirty="0" err="1"/>
              <a:t>pt</a:t>
            </a:r>
            <a:endParaRPr lang="en-US" dirty="0"/>
          </a:p>
          <a:p>
            <a:pPr lvl="1"/>
            <a:r>
              <a:rPr lang="en-US" dirty="0"/>
              <a:t>Bullet text, Delivery, 12 </a:t>
            </a:r>
            <a:r>
              <a:rPr lang="en-US" dirty="0" err="1"/>
              <a:t>pt</a:t>
            </a:r>
            <a:r>
              <a:rPr lang="en-US" dirty="0"/>
              <a:t> </a:t>
            </a:r>
          </a:p>
          <a:p>
            <a:pPr lvl="2"/>
            <a:r>
              <a:rPr lang="en-US" dirty="0"/>
              <a:t>Bullet text, Delivery, 12 </a:t>
            </a:r>
            <a:r>
              <a:rPr lang="en-US" dirty="0" err="1"/>
              <a:t>pt</a:t>
            </a:r>
            <a:endParaRPr lang="en-US" dirty="0"/>
          </a:p>
          <a:p>
            <a:pPr lvl="3"/>
            <a:r>
              <a:rPr lang="en-US" dirty="0"/>
              <a:t>Bullet text, Delivery, 12 </a:t>
            </a:r>
            <a:r>
              <a:rPr lang="en-US" dirty="0" err="1"/>
              <a:t>pt</a:t>
            </a:r>
            <a:r>
              <a:rPr lang="en-US" dirty="0"/>
              <a:t> </a:t>
            </a:r>
          </a:p>
          <a:p>
            <a:pPr lvl="4"/>
            <a:r>
              <a:rPr lang="en-US" dirty="0"/>
              <a:t>Action title, Delivery Regular, 15 </a:t>
            </a:r>
            <a:r>
              <a:rPr lang="en-US" dirty="0" err="1"/>
              <a:t>pt</a:t>
            </a:r>
            <a:endParaRPr lang="en-US" dirty="0"/>
          </a:p>
          <a:p>
            <a:pPr lvl="5"/>
            <a:r>
              <a:rPr lang="en-US" dirty="0"/>
              <a:t>Paragraph Headline, Delivery Bold, 12 </a:t>
            </a:r>
            <a:r>
              <a:rPr lang="en-US" dirty="0" err="1"/>
              <a:t>pt</a:t>
            </a:r>
            <a:endParaRPr lang="en-US" dirty="0"/>
          </a:p>
          <a:p>
            <a:pPr lvl="6"/>
            <a:r>
              <a:rPr lang="en-US" dirty="0"/>
              <a:t>Bullet number, Delivery, 12 </a:t>
            </a:r>
            <a:r>
              <a:rPr lang="en-US" dirty="0" err="1"/>
              <a:t>pt</a:t>
            </a:r>
            <a:r>
              <a:rPr lang="en-US" dirty="0"/>
              <a:t> 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67FEE81-04E7-45FF-A241-7D07B82E5C5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654549" y="1150938"/>
            <a:ext cx="4165450" cy="3530600"/>
          </a:xfrm>
          <a:prstGeom prst="rect">
            <a:avLst/>
          </a:prstGeom>
          <a:solidFill>
            <a:srgbClr val="CCCCCC"/>
          </a:solidFill>
        </p:spPr>
        <p:txBody>
          <a:bodyPr lIns="72000" tIns="72000" rIns="72000" bIns="72000" anchor="ctr"/>
          <a:lstStyle>
            <a:lvl1pPr algn="ctr">
              <a:defRPr/>
            </a:lvl1pPr>
          </a:lstStyle>
          <a:p>
            <a:r>
              <a:rPr lang="en-US" dirty="0"/>
              <a:t>Please click the icon to insert an image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297623A-4EAB-41C4-80D7-12A550C733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Double headline with one or two lines, Delivery Bold, 18 </a:t>
            </a:r>
            <a:r>
              <a:rPr lang="en-US" dirty="0" err="1"/>
              <a:t>pt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069562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: 1 column, 1 picture half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3A2DAE2-6DBF-4F49-9437-0D73AEFD3F52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292726" y="0"/>
            <a:ext cx="3851274" cy="5143500"/>
          </a:xfrm>
          <a:prstGeom prst="rect">
            <a:avLst/>
          </a:prstGeom>
          <a:solidFill>
            <a:srgbClr val="CCCCCC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 dirty="0"/>
              <a:t>Please click the icon to insert an image</a:t>
            </a:r>
          </a:p>
        </p:txBody>
      </p:sp>
      <p:graphicFrame>
        <p:nvGraphicFramePr>
          <p:cNvPr id="29" name="Objekt 28" hidden="1">
            <a:extLst>
              <a:ext uri="{FF2B5EF4-FFF2-40B4-BE49-F238E27FC236}">
                <a16:creationId xmlns:a16="http://schemas.microsoft.com/office/drawing/2014/main" id="{35CC8C36-E5F6-4785-85F2-7B1DD179C83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7839189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53" imgH="353" progId="TCLayout.ActiveDocument.1">
                  <p:embed/>
                </p:oleObj>
              </mc:Choice>
              <mc:Fallback>
                <p:oleObj name="think-cell Folie" r:id="rId4" imgW="353" imgH="353" progId="TCLayout.ActiveDocument.1">
                  <p:embed/>
                  <p:pic>
                    <p:nvPicPr>
                      <p:cNvPr id="29" name="Objekt 28" hidden="1">
                        <a:extLst>
                          <a:ext uri="{FF2B5EF4-FFF2-40B4-BE49-F238E27FC236}">
                            <a16:creationId xmlns:a16="http://schemas.microsoft.com/office/drawing/2014/main" id="{35CC8C36-E5F6-4785-85F2-7B1DD179C83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Rechteck 27" hidden="1">
            <a:extLst>
              <a:ext uri="{FF2B5EF4-FFF2-40B4-BE49-F238E27FC236}">
                <a16:creationId xmlns:a16="http://schemas.microsoft.com/office/drawing/2014/main" id="{5364B560-8A9F-4B7A-B988-CF7BF54F7125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l"/>
            <a:endParaRPr lang="en-US" sz="1800" b="1" i="0" baseline="0" dirty="0">
              <a:latin typeface="Delivery" panose="020F0503020204020204" pitchFamily="34" charset="0"/>
              <a:ea typeface="+mj-ea"/>
              <a:cs typeface="+mj-cs"/>
              <a:sym typeface="Delivery" panose="020F0503020204020204" pitchFamily="34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DC25DC-2D9E-4ABF-8944-4D2479BF728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DHL | Layout and Image Library | September 2024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728FFF-C4F8-4DDC-9D47-88E9283C619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245BC1-4D7B-4ED3-8F01-840FA35126C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219A887B-6080-4228-99B7-DF904417247B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24001" y="1150938"/>
            <a:ext cx="4644724" cy="3530600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 sz="1200"/>
            </a:lvl6pPr>
            <a:lvl7pPr>
              <a:defRPr sz="1200"/>
            </a:lvl7pPr>
          </a:lstStyle>
          <a:p>
            <a:pPr lvl="0"/>
            <a:r>
              <a:rPr lang="en-US" dirty="0"/>
              <a:t>Body text in Delivery, 12 </a:t>
            </a:r>
            <a:r>
              <a:rPr lang="en-US" dirty="0" err="1"/>
              <a:t>pt</a:t>
            </a:r>
            <a:endParaRPr lang="en-US" dirty="0"/>
          </a:p>
          <a:p>
            <a:pPr lvl="1"/>
            <a:r>
              <a:rPr lang="en-US" dirty="0"/>
              <a:t>Bullet text, Delivery, 12 </a:t>
            </a:r>
            <a:r>
              <a:rPr lang="en-US" dirty="0" err="1"/>
              <a:t>pt</a:t>
            </a:r>
            <a:r>
              <a:rPr lang="en-US" dirty="0"/>
              <a:t> </a:t>
            </a:r>
          </a:p>
          <a:p>
            <a:pPr lvl="2"/>
            <a:r>
              <a:rPr lang="en-US" dirty="0"/>
              <a:t>Bullet text, Delivery, 12 </a:t>
            </a:r>
            <a:r>
              <a:rPr lang="en-US" dirty="0" err="1"/>
              <a:t>pt</a:t>
            </a:r>
            <a:endParaRPr lang="en-US" dirty="0"/>
          </a:p>
          <a:p>
            <a:pPr lvl="3"/>
            <a:r>
              <a:rPr lang="en-US" dirty="0"/>
              <a:t>Bullet text, Delivery, 12 </a:t>
            </a:r>
            <a:r>
              <a:rPr lang="en-US" dirty="0" err="1"/>
              <a:t>pt</a:t>
            </a:r>
            <a:r>
              <a:rPr lang="en-US" dirty="0"/>
              <a:t> </a:t>
            </a:r>
          </a:p>
          <a:p>
            <a:pPr lvl="4"/>
            <a:r>
              <a:rPr lang="en-US" dirty="0"/>
              <a:t>Action title, Delivery Regular, 15 </a:t>
            </a:r>
            <a:r>
              <a:rPr lang="en-US" dirty="0" err="1"/>
              <a:t>pt</a:t>
            </a:r>
            <a:endParaRPr lang="en-US" dirty="0"/>
          </a:p>
          <a:p>
            <a:pPr lvl="5"/>
            <a:r>
              <a:rPr lang="en-US" dirty="0"/>
              <a:t>Paragraph Headline, Delivery Bold, 12 </a:t>
            </a:r>
            <a:r>
              <a:rPr lang="en-US" dirty="0" err="1"/>
              <a:t>pt</a:t>
            </a:r>
            <a:endParaRPr lang="en-US" dirty="0"/>
          </a:p>
          <a:p>
            <a:pPr lvl="6"/>
            <a:r>
              <a:rPr lang="en-US" dirty="0"/>
              <a:t>Bullet number, Delivery, 12 </a:t>
            </a:r>
            <a:r>
              <a:rPr lang="en-US" dirty="0" err="1"/>
              <a:t>pt</a:t>
            </a:r>
            <a:r>
              <a:rPr lang="en-US" dirty="0"/>
              <a:t>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54E13D6-6E2C-4C07-9513-3C9141998F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4000" y="385163"/>
            <a:ext cx="4644725" cy="493950"/>
          </a:xfrm>
        </p:spPr>
        <p:txBody>
          <a:bodyPr/>
          <a:lstStyle/>
          <a:p>
            <a:r>
              <a:rPr lang="en-US" dirty="0"/>
              <a:t>Double headline with one or two lines, Delivery Bold, 18 </a:t>
            </a:r>
            <a:r>
              <a:rPr lang="en-US" dirty="0" err="1"/>
              <a:t>pt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063935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: 1 column, 1 column half side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D416913-53A8-4554-9E84-F88C14A369B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92726" y="0"/>
            <a:ext cx="3851274" cy="5143500"/>
          </a:xfrm>
          <a:prstGeom prst="rect">
            <a:avLst/>
          </a:prstGeom>
          <a:solidFill>
            <a:srgbClr val="CCCCCC"/>
          </a:solidFill>
        </p:spPr>
        <p:txBody>
          <a:bodyPr lIns="324000" tIns="1152000" rIns="324000" bIns="432000" anchor="t" anchorCtr="0"/>
          <a:lstStyle>
            <a:lvl1pPr>
              <a:defRPr/>
            </a:lvl1pPr>
            <a:lvl4pPr>
              <a:defRPr/>
            </a:lvl4pPr>
            <a:lvl6pPr>
              <a:defRPr sz="1200"/>
            </a:lvl6pPr>
            <a:lvl7pPr>
              <a:defRPr sz="1200"/>
            </a:lvl7pPr>
          </a:lstStyle>
          <a:p>
            <a:pPr lvl="0"/>
            <a:r>
              <a:rPr lang="en-US" dirty="0"/>
              <a:t>Body text in Delivery, 12 </a:t>
            </a:r>
            <a:r>
              <a:rPr lang="en-US" dirty="0" err="1"/>
              <a:t>pt</a:t>
            </a:r>
            <a:endParaRPr lang="en-US" dirty="0"/>
          </a:p>
          <a:p>
            <a:pPr lvl="1"/>
            <a:r>
              <a:rPr lang="en-US" dirty="0"/>
              <a:t>Bullet text, Delivery, 12 </a:t>
            </a:r>
            <a:r>
              <a:rPr lang="en-US" dirty="0" err="1"/>
              <a:t>pt</a:t>
            </a:r>
            <a:r>
              <a:rPr lang="en-US" dirty="0"/>
              <a:t> </a:t>
            </a:r>
          </a:p>
          <a:p>
            <a:pPr lvl="2"/>
            <a:r>
              <a:rPr lang="en-US" dirty="0"/>
              <a:t>Bullet text, Delivery, 12 </a:t>
            </a:r>
            <a:r>
              <a:rPr lang="en-US" dirty="0" err="1"/>
              <a:t>pt</a:t>
            </a:r>
            <a:endParaRPr lang="en-US" dirty="0"/>
          </a:p>
          <a:p>
            <a:pPr lvl="3"/>
            <a:r>
              <a:rPr lang="en-US" dirty="0"/>
              <a:t>Bullet text, Delivery, 12 </a:t>
            </a:r>
            <a:r>
              <a:rPr lang="en-US" dirty="0" err="1"/>
              <a:t>pt</a:t>
            </a:r>
            <a:r>
              <a:rPr lang="en-US" dirty="0"/>
              <a:t> </a:t>
            </a:r>
          </a:p>
          <a:p>
            <a:pPr lvl="4"/>
            <a:r>
              <a:rPr lang="en-US" dirty="0"/>
              <a:t>Action title, Delivery Regular, 15 </a:t>
            </a:r>
            <a:r>
              <a:rPr lang="en-US" dirty="0" err="1"/>
              <a:t>pt</a:t>
            </a:r>
            <a:endParaRPr lang="en-US" dirty="0"/>
          </a:p>
          <a:p>
            <a:pPr lvl="5"/>
            <a:r>
              <a:rPr lang="en-US" dirty="0"/>
              <a:t>Paragraph Headline, Delivery Bold, 12 </a:t>
            </a:r>
            <a:r>
              <a:rPr lang="en-US" dirty="0" err="1"/>
              <a:t>pt</a:t>
            </a:r>
            <a:endParaRPr lang="en-US" dirty="0"/>
          </a:p>
          <a:p>
            <a:pPr lvl="6"/>
            <a:r>
              <a:rPr lang="en-US" dirty="0"/>
              <a:t>Bullet number, Delivery, 12 </a:t>
            </a:r>
            <a:r>
              <a:rPr lang="en-US" dirty="0" err="1"/>
              <a:t>pt</a:t>
            </a:r>
            <a:r>
              <a:rPr lang="en-US" dirty="0"/>
              <a:t> </a:t>
            </a:r>
          </a:p>
          <a:p>
            <a:pPr lvl="4"/>
            <a:endParaRPr lang="en-US" dirty="0"/>
          </a:p>
        </p:txBody>
      </p:sp>
      <p:graphicFrame>
        <p:nvGraphicFramePr>
          <p:cNvPr id="29" name="Objekt 28" hidden="1">
            <a:extLst>
              <a:ext uri="{FF2B5EF4-FFF2-40B4-BE49-F238E27FC236}">
                <a16:creationId xmlns:a16="http://schemas.microsoft.com/office/drawing/2014/main" id="{35CC8C36-E5F6-4785-85F2-7B1DD179C83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3476423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53" imgH="353" progId="TCLayout.ActiveDocument.1">
                  <p:embed/>
                </p:oleObj>
              </mc:Choice>
              <mc:Fallback>
                <p:oleObj name="think-cell Folie" r:id="rId4" imgW="353" imgH="353" progId="TCLayout.ActiveDocument.1">
                  <p:embed/>
                  <p:pic>
                    <p:nvPicPr>
                      <p:cNvPr id="29" name="Objekt 28" hidden="1">
                        <a:extLst>
                          <a:ext uri="{FF2B5EF4-FFF2-40B4-BE49-F238E27FC236}">
                            <a16:creationId xmlns:a16="http://schemas.microsoft.com/office/drawing/2014/main" id="{35CC8C36-E5F6-4785-85F2-7B1DD179C83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Rechteck 27" hidden="1">
            <a:extLst>
              <a:ext uri="{FF2B5EF4-FFF2-40B4-BE49-F238E27FC236}">
                <a16:creationId xmlns:a16="http://schemas.microsoft.com/office/drawing/2014/main" id="{5364B560-8A9F-4B7A-B988-CF7BF54F7125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l"/>
            <a:endParaRPr lang="en-US" sz="1800" b="1" i="0" baseline="0" dirty="0">
              <a:latin typeface="Delivery" panose="020F0503020204020204" pitchFamily="34" charset="0"/>
              <a:ea typeface="+mj-ea"/>
              <a:cs typeface="+mj-cs"/>
              <a:sym typeface="Delivery" panose="020F0503020204020204" pitchFamily="34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DC25DC-2D9E-4ABF-8944-4D2479BF728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DHL | Layout and Image Library | September 2024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728FFF-C4F8-4DDC-9D47-88E9283C619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245BC1-4D7B-4ED3-8F01-840FA35126C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219A887B-6080-4228-99B7-DF904417247B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24001" y="1150938"/>
            <a:ext cx="4644724" cy="3530600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 sz="1200"/>
            </a:lvl6pPr>
            <a:lvl7pPr>
              <a:defRPr sz="1200"/>
            </a:lvl7pPr>
          </a:lstStyle>
          <a:p>
            <a:pPr lvl="0"/>
            <a:r>
              <a:rPr lang="en-US" dirty="0"/>
              <a:t>Body text in Delivery, 12 </a:t>
            </a:r>
            <a:r>
              <a:rPr lang="en-US" dirty="0" err="1"/>
              <a:t>pt</a:t>
            </a:r>
            <a:endParaRPr lang="en-US" dirty="0"/>
          </a:p>
          <a:p>
            <a:pPr lvl="1"/>
            <a:r>
              <a:rPr lang="en-US" dirty="0"/>
              <a:t>Bullet text, Delivery, 12 </a:t>
            </a:r>
            <a:r>
              <a:rPr lang="en-US" dirty="0" err="1"/>
              <a:t>pt</a:t>
            </a:r>
            <a:r>
              <a:rPr lang="en-US" dirty="0"/>
              <a:t> </a:t>
            </a:r>
          </a:p>
          <a:p>
            <a:pPr lvl="2"/>
            <a:r>
              <a:rPr lang="en-US" dirty="0"/>
              <a:t>Bullet text, Delivery, 12 </a:t>
            </a:r>
            <a:r>
              <a:rPr lang="en-US" dirty="0" err="1"/>
              <a:t>pt</a:t>
            </a:r>
            <a:endParaRPr lang="en-US" dirty="0"/>
          </a:p>
          <a:p>
            <a:pPr lvl="3"/>
            <a:r>
              <a:rPr lang="en-US" dirty="0"/>
              <a:t>Bullet text, Delivery, 12 </a:t>
            </a:r>
            <a:r>
              <a:rPr lang="en-US" dirty="0" err="1"/>
              <a:t>pt</a:t>
            </a:r>
            <a:r>
              <a:rPr lang="en-US" dirty="0"/>
              <a:t> </a:t>
            </a:r>
          </a:p>
          <a:p>
            <a:pPr lvl="4"/>
            <a:r>
              <a:rPr lang="en-US" dirty="0"/>
              <a:t>Action title, Delivery Regular, 15 </a:t>
            </a:r>
            <a:r>
              <a:rPr lang="en-US" dirty="0" err="1"/>
              <a:t>pt</a:t>
            </a:r>
            <a:endParaRPr lang="en-US" dirty="0"/>
          </a:p>
          <a:p>
            <a:pPr lvl="5"/>
            <a:r>
              <a:rPr lang="en-US" dirty="0"/>
              <a:t>Paragraph Headline, Delivery Bold, 12 </a:t>
            </a:r>
            <a:r>
              <a:rPr lang="en-US" dirty="0" err="1"/>
              <a:t>pt</a:t>
            </a:r>
            <a:endParaRPr lang="en-US" dirty="0"/>
          </a:p>
          <a:p>
            <a:pPr lvl="6"/>
            <a:r>
              <a:rPr lang="en-US" dirty="0"/>
              <a:t>Bullet number, Delivery, 12 </a:t>
            </a:r>
            <a:r>
              <a:rPr lang="en-US" dirty="0" err="1"/>
              <a:t>pt</a:t>
            </a:r>
            <a:r>
              <a:rPr lang="en-US" dirty="0"/>
              <a:t> 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26D4CF33-6E7C-43C9-AC12-73ECACB280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4000" y="385163"/>
            <a:ext cx="4644725" cy="493950"/>
          </a:xfrm>
        </p:spPr>
        <p:txBody>
          <a:bodyPr/>
          <a:lstStyle/>
          <a:p>
            <a:r>
              <a:rPr lang="en-US" dirty="0"/>
              <a:t>Double headline with one or two lines, Delivery Bold, 18 </a:t>
            </a:r>
            <a:r>
              <a:rPr lang="en-US" dirty="0" err="1"/>
              <a:t>pt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927013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: 1 column, 1 column half side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D416913-53A8-4554-9E84-F88C14A369B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92726" y="0"/>
            <a:ext cx="3851274" cy="5143500"/>
          </a:xfrm>
          <a:prstGeom prst="rect">
            <a:avLst/>
          </a:prstGeom>
          <a:gradFill>
            <a:gsLst>
              <a:gs pos="30000">
                <a:schemeClr val="accent3"/>
              </a:gs>
              <a:gs pos="79000">
                <a:srgbClr val="FFDE59"/>
              </a:gs>
              <a:gs pos="100000">
                <a:srgbClr val="FFF0B2"/>
              </a:gs>
            </a:gsLst>
            <a:lin ang="16200000" scaled="1"/>
          </a:gradFill>
        </p:spPr>
        <p:txBody>
          <a:bodyPr lIns="324000" tIns="1152000" rIns="324000" bIns="432000" anchor="t" anchorCtr="0"/>
          <a:lstStyle>
            <a:lvl1pPr>
              <a:defRPr/>
            </a:lvl1pPr>
            <a:lvl4pPr>
              <a:defRPr/>
            </a:lvl4pPr>
            <a:lvl6pPr>
              <a:defRPr sz="1200"/>
            </a:lvl6pPr>
            <a:lvl7pPr>
              <a:defRPr sz="1200"/>
            </a:lvl7pPr>
          </a:lstStyle>
          <a:p>
            <a:pPr lvl="0"/>
            <a:r>
              <a:rPr lang="en-US" dirty="0"/>
              <a:t>Body text in Delivery, 12 </a:t>
            </a:r>
            <a:r>
              <a:rPr lang="en-US" dirty="0" err="1"/>
              <a:t>pt</a:t>
            </a:r>
            <a:endParaRPr lang="en-US" dirty="0"/>
          </a:p>
          <a:p>
            <a:pPr lvl="1"/>
            <a:r>
              <a:rPr lang="en-US" dirty="0"/>
              <a:t>Bullet text, Delivery, 12 </a:t>
            </a:r>
            <a:r>
              <a:rPr lang="en-US" dirty="0" err="1"/>
              <a:t>pt</a:t>
            </a:r>
            <a:r>
              <a:rPr lang="en-US" dirty="0"/>
              <a:t> </a:t>
            </a:r>
          </a:p>
          <a:p>
            <a:pPr lvl="2"/>
            <a:r>
              <a:rPr lang="en-US" dirty="0"/>
              <a:t>Bullet text, Delivery, 12 </a:t>
            </a:r>
            <a:r>
              <a:rPr lang="en-US" dirty="0" err="1"/>
              <a:t>pt</a:t>
            </a:r>
            <a:endParaRPr lang="en-US" dirty="0"/>
          </a:p>
          <a:p>
            <a:pPr lvl="3"/>
            <a:r>
              <a:rPr lang="en-US" dirty="0"/>
              <a:t>Bullet text, Delivery, 12 </a:t>
            </a:r>
            <a:r>
              <a:rPr lang="en-US" dirty="0" err="1"/>
              <a:t>pt</a:t>
            </a:r>
            <a:r>
              <a:rPr lang="en-US" dirty="0"/>
              <a:t> </a:t>
            </a:r>
          </a:p>
          <a:p>
            <a:pPr lvl="4"/>
            <a:r>
              <a:rPr lang="en-US" dirty="0"/>
              <a:t>Action title, Delivery Regular, 15 </a:t>
            </a:r>
            <a:r>
              <a:rPr lang="en-US" dirty="0" err="1"/>
              <a:t>pt</a:t>
            </a:r>
            <a:endParaRPr lang="en-US" dirty="0"/>
          </a:p>
          <a:p>
            <a:pPr lvl="5"/>
            <a:r>
              <a:rPr lang="en-US" dirty="0"/>
              <a:t>Paragraph Headline, Delivery Bold, 12 </a:t>
            </a:r>
            <a:r>
              <a:rPr lang="en-US" dirty="0" err="1"/>
              <a:t>pt</a:t>
            </a:r>
            <a:endParaRPr lang="en-US" dirty="0"/>
          </a:p>
          <a:p>
            <a:pPr lvl="6"/>
            <a:r>
              <a:rPr lang="en-US" dirty="0"/>
              <a:t>Bullet number, Delivery, 12 </a:t>
            </a:r>
            <a:r>
              <a:rPr lang="en-US" dirty="0" err="1"/>
              <a:t>pt</a:t>
            </a:r>
            <a:r>
              <a:rPr lang="en-US" dirty="0"/>
              <a:t> </a:t>
            </a:r>
          </a:p>
          <a:p>
            <a:pPr lvl="4"/>
            <a:endParaRPr lang="en-US" dirty="0"/>
          </a:p>
        </p:txBody>
      </p:sp>
      <p:graphicFrame>
        <p:nvGraphicFramePr>
          <p:cNvPr id="7" name="Objekt 6" hidden="1">
            <a:extLst>
              <a:ext uri="{FF2B5EF4-FFF2-40B4-BE49-F238E27FC236}">
                <a16:creationId xmlns:a16="http://schemas.microsoft.com/office/drawing/2014/main" id="{B0B4FDD3-3FA4-45F2-86F1-10A9DA1AAD3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1155311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53" imgH="353" progId="TCLayout.ActiveDocument.1">
                  <p:embed/>
                </p:oleObj>
              </mc:Choice>
              <mc:Fallback>
                <p:oleObj name="think-cell Folie" r:id="rId4" imgW="353" imgH="353" progId="TCLayout.ActiveDocument.1">
                  <p:embed/>
                  <p:pic>
                    <p:nvPicPr>
                      <p:cNvPr id="7" name="Objekt 6" hidden="1">
                        <a:extLst>
                          <a:ext uri="{FF2B5EF4-FFF2-40B4-BE49-F238E27FC236}">
                            <a16:creationId xmlns:a16="http://schemas.microsoft.com/office/drawing/2014/main" id="{B0B4FDD3-3FA4-45F2-86F1-10A9DA1AAD3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hteck 5" hidden="1">
            <a:extLst>
              <a:ext uri="{FF2B5EF4-FFF2-40B4-BE49-F238E27FC236}">
                <a16:creationId xmlns:a16="http://schemas.microsoft.com/office/drawing/2014/main" id="{6E863B02-413C-4D73-A746-5B2F80C99C06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l"/>
            <a:endParaRPr lang="en-US" sz="1800" b="1" i="0" baseline="0" dirty="0">
              <a:latin typeface="Delivery" panose="020F0503020204020204" pitchFamily="34" charset="0"/>
              <a:ea typeface="+mj-ea"/>
              <a:cs typeface="+mj-cs"/>
              <a:sym typeface="Delivery" panose="020F0503020204020204" pitchFamily="34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DC25DC-2D9E-4ABF-8944-4D2479BF728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DHL | Layout and Image Library | September 2024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728FFF-C4F8-4DDC-9D47-88E9283C619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245BC1-4D7B-4ED3-8F01-840FA35126C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219A887B-6080-4228-99B7-DF904417247B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24001" y="1150938"/>
            <a:ext cx="4644724" cy="3530600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 sz="1200"/>
            </a:lvl6pPr>
            <a:lvl7pPr>
              <a:defRPr sz="1200"/>
            </a:lvl7pPr>
          </a:lstStyle>
          <a:p>
            <a:pPr lvl="0"/>
            <a:r>
              <a:rPr lang="en-US" dirty="0"/>
              <a:t>Body text in Delivery, 12 </a:t>
            </a:r>
            <a:r>
              <a:rPr lang="en-US" dirty="0" err="1"/>
              <a:t>pt</a:t>
            </a:r>
            <a:endParaRPr lang="en-US" dirty="0"/>
          </a:p>
          <a:p>
            <a:pPr lvl="1"/>
            <a:r>
              <a:rPr lang="en-US" dirty="0"/>
              <a:t>Bullet text, Delivery, 12 </a:t>
            </a:r>
            <a:r>
              <a:rPr lang="en-US" dirty="0" err="1"/>
              <a:t>pt</a:t>
            </a:r>
            <a:r>
              <a:rPr lang="en-US" dirty="0"/>
              <a:t> </a:t>
            </a:r>
          </a:p>
          <a:p>
            <a:pPr lvl="2"/>
            <a:r>
              <a:rPr lang="en-US" dirty="0"/>
              <a:t>Bullet text, Delivery, 12 </a:t>
            </a:r>
            <a:r>
              <a:rPr lang="en-US" dirty="0" err="1"/>
              <a:t>pt</a:t>
            </a:r>
            <a:endParaRPr lang="en-US" dirty="0"/>
          </a:p>
          <a:p>
            <a:pPr lvl="3"/>
            <a:r>
              <a:rPr lang="en-US" dirty="0"/>
              <a:t>Bullet text, Delivery, 12 </a:t>
            </a:r>
            <a:r>
              <a:rPr lang="en-US" dirty="0" err="1"/>
              <a:t>pt</a:t>
            </a:r>
            <a:r>
              <a:rPr lang="en-US" dirty="0"/>
              <a:t> </a:t>
            </a:r>
          </a:p>
          <a:p>
            <a:pPr lvl="4"/>
            <a:r>
              <a:rPr lang="en-US" dirty="0"/>
              <a:t>Action title, Delivery Regular, 15 </a:t>
            </a:r>
            <a:r>
              <a:rPr lang="en-US" dirty="0" err="1"/>
              <a:t>pt</a:t>
            </a:r>
            <a:endParaRPr lang="en-US" dirty="0"/>
          </a:p>
          <a:p>
            <a:pPr lvl="5"/>
            <a:r>
              <a:rPr lang="en-US" dirty="0"/>
              <a:t>Paragraph Headline, Delivery Bold, 12 </a:t>
            </a:r>
            <a:r>
              <a:rPr lang="en-US" dirty="0" err="1"/>
              <a:t>pt</a:t>
            </a:r>
            <a:endParaRPr lang="en-US" dirty="0"/>
          </a:p>
          <a:p>
            <a:pPr lvl="6"/>
            <a:r>
              <a:rPr lang="en-US" dirty="0"/>
              <a:t>Bullet number, Delivery, 12 </a:t>
            </a:r>
            <a:r>
              <a:rPr lang="en-US" dirty="0" err="1"/>
              <a:t>pt</a:t>
            </a:r>
            <a:r>
              <a:rPr lang="en-US" dirty="0"/>
              <a:t> </a:t>
            </a: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12D3212C-E22A-4F68-B1DC-8BD83FA5F8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4000" y="385163"/>
            <a:ext cx="4644725" cy="493950"/>
          </a:xfrm>
        </p:spPr>
        <p:txBody>
          <a:bodyPr/>
          <a:lstStyle/>
          <a:p>
            <a:r>
              <a:rPr lang="en-US" dirty="0"/>
              <a:t>Double headline with one or two lines, Delivery Bold, 18 </a:t>
            </a:r>
            <a:r>
              <a:rPr lang="en-US" dirty="0" err="1"/>
              <a:t>pt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645432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: empty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6D0AD-4E79-4BFF-B8B5-BB937AA1CC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Double headline with one or two lines, Delivery Bold, 18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B27B9E-C404-4AF3-A250-0969317557F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DHL | Layout and Image Library | September 2024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688F39-AB4C-43BD-98F0-FD644C1453D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245BC1-4D7B-4ED3-8F01-840FA35126C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90685DA-4536-4D1F-9676-24537EC6488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24001" y="1150938"/>
            <a:ext cx="4165450" cy="3530600"/>
          </a:xfrm>
          <a:prstGeom prst="rect">
            <a:avLst/>
          </a:prstGeom>
          <a:solidFill>
            <a:srgbClr val="CCCCCC"/>
          </a:solidFill>
        </p:spPr>
        <p:txBody>
          <a:bodyPr lIns="72000" tIns="72000" rIns="72000" bIns="72000"/>
          <a:lstStyle>
            <a:lvl1pPr>
              <a:defRPr/>
            </a:lvl1pPr>
          </a:lstStyle>
          <a:p>
            <a:r>
              <a:rPr lang="en-US" dirty="0"/>
              <a:t>Please click the icon to insert an image</a:t>
            </a:r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11D8F016-E9C1-4ED6-8F46-E30AD613382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54548" y="1150938"/>
            <a:ext cx="4165450" cy="3530600"/>
          </a:xfrm>
          <a:prstGeom prst="rect">
            <a:avLst/>
          </a:prstGeom>
          <a:solidFill>
            <a:srgbClr val="CCCCCC"/>
          </a:solidFill>
        </p:spPr>
        <p:txBody>
          <a:bodyPr lIns="72000" tIns="72000" rIns="72000" bIns="72000"/>
          <a:lstStyle>
            <a:lvl1pPr>
              <a:defRPr/>
            </a:lvl1pPr>
          </a:lstStyle>
          <a:p>
            <a:r>
              <a:rPr lang="en-US" dirty="0"/>
              <a:t>Please click the icon to insert an image</a:t>
            </a:r>
          </a:p>
        </p:txBody>
      </p:sp>
    </p:spTree>
    <p:extLst>
      <p:ext uri="{BB962C8B-B14F-4D97-AF65-F5344CB8AC3E}">
        <p14:creationId xmlns:p14="http://schemas.microsoft.com/office/powerpoint/2010/main" val="8704355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: light image full sc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A35D9B1-6310-46E2-8EA7-BFC29B52C65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CCCCC"/>
          </a:solidFill>
        </p:spPr>
        <p:txBody>
          <a:bodyPr lIns="72000" tIns="72000" rIns="72000" bIns="72000"/>
          <a:lstStyle>
            <a:lvl1pPr algn="r">
              <a:defRPr/>
            </a:lvl1pPr>
          </a:lstStyle>
          <a:p>
            <a:r>
              <a:rPr lang="en-US" dirty="0"/>
              <a:t>Please click the icon to insert an image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5907E47-AED8-4AB8-AA7A-2736D73CFC5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24000" y="1150938"/>
            <a:ext cx="8495999" cy="3528000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 sz="1200"/>
            </a:lvl6pPr>
            <a:lvl7pPr>
              <a:defRPr sz="1200"/>
            </a:lvl7pPr>
          </a:lstStyle>
          <a:p>
            <a:pPr lvl="0"/>
            <a:r>
              <a:rPr lang="en-US" dirty="0"/>
              <a:t>Body text in Delivery, 12 </a:t>
            </a:r>
            <a:r>
              <a:rPr lang="en-US" dirty="0" err="1"/>
              <a:t>pt</a:t>
            </a:r>
            <a:endParaRPr lang="en-US" dirty="0"/>
          </a:p>
          <a:p>
            <a:pPr lvl="1"/>
            <a:r>
              <a:rPr lang="en-US" dirty="0"/>
              <a:t>Bullet text, Delivery, 12 </a:t>
            </a:r>
            <a:r>
              <a:rPr lang="en-US" dirty="0" err="1"/>
              <a:t>pt</a:t>
            </a:r>
            <a:r>
              <a:rPr lang="en-US" dirty="0"/>
              <a:t> </a:t>
            </a:r>
          </a:p>
          <a:p>
            <a:pPr lvl="2"/>
            <a:r>
              <a:rPr lang="en-US" dirty="0"/>
              <a:t>Bullet text, Delivery, 12 </a:t>
            </a:r>
            <a:r>
              <a:rPr lang="en-US" dirty="0" err="1"/>
              <a:t>pt</a:t>
            </a:r>
            <a:endParaRPr lang="en-US" dirty="0"/>
          </a:p>
          <a:p>
            <a:pPr lvl="3"/>
            <a:r>
              <a:rPr lang="en-US" dirty="0"/>
              <a:t>Bullet text, Delivery, 12 </a:t>
            </a:r>
            <a:r>
              <a:rPr lang="en-US" dirty="0" err="1"/>
              <a:t>pt</a:t>
            </a:r>
            <a:r>
              <a:rPr lang="en-US" dirty="0"/>
              <a:t> </a:t>
            </a:r>
          </a:p>
          <a:p>
            <a:pPr lvl="4"/>
            <a:r>
              <a:rPr lang="en-US" dirty="0"/>
              <a:t>Action title, Delivery Regular, 15 </a:t>
            </a:r>
            <a:r>
              <a:rPr lang="en-US" dirty="0" err="1"/>
              <a:t>pt</a:t>
            </a:r>
            <a:endParaRPr lang="en-US" dirty="0"/>
          </a:p>
          <a:p>
            <a:pPr lvl="5"/>
            <a:r>
              <a:rPr lang="en-US" dirty="0"/>
              <a:t>Paragraph Headline, Delivery Bold, 12 </a:t>
            </a:r>
            <a:r>
              <a:rPr lang="en-US" dirty="0" err="1"/>
              <a:t>pt</a:t>
            </a:r>
            <a:endParaRPr lang="en-US" dirty="0"/>
          </a:p>
          <a:p>
            <a:pPr lvl="6"/>
            <a:r>
              <a:rPr lang="en-US" dirty="0"/>
              <a:t>Bullet number, Delivery, 12 </a:t>
            </a:r>
            <a:r>
              <a:rPr lang="en-US" dirty="0" err="1"/>
              <a:t>pt</a:t>
            </a:r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BCAE12-7456-4DFA-8832-22E05FDDD1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Double headline with one or two lines, Delivery Bold, 18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1FF1B3-6C52-429B-B6E4-B7B0F4F27A4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DHL | Layout and Image Library | September 2024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348D45-3AD0-4D87-AB1B-0B3F1D9CDBB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245BC1-4D7B-4ED3-8F01-840FA35126C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11333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: dark image full sc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C82AB236-DAFD-49F7-BBC2-7E52C86EE7C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33333"/>
          </a:solidFill>
        </p:spPr>
        <p:txBody>
          <a:bodyPr lIns="72000" tIns="72000" rIns="72000" bIns="72000"/>
          <a:lstStyle>
            <a:lvl1pPr marL="0" marR="0" indent="0" algn="r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Please click the icon to insert an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AF2E6C-875C-432B-B47A-A9E589B7C4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Double headline with one or two lines, Delivery Bold, 18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CD9EC0-783C-4E03-8B54-EB815AE37DC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DHL | Layout and Image Library | September 2024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164768-AEA5-4631-BC4A-8DB3B9447D6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2245BC1-4D7B-4ED3-8F01-840FA35126C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66D239E5-258B-41CA-ABAF-4A71EA5D0B1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24000" y="1150938"/>
            <a:ext cx="8495999" cy="352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 marL="0" marR="0" indent="0" algn="l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6pPr>
            <a:lvl7pPr>
              <a:buClr>
                <a:schemeClr val="bg1"/>
              </a:buClr>
              <a:defRPr sz="1200">
                <a:solidFill>
                  <a:schemeClr val="bg1"/>
                </a:solidFill>
              </a:defRPr>
            </a:lvl7pPr>
          </a:lstStyle>
          <a:p>
            <a:pPr lvl="0"/>
            <a:r>
              <a:rPr lang="en-US" dirty="0"/>
              <a:t>Body text in Delivery, 12 </a:t>
            </a:r>
            <a:r>
              <a:rPr lang="en-US" dirty="0" err="1"/>
              <a:t>pt</a:t>
            </a:r>
            <a:endParaRPr lang="en-US" dirty="0"/>
          </a:p>
          <a:p>
            <a:pPr lvl="1"/>
            <a:r>
              <a:rPr lang="en-US" dirty="0"/>
              <a:t>Bullet text, Delivery, 12 </a:t>
            </a:r>
            <a:r>
              <a:rPr lang="en-US" dirty="0" err="1"/>
              <a:t>pt</a:t>
            </a:r>
            <a:r>
              <a:rPr lang="en-US" dirty="0"/>
              <a:t> </a:t>
            </a:r>
          </a:p>
          <a:p>
            <a:pPr lvl="2"/>
            <a:r>
              <a:rPr lang="en-US" dirty="0"/>
              <a:t>Bullet text, Delivery, 12 </a:t>
            </a:r>
            <a:r>
              <a:rPr lang="en-US" dirty="0" err="1"/>
              <a:t>pt</a:t>
            </a:r>
            <a:endParaRPr lang="en-US" dirty="0"/>
          </a:p>
          <a:p>
            <a:pPr lvl="3"/>
            <a:r>
              <a:rPr lang="en-US" dirty="0"/>
              <a:t>Bullet text, Delivery, 12 </a:t>
            </a:r>
            <a:r>
              <a:rPr lang="en-US" dirty="0" err="1"/>
              <a:t>pt</a:t>
            </a:r>
            <a:r>
              <a:rPr lang="en-US" dirty="0"/>
              <a:t> </a:t>
            </a:r>
          </a:p>
          <a:p>
            <a:pPr lvl="4"/>
            <a:r>
              <a:rPr lang="en-US" dirty="0"/>
              <a:t>Action title, Delivery Regular, 15 </a:t>
            </a:r>
            <a:r>
              <a:rPr lang="en-US" dirty="0" err="1"/>
              <a:t>pt</a:t>
            </a:r>
            <a:endParaRPr lang="en-US" dirty="0"/>
          </a:p>
          <a:p>
            <a:pPr lvl="5"/>
            <a:r>
              <a:rPr lang="en-US" dirty="0"/>
              <a:t>Paragraph Headline, Delivery Bold, 12 </a:t>
            </a:r>
            <a:r>
              <a:rPr lang="en-US" dirty="0" err="1"/>
              <a:t>pt</a:t>
            </a:r>
            <a:endParaRPr lang="en-US" dirty="0"/>
          </a:p>
          <a:p>
            <a:pPr lvl="6"/>
            <a:r>
              <a:rPr lang="en-US" dirty="0"/>
              <a:t>Bullet number, Delivery, 12 </a:t>
            </a:r>
            <a:r>
              <a:rPr lang="en-US" dirty="0" err="1"/>
              <a:t>pt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2010233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: full screen video with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dia Placeholder 5">
            <a:extLst>
              <a:ext uri="{FF2B5EF4-FFF2-40B4-BE49-F238E27FC236}">
                <a16:creationId xmlns:a16="http://schemas.microsoft.com/office/drawing/2014/main" id="{DB4843D2-D66C-4483-9BEF-0EA790E357B6}"/>
              </a:ext>
            </a:extLst>
          </p:cNvPr>
          <p:cNvSpPr>
            <a:spLocks noGrp="1"/>
          </p:cNvSpPr>
          <p:nvPr>
            <p:ph type="media" sz="quarter" idx="12" hasCustomPrompt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CCCCC"/>
          </a:solidFill>
        </p:spPr>
        <p:txBody>
          <a:bodyPr lIns="72000" tIns="72000" rIns="72000" bIns="72000"/>
          <a:lstStyle>
            <a:lvl1pPr algn="r">
              <a:defRPr/>
            </a:lvl1pPr>
          </a:lstStyle>
          <a:p>
            <a:r>
              <a:rPr lang="en-US" dirty="0"/>
              <a:t>Please click the icon to insert a video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0885550-4E65-4CBF-8046-671CF042C5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Double headline with one or two lines, Delivery Bold, 18 </a:t>
            </a:r>
            <a:r>
              <a:rPr lang="en-US" dirty="0" err="1"/>
              <a:t>pt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3867406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: full page gradient">
    <p:bg>
      <p:bgPr>
        <a:gradFill>
          <a:gsLst>
            <a:gs pos="30000">
              <a:schemeClr val="accent3"/>
            </a:gs>
            <a:gs pos="79000">
              <a:srgbClr val="FFDE59"/>
            </a:gs>
            <a:gs pos="100000">
              <a:srgbClr val="FFF0B2"/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9381F4-F305-4DA8-90F9-2961F8C2455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DHL | Layout and Image Library | September 2024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A6B0F1-5579-4CB2-B05C-7E560EFBC16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245BC1-4D7B-4ED3-8F01-840FA35126C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5ABAA4C-A627-4F72-ADBD-217F33287BF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74117" y="1963196"/>
            <a:ext cx="5233987" cy="897618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ts val="3000"/>
              </a:lnSpc>
              <a:spcAft>
                <a:spcPts val="0"/>
              </a:spcAft>
              <a:defRPr sz="2500" i="1">
                <a:solidFill>
                  <a:schemeClr val="accent4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“This space is reserved for quotes.</a:t>
            </a:r>
            <a:br>
              <a:rPr lang="en-US" dirty="0"/>
            </a:br>
            <a:r>
              <a:rPr lang="en-US" dirty="0"/>
              <a:t>Delivery Italic, 25 pt.”</a:t>
            </a:r>
          </a:p>
        </p:txBody>
      </p:sp>
    </p:spTree>
    <p:extLst>
      <p:ext uri="{BB962C8B-B14F-4D97-AF65-F5344CB8AC3E}">
        <p14:creationId xmlns:p14="http://schemas.microsoft.com/office/powerpoint/2010/main" val="21059331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nal: full page gradient">
    <p:bg>
      <p:bgPr>
        <a:gradFill>
          <a:gsLst>
            <a:gs pos="30000">
              <a:schemeClr val="accent3"/>
            </a:gs>
            <a:gs pos="79000">
              <a:srgbClr val="FFDE59"/>
            </a:gs>
            <a:gs pos="100000">
              <a:srgbClr val="FFF0B2"/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9381F4-F305-4DA8-90F9-2961F8C2455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DHL | Layout and Image Library | September 2024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A6B0F1-5579-4CB2-B05C-7E560EFBC16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245BC1-4D7B-4ED3-8F01-840FA35126C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0DCF4F-94A3-4ECD-931B-78A92C777558}"/>
              </a:ext>
            </a:extLst>
          </p:cNvPr>
          <p:cNvSpPr txBox="1"/>
          <p:nvPr/>
        </p:nvSpPr>
        <p:spPr>
          <a:xfrm>
            <a:off x="319293" y="1485178"/>
            <a:ext cx="3134163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3600" b="0" cap="all" baseline="0" noProof="0" dirty="0">
                <a:solidFill>
                  <a:schemeClr val="accent4"/>
                </a:solidFill>
                <a:latin typeface="Delivery Cd Black" panose="020F0906020204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481031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oleObject" Target="../embeddings/oleObject1.bin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ags" Target="../tags/tag2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BA281AF1-1D3C-4ED0-9C5A-45D8240D3A18}"/>
              </a:ext>
            </a:extLst>
          </p:cNvPr>
          <p:cNvGraphicFramePr>
            <a:graphicFrameLocks noChangeAspect="1"/>
          </p:cNvGraphicFramePr>
          <p:nvPr>
            <p:custDataLst>
              <p:tags r:id="rId23"/>
            </p:custDataLst>
            <p:extLst>
              <p:ext uri="{D42A27DB-BD31-4B8C-83A1-F6EECF244321}">
                <p14:modId xmlns:p14="http://schemas.microsoft.com/office/powerpoint/2010/main" val="40537592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24" imgW="359" imgH="360" progId="TCLayout.ActiveDocument.1">
                  <p:embed/>
                </p:oleObj>
              </mc:Choice>
              <mc:Fallback>
                <p:oleObj name="think-cell Folie" r:id="rId24" imgW="359" imgH="360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BA281AF1-1D3C-4ED0-9C5A-45D8240D3A1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A856C2E-8F2D-41A0-AE6C-F0526A45A6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3999" y="4803982"/>
            <a:ext cx="8117532" cy="138499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>DHL | Layout and Image Library | September 2024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C9B7831-1594-4A3A-AB85-33FDCF3EA9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41531" y="4803982"/>
            <a:ext cx="378469" cy="1384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2245BC1-4D7B-4ED3-8F01-840FA35126C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Placeholder 6">
            <a:extLst>
              <a:ext uri="{FF2B5EF4-FFF2-40B4-BE49-F238E27FC236}">
                <a16:creationId xmlns:a16="http://schemas.microsoft.com/office/drawing/2014/main" id="{82927099-8B95-48F9-92CE-1BDC9AB08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385163"/>
            <a:ext cx="8495999" cy="49395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en-US" dirty="0"/>
              <a:t>Double headline with one or two lines, Delivery Bold, 18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2" name="Textplatzhalter 1">
            <a:extLst>
              <a:ext uri="{FF2B5EF4-FFF2-40B4-BE49-F238E27FC236}">
                <a16:creationId xmlns:a16="http://schemas.microsoft.com/office/drawing/2014/main" id="{7C690811-42D0-4C98-AC63-A167FF7194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3999" y="1150938"/>
            <a:ext cx="8495999" cy="35306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Body </a:t>
            </a:r>
            <a:r>
              <a:rPr lang="de-DE" dirty="0" err="1"/>
              <a:t>text</a:t>
            </a:r>
            <a:r>
              <a:rPr lang="de-DE" dirty="0"/>
              <a:t> in </a:t>
            </a:r>
            <a:r>
              <a:rPr lang="de-DE" dirty="0" err="1"/>
              <a:t>Delivery</a:t>
            </a:r>
            <a:r>
              <a:rPr lang="de-DE" dirty="0"/>
              <a:t>, 12 </a:t>
            </a:r>
            <a:r>
              <a:rPr lang="de-DE" dirty="0" err="1"/>
              <a:t>pt</a:t>
            </a:r>
            <a:endParaRPr lang="de-DE" dirty="0"/>
          </a:p>
          <a:p>
            <a:pPr lvl="1"/>
            <a:r>
              <a:rPr lang="de-DE" dirty="0"/>
              <a:t>Bullet </a:t>
            </a:r>
            <a:r>
              <a:rPr lang="de-DE" dirty="0" err="1"/>
              <a:t>text</a:t>
            </a:r>
            <a:r>
              <a:rPr lang="de-DE" dirty="0"/>
              <a:t>, </a:t>
            </a:r>
            <a:r>
              <a:rPr lang="de-DE" dirty="0" err="1"/>
              <a:t>Delivery</a:t>
            </a:r>
            <a:r>
              <a:rPr lang="de-DE" dirty="0"/>
              <a:t>, 12 </a:t>
            </a:r>
            <a:r>
              <a:rPr lang="de-DE" dirty="0" err="1"/>
              <a:t>pt</a:t>
            </a:r>
            <a:endParaRPr lang="de-DE" dirty="0"/>
          </a:p>
          <a:p>
            <a:pPr lvl="2"/>
            <a:r>
              <a:rPr lang="de-DE" dirty="0"/>
              <a:t>Bullet </a:t>
            </a:r>
            <a:r>
              <a:rPr lang="de-DE" dirty="0" err="1"/>
              <a:t>text</a:t>
            </a:r>
            <a:r>
              <a:rPr lang="de-DE" dirty="0"/>
              <a:t>, </a:t>
            </a:r>
            <a:r>
              <a:rPr lang="de-DE" dirty="0" err="1"/>
              <a:t>Delivery</a:t>
            </a:r>
            <a:r>
              <a:rPr lang="de-DE" dirty="0"/>
              <a:t>, 12 </a:t>
            </a:r>
            <a:r>
              <a:rPr lang="de-DE" dirty="0" err="1"/>
              <a:t>pt</a:t>
            </a:r>
            <a:endParaRPr lang="de-DE" dirty="0"/>
          </a:p>
          <a:p>
            <a:pPr lvl="3"/>
            <a:r>
              <a:rPr lang="de-DE" dirty="0"/>
              <a:t>Bullet </a:t>
            </a:r>
            <a:r>
              <a:rPr lang="de-DE" dirty="0" err="1"/>
              <a:t>text</a:t>
            </a:r>
            <a:r>
              <a:rPr lang="de-DE" dirty="0"/>
              <a:t>, </a:t>
            </a:r>
            <a:r>
              <a:rPr lang="de-DE" dirty="0" err="1"/>
              <a:t>Delivery</a:t>
            </a:r>
            <a:r>
              <a:rPr lang="de-DE" dirty="0"/>
              <a:t>, 12 </a:t>
            </a:r>
            <a:r>
              <a:rPr lang="de-DE" dirty="0" err="1"/>
              <a:t>pt</a:t>
            </a:r>
            <a:endParaRPr lang="de-DE" dirty="0"/>
          </a:p>
          <a:p>
            <a:pPr lvl="4"/>
            <a:r>
              <a:rPr lang="de-DE" dirty="0"/>
              <a:t>Action </a:t>
            </a:r>
            <a:r>
              <a:rPr lang="de-DE" dirty="0" err="1"/>
              <a:t>titel</a:t>
            </a:r>
            <a:r>
              <a:rPr lang="de-DE" dirty="0"/>
              <a:t>, </a:t>
            </a:r>
            <a:r>
              <a:rPr lang="de-DE" dirty="0" err="1"/>
              <a:t>Delivery</a:t>
            </a:r>
            <a:r>
              <a:rPr lang="de-DE" dirty="0"/>
              <a:t> Regular, 15 </a:t>
            </a:r>
            <a:r>
              <a:rPr lang="de-DE" dirty="0" err="1"/>
              <a:t>pt</a:t>
            </a:r>
            <a:endParaRPr lang="de-DE" dirty="0"/>
          </a:p>
          <a:p>
            <a:pPr lvl="5"/>
            <a:r>
              <a:rPr lang="de-DE" dirty="0"/>
              <a:t>Paragraph Headline, </a:t>
            </a:r>
            <a:r>
              <a:rPr lang="de-DE" dirty="0" err="1"/>
              <a:t>DeliveryBold</a:t>
            </a:r>
            <a:r>
              <a:rPr lang="de-DE" dirty="0"/>
              <a:t>, 12 </a:t>
            </a:r>
            <a:r>
              <a:rPr lang="de-DE" dirty="0" err="1"/>
              <a:t>pt</a:t>
            </a:r>
            <a:endParaRPr lang="de-DE" dirty="0"/>
          </a:p>
          <a:p>
            <a:pPr lvl="6"/>
            <a:r>
              <a:rPr lang="de-DE" dirty="0"/>
              <a:t>Bullet </a:t>
            </a:r>
            <a:r>
              <a:rPr lang="de-DE" dirty="0" err="1"/>
              <a:t>number</a:t>
            </a:r>
            <a:r>
              <a:rPr lang="de-DE" dirty="0"/>
              <a:t>, </a:t>
            </a:r>
            <a:r>
              <a:rPr lang="de-DE" dirty="0" err="1"/>
              <a:t>Delivery</a:t>
            </a:r>
            <a:r>
              <a:rPr lang="de-DE" dirty="0"/>
              <a:t>, 12 </a:t>
            </a:r>
            <a:r>
              <a:rPr lang="de-DE" dirty="0" err="1"/>
              <a:t>pt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8446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69" r:id="rId5"/>
    <p:sldLayoutId id="2147483653" r:id="rId6"/>
    <p:sldLayoutId id="2147483654" r:id="rId7"/>
    <p:sldLayoutId id="2147483666" r:id="rId8"/>
    <p:sldLayoutId id="2147483655" r:id="rId9"/>
    <p:sldLayoutId id="2147483656" r:id="rId10"/>
    <p:sldLayoutId id="2147483657" r:id="rId11"/>
    <p:sldLayoutId id="2147483658" r:id="rId12"/>
    <p:sldLayoutId id="2147483670" r:id="rId13"/>
    <p:sldLayoutId id="2147483671" r:id="rId14"/>
    <p:sldLayoutId id="2147483672" r:id="rId15"/>
    <p:sldLayoutId id="2147483661" r:id="rId16"/>
    <p:sldLayoutId id="2147483662" r:id="rId17"/>
    <p:sldLayoutId id="2147483663" r:id="rId18"/>
    <p:sldLayoutId id="2147483668" r:id="rId19"/>
    <p:sldLayoutId id="2147483664" r:id="rId20"/>
    <p:sldLayoutId id="2147483665" r:id="rId21"/>
  </p:sldLayoutIdLst>
  <p:hf hdr="0" dt="0"/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1800" b="1" kern="1200">
          <a:solidFill>
            <a:schemeClr val="accent4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ct val="110000"/>
        </a:lnSpc>
        <a:spcBef>
          <a:spcPts val="0"/>
        </a:spcBef>
        <a:spcAft>
          <a:spcPts val="5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180000" indent="-180000" algn="l" defTabSz="685800" rtl="0" eaLnBrk="1" latinLnBrk="0" hangingPunct="1">
        <a:lnSpc>
          <a:spcPct val="110000"/>
        </a:lnSpc>
        <a:spcBef>
          <a:spcPts val="0"/>
        </a:spcBef>
        <a:spcAft>
          <a:spcPts val="500"/>
        </a:spcAft>
        <a:buClr>
          <a:schemeClr val="accent4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000" algn="l" defTabSz="685800" rtl="0" eaLnBrk="1" latinLnBrk="0" hangingPunct="1">
        <a:lnSpc>
          <a:spcPct val="110000"/>
        </a:lnSpc>
        <a:spcBef>
          <a:spcPts val="0"/>
        </a:spcBef>
        <a:spcAft>
          <a:spcPts val="5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000" algn="l" defTabSz="685800" rtl="0" eaLnBrk="1" latinLnBrk="0" hangingPunct="1">
        <a:lnSpc>
          <a:spcPct val="110000"/>
        </a:lnSpc>
        <a:spcBef>
          <a:spcPts val="0"/>
        </a:spcBef>
        <a:spcAft>
          <a:spcPts val="5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685800" rtl="0" eaLnBrk="1" latinLnBrk="0" hangingPunct="1">
        <a:lnSpc>
          <a:spcPct val="110000"/>
        </a:lnSpc>
        <a:spcBef>
          <a:spcPts val="0"/>
        </a:spcBef>
        <a:spcAft>
          <a:spcPts val="500"/>
        </a:spcAft>
        <a:buFont typeface="Arial" panose="020B0604020202020204" pitchFamily="34" charset="0"/>
        <a:buNone/>
        <a:defRPr sz="15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6858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+mj-lt"/>
        <a:buNone/>
        <a:defRPr sz="1200" b="1" kern="1200">
          <a:solidFill>
            <a:schemeClr val="tx1"/>
          </a:solidFill>
          <a:latin typeface="+mn-lt"/>
          <a:ea typeface="+mn-ea"/>
          <a:cs typeface="+mn-cs"/>
        </a:defRPr>
      </a:lvl6pPr>
      <a:lvl7pPr marL="180000" indent="-180000" algn="l" defTabSz="685800" rtl="0" eaLnBrk="1" latinLnBrk="0" hangingPunct="1">
        <a:lnSpc>
          <a:spcPct val="110000"/>
        </a:lnSpc>
        <a:spcBef>
          <a:spcPts val="0"/>
        </a:spcBef>
        <a:spcAft>
          <a:spcPts val="500"/>
        </a:spcAft>
        <a:buClr>
          <a:schemeClr val="accent4"/>
        </a:buClr>
        <a:buFont typeface="+mj-lt"/>
        <a:buAutoNum type="arabicPeriod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indent="0" algn="l" defTabSz="685800" rtl="0" eaLnBrk="1" latinLnBrk="0" hangingPunct="1">
        <a:lnSpc>
          <a:spcPct val="110000"/>
        </a:lnSpc>
        <a:spcBef>
          <a:spcPts val="0"/>
        </a:spcBef>
        <a:spcAft>
          <a:spcPts val="5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180000" indent="-180000" algn="l" defTabSz="685800" rtl="0" eaLnBrk="1" latinLnBrk="0" hangingPunct="1">
        <a:lnSpc>
          <a:spcPct val="110000"/>
        </a:lnSpc>
        <a:spcBef>
          <a:spcPts val="0"/>
        </a:spcBef>
        <a:spcAft>
          <a:spcPts val="500"/>
        </a:spcAft>
        <a:buClr>
          <a:schemeClr val="accent4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000" algn="l" defTabSz="685800" rtl="0" eaLnBrk="1" latinLnBrk="0" hangingPunct="1">
        <a:lnSpc>
          <a:spcPct val="110000"/>
        </a:lnSpc>
        <a:spcBef>
          <a:spcPts val="0"/>
        </a:spcBef>
        <a:spcAft>
          <a:spcPts val="5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000" algn="l" defTabSz="685800" rtl="0" eaLnBrk="1" latinLnBrk="0" hangingPunct="1">
        <a:lnSpc>
          <a:spcPct val="110000"/>
        </a:lnSpc>
        <a:spcBef>
          <a:spcPts val="0"/>
        </a:spcBef>
        <a:spcAft>
          <a:spcPts val="5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685800" rtl="0" eaLnBrk="1" latinLnBrk="0" hangingPunct="1">
        <a:lnSpc>
          <a:spcPct val="110000"/>
        </a:lnSpc>
        <a:spcBef>
          <a:spcPts val="0"/>
        </a:spcBef>
        <a:spcAft>
          <a:spcPts val="500"/>
        </a:spcAft>
        <a:buFont typeface="Arial" panose="020B0604020202020204" pitchFamily="34" charset="0"/>
        <a:buNone/>
        <a:defRPr sz="15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6858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+mj-lt"/>
        <a:buNone/>
        <a:defRPr sz="1200" b="1" kern="1200">
          <a:solidFill>
            <a:schemeClr val="tx1"/>
          </a:solidFill>
          <a:latin typeface="+mn-lt"/>
          <a:ea typeface="+mn-ea"/>
          <a:cs typeface="+mn-cs"/>
        </a:defRPr>
      </a:lvl6pPr>
      <a:lvl7pPr marL="180000" indent="-180000" algn="l" defTabSz="685800" rtl="0" eaLnBrk="1" latinLnBrk="0" hangingPunct="1">
        <a:lnSpc>
          <a:spcPct val="110000"/>
        </a:lnSpc>
        <a:spcBef>
          <a:spcPts val="0"/>
        </a:spcBef>
        <a:spcAft>
          <a:spcPts val="500"/>
        </a:spcAft>
        <a:buClr>
          <a:schemeClr val="accent4"/>
        </a:buClr>
        <a:buFont typeface="+mj-lt"/>
        <a:buAutoNum type="arabicPeriod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204" userDrawn="1">
          <p15:clr>
            <a:srgbClr val="F26B43"/>
          </p15:clr>
        </p15:guide>
        <p15:guide id="3" pos="5556" userDrawn="1">
          <p15:clr>
            <a:srgbClr val="F26B43"/>
          </p15:clr>
        </p15:guide>
        <p15:guide id="6" orient="horz" pos="725" userDrawn="1">
          <p15:clr>
            <a:srgbClr val="F26B43"/>
          </p15:clr>
        </p15:guide>
        <p15:guide id="17" orient="horz" pos="2949" userDrawn="1">
          <p15:clr>
            <a:srgbClr val="F26B43"/>
          </p15:clr>
        </p15:guide>
        <p15:guide id="18" orient="horz" pos="2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8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7" Type="http://schemas.openxmlformats.org/officeDocument/2006/relationships/image" Target="../media/image25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4.png"/><Relationship Id="rId5" Type="http://schemas.openxmlformats.org/officeDocument/2006/relationships/image" Target="../media/image23.sv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13" Type="http://schemas.openxmlformats.org/officeDocument/2006/relationships/image" Target="../media/image37.png"/><Relationship Id="rId18" Type="http://schemas.openxmlformats.org/officeDocument/2006/relationships/image" Target="../media/image42.svg"/><Relationship Id="rId26" Type="http://schemas.openxmlformats.org/officeDocument/2006/relationships/image" Target="../media/image50.svg"/><Relationship Id="rId3" Type="http://schemas.openxmlformats.org/officeDocument/2006/relationships/image" Target="../media/image27.png"/><Relationship Id="rId21" Type="http://schemas.openxmlformats.org/officeDocument/2006/relationships/image" Target="../media/image45.png"/><Relationship Id="rId7" Type="http://schemas.openxmlformats.org/officeDocument/2006/relationships/image" Target="../media/image31.png"/><Relationship Id="rId12" Type="http://schemas.openxmlformats.org/officeDocument/2006/relationships/image" Target="../media/image36.svg"/><Relationship Id="rId17" Type="http://schemas.openxmlformats.org/officeDocument/2006/relationships/image" Target="../media/image41.png"/><Relationship Id="rId25" Type="http://schemas.openxmlformats.org/officeDocument/2006/relationships/image" Target="../media/image49.png"/><Relationship Id="rId2" Type="http://schemas.openxmlformats.org/officeDocument/2006/relationships/image" Target="../media/image26.emf"/><Relationship Id="rId16" Type="http://schemas.openxmlformats.org/officeDocument/2006/relationships/image" Target="../media/image40.svg"/><Relationship Id="rId20" Type="http://schemas.openxmlformats.org/officeDocument/2006/relationships/image" Target="../media/image44.svg"/><Relationship Id="rId29" Type="http://schemas.openxmlformats.org/officeDocument/2006/relationships/image" Target="../media/image53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30.svg"/><Relationship Id="rId11" Type="http://schemas.openxmlformats.org/officeDocument/2006/relationships/image" Target="../media/image35.png"/><Relationship Id="rId24" Type="http://schemas.openxmlformats.org/officeDocument/2006/relationships/image" Target="../media/image48.svg"/><Relationship Id="rId5" Type="http://schemas.openxmlformats.org/officeDocument/2006/relationships/image" Target="../media/image29.png"/><Relationship Id="rId15" Type="http://schemas.openxmlformats.org/officeDocument/2006/relationships/image" Target="../media/image39.png"/><Relationship Id="rId23" Type="http://schemas.openxmlformats.org/officeDocument/2006/relationships/image" Target="../media/image47.png"/><Relationship Id="rId28" Type="http://schemas.openxmlformats.org/officeDocument/2006/relationships/image" Target="../media/image52.svg"/><Relationship Id="rId10" Type="http://schemas.openxmlformats.org/officeDocument/2006/relationships/image" Target="../media/image34.svg"/><Relationship Id="rId19" Type="http://schemas.openxmlformats.org/officeDocument/2006/relationships/image" Target="../media/image43.png"/><Relationship Id="rId4" Type="http://schemas.openxmlformats.org/officeDocument/2006/relationships/image" Target="../media/image28.svg"/><Relationship Id="rId9" Type="http://schemas.openxmlformats.org/officeDocument/2006/relationships/image" Target="../media/image33.png"/><Relationship Id="rId14" Type="http://schemas.openxmlformats.org/officeDocument/2006/relationships/image" Target="../media/image38.svg"/><Relationship Id="rId22" Type="http://schemas.openxmlformats.org/officeDocument/2006/relationships/image" Target="../media/image46.svg"/><Relationship Id="rId27" Type="http://schemas.openxmlformats.org/officeDocument/2006/relationships/image" Target="../media/image51.png"/><Relationship Id="rId30" Type="http://schemas.openxmlformats.org/officeDocument/2006/relationships/image" Target="../media/image54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svg"/><Relationship Id="rId3" Type="http://schemas.openxmlformats.org/officeDocument/2006/relationships/image" Target="../media/image55.jpeg"/><Relationship Id="rId7" Type="http://schemas.openxmlformats.org/officeDocument/2006/relationships/image" Target="../media/image58.png"/><Relationship Id="rId12" Type="http://schemas.openxmlformats.org/officeDocument/2006/relationships/image" Target="../media/image23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57.svg"/><Relationship Id="rId11" Type="http://schemas.openxmlformats.org/officeDocument/2006/relationships/image" Target="../media/image22.png"/><Relationship Id="rId5" Type="http://schemas.openxmlformats.org/officeDocument/2006/relationships/image" Target="../media/image56.png"/><Relationship Id="rId10" Type="http://schemas.openxmlformats.org/officeDocument/2006/relationships/image" Target="../media/image21.svg"/><Relationship Id="rId4" Type="http://schemas.openxmlformats.org/officeDocument/2006/relationships/hyperlink" Target="mailto:serviceinquire.br@dhl.com" TargetMode="External"/><Relationship Id="rId9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BBCEAB47-83A3-5C00-1F59-70FD9192E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CARGAS PERIGOSAS</a:t>
            </a:r>
            <a:endParaRPr lang="de-DE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4DA7018-F759-98AE-A1BF-C11E0D28F6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4000" y="2171640"/>
            <a:ext cx="4644724" cy="400110"/>
          </a:xfrm>
        </p:spPr>
        <p:txBody>
          <a:bodyPr/>
          <a:lstStyle/>
          <a:p>
            <a:r>
              <a:rPr lang="de-DE" b="1" dirty="0">
                <a:solidFill>
                  <a:schemeClr val="accent4"/>
                </a:solidFill>
              </a:rPr>
              <a:t>DHL EXPRESS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E0CD9F81-25A7-7F8D-27F3-A69B78F96F9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033541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Placeholder 8" descr="A picture containing rain, food&#10;&#10;Description automatically generated">
            <a:extLst>
              <a:ext uri="{FF2B5EF4-FFF2-40B4-BE49-F238E27FC236}">
                <a16:creationId xmlns:a16="http://schemas.microsoft.com/office/drawing/2014/main" id="{92EE1136-A2AE-8F4D-A55C-C41AC933B4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221" b="1022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8DE12CE2-2CF1-4B4E-B849-D14D001FF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Agenda</a:t>
            </a: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020C1D60-D19F-4C0F-90A2-7AD77524CB8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DHL | Cargas </a:t>
            </a:r>
            <a:r>
              <a:rPr lang="en-US" dirty="0" err="1"/>
              <a:t>Perigosas</a:t>
            </a:r>
            <a:r>
              <a:rPr lang="en-US" dirty="0"/>
              <a:t>| </a:t>
            </a:r>
            <a:r>
              <a:rPr lang="de-DE" dirty="0"/>
              <a:t>Agosto</a:t>
            </a:r>
            <a:r>
              <a:rPr lang="en-US" dirty="0"/>
              <a:t> 2025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A08D65-205D-482A-8F0B-8089E0B79B8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245BC1-4D7B-4ED3-8F01-840FA35126C6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B7418DF1-EE80-A149-8A6C-875DBAA03229}"/>
              </a:ext>
            </a:extLst>
          </p:cNvPr>
          <p:cNvSpPr txBox="1">
            <a:spLocks/>
          </p:cNvSpPr>
          <p:nvPr/>
        </p:nvSpPr>
        <p:spPr>
          <a:xfrm>
            <a:off x="324000" y="1150938"/>
            <a:ext cx="5927321" cy="3528000"/>
          </a:xfrm>
          <a:prstGeom prst="rect">
            <a:avLst/>
          </a:prstGeom>
          <a:solidFill>
            <a:schemeClr val="bg1"/>
          </a:solidFill>
        </p:spPr>
        <p:txBody>
          <a:bodyPr lIns="144000" tIns="144000" rIns="144000" bIns="144000"/>
          <a:lstStyle>
            <a:lvl1pPr marL="0" indent="0" algn="l" defTabSz="6858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6858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6858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6858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6858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3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0000" indent="-180000" algn="l" defTabSz="6858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Clr>
                <a:schemeClr val="accent4"/>
              </a:buClr>
              <a:buFont typeface="+mj-lt"/>
              <a:buAutoNum type="arabicPeriod"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4"/>
            <a:endParaRPr lang="en-US" dirty="0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8BF02DD2-AF8B-FB45-88AB-8643DA4BBA23}"/>
              </a:ext>
            </a:extLst>
          </p:cNvPr>
          <p:cNvSpPr txBox="1">
            <a:spLocks/>
          </p:cNvSpPr>
          <p:nvPr/>
        </p:nvSpPr>
        <p:spPr>
          <a:xfrm>
            <a:off x="497040" y="1294928"/>
            <a:ext cx="5754280" cy="3209636"/>
          </a:xfrm>
          <a:prstGeom prst="rect">
            <a:avLst/>
          </a:prstGeom>
        </p:spPr>
        <p:txBody>
          <a:bodyPr/>
          <a:lstStyle>
            <a:lvl1pPr marL="0" indent="0" algn="l" defTabSz="6858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6858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6858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6858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6858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3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0000" indent="-180000" algn="l" defTabSz="6858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Clr>
                <a:schemeClr val="accent4"/>
              </a:buClr>
              <a:buFont typeface="+mj-lt"/>
              <a:buAutoNum type="arabicPeriod"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2000" lvl="0" indent="-252000">
              <a:spcBef>
                <a:spcPts val="1400"/>
              </a:spcBef>
              <a:spcAft>
                <a:spcPts val="0"/>
              </a:spcAft>
              <a:buFont typeface="Arial" panose="020B0604020202020204" pitchFamily="34" charset="0"/>
              <a:buAutoNum type="arabicPlain"/>
            </a:pPr>
            <a:r>
              <a:rPr lang="en-GB" b="1" dirty="0" err="1">
                <a:solidFill>
                  <a:prstClr val="black"/>
                </a:solidFill>
              </a:rPr>
              <a:t>Portfólio</a:t>
            </a:r>
            <a:endParaRPr lang="en-GB" b="1" dirty="0">
              <a:solidFill>
                <a:prstClr val="black"/>
              </a:solidFill>
            </a:endParaRPr>
          </a:p>
          <a:p>
            <a:pPr marL="252000" lvl="1" indent="0">
              <a:lnSpc>
                <a:spcPct val="100000"/>
              </a:lnSpc>
              <a:spcAft>
                <a:spcPts val="0"/>
              </a:spcAft>
              <a:buClr>
                <a:srgbClr val="D40511"/>
              </a:buClr>
              <a:buNone/>
            </a:pPr>
            <a:r>
              <a:rPr lang="pt-BR" dirty="0"/>
              <a:t>Conheça nossos principais serviços e soluções em Carga Perigosa</a:t>
            </a:r>
            <a:endParaRPr lang="fr-FR" dirty="0">
              <a:solidFill>
                <a:prstClr val="black"/>
              </a:solidFill>
            </a:endParaRPr>
          </a:p>
          <a:p>
            <a:pPr marL="252000" lvl="0" indent="-252000">
              <a:spcBef>
                <a:spcPts val="1400"/>
              </a:spcBef>
              <a:spcAft>
                <a:spcPts val="0"/>
              </a:spcAft>
              <a:buFont typeface="Arial" panose="020B0604020202020204" pitchFamily="34" charset="0"/>
              <a:buAutoNum type="arabicPlain"/>
            </a:pPr>
            <a:r>
              <a:rPr lang="pt-BR" b="1" dirty="0"/>
              <a:t>Produtos Proibidos</a:t>
            </a:r>
            <a:endParaRPr lang="en-GB" b="1" dirty="0">
              <a:solidFill>
                <a:prstClr val="black"/>
              </a:solidFill>
            </a:endParaRPr>
          </a:p>
          <a:p>
            <a:pPr marL="252000" lvl="1" indent="0">
              <a:lnSpc>
                <a:spcPct val="100000"/>
              </a:lnSpc>
              <a:spcAft>
                <a:spcPts val="0"/>
              </a:spcAft>
              <a:buClr>
                <a:srgbClr val="D40511"/>
              </a:buClr>
              <a:buNone/>
            </a:pPr>
            <a:r>
              <a:rPr lang="pt-BR" dirty="0"/>
              <a:t>Confira quais itens não são permitidos para transporte na nossa Rede</a:t>
            </a:r>
            <a:endParaRPr lang="fr-FR" dirty="0">
              <a:solidFill>
                <a:prstClr val="black"/>
              </a:solidFill>
            </a:endParaRPr>
          </a:p>
          <a:p>
            <a:pPr marL="252000" lvl="0" indent="-252000">
              <a:spcBef>
                <a:spcPts val="1400"/>
              </a:spcBef>
              <a:spcAft>
                <a:spcPts val="0"/>
              </a:spcAft>
              <a:buFont typeface="Arial" panose="020B0604020202020204" pitchFamily="34" charset="0"/>
              <a:buAutoNum type="arabicPlain"/>
            </a:pPr>
            <a:r>
              <a:rPr lang="pt-BR" b="1" dirty="0"/>
              <a:t>Principais Rotas</a:t>
            </a:r>
            <a:endParaRPr lang="en-GB" b="1" dirty="0">
              <a:solidFill>
                <a:prstClr val="black"/>
              </a:solidFill>
            </a:endParaRPr>
          </a:p>
          <a:p>
            <a:pPr marL="252000" lvl="1" indent="0">
              <a:lnSpc>
                <a:spcPct val="100000"/>
              </a:lnSpc>
              <a:spcAft>
                <a:spcPts val="0"/>
              </a:spcAft>
              <a:buClr>
                <a:srgbClr val="D40511"/>
              </a:buClr>
              <a:buNone/>
            </a:pPr>
            <a:r>
              <a:rPr lang="pt-BR" dirty="0"/>
              <a:t>Veja as rotas mais utilizadas.</a:t>
            </a:r>
            <a:endParaRPr lang="fr-FR" dirty="0">
              <a:solidFill>
                <a:prstClr val="black"/>
              </a:solidFill>
            </a:endParaRPr>
          </a:p>
          <a:p>
            <a:pPr marL="252000" lvl="0" indent="-252000">
              <a:spcBef>
                <a:spcPts val="1400"/>
              </a:spcBef>
              <a:spcAft>
                <a:spcPts val="0"/>
              </a:spcAft>
              <a:buFont typeface="Arial" panose="020B0604020202020204" pitchFamily="34" charset="0"/>
              <a:buAutoNum type="arabicPlain"/>
            </a:pPr>
            <a:r>
              <a:rPr lang="pt-BR" b="1" dirty="0"/>
              <a:t>Aprovação de Conta</a:t>
            </a:r>
            <a:endParaRPr lang="en-GB" b="1" dirty="0">
              <a:solidFill>
                <a:prstClr val="black"/>
              </a:solidFill>
            </a:endParaRPr>
          </a:p>
          <a:p>
            <a:pPr marL="252000" lvl="1" indent="0">
              <a:lnSpc>
                <a:spcPct val="100000"/>
              </a:lnSpc>
              <a:spcAft>
                <a:spcPts val="0"/>
              </a:spcAft>
              <a:buClr>
                <a:srgbClr val="D40511"/>
              </a:buClr>
              <a:buNone/>
            </a:pPr>
            <a:r>
              <a:rPr lang="pt-BR" dirty="0"/>
              <a:t>Saiba como funciona o processo de aprovação para envio de Cargas Perigosas.</a:t>
            </a:r>
          </a:p>
          <a:p>
            <a:pPr marL="252000" lvl="0" indent="-252000">
              <a:spcBef>
                <a:spcPts val="1400"/>
              </a:spcBef>
              <a:spcAft>
                <a:spcPts val="0"/>
              </a:spcAft>
              <a:buFont typeface="Arial" panose="020B0604020202020204" pitchFamily="34" charset="0"/>
              <a:buAutoNum type="arabicPlain"/>
            </a:pPr>
            <a:r>
              <a:rPr lang="pt-BR" b="1" dirty="0"/>
              <a:t>Sobretaxas</a:t>
            </a:r>
            <a:endParaRPr lang="en-GB" b="1" dirty="0">
              <a:solidFill>
                <a:prstClr val="black"/>
              </a:solidFill>
            </a:endParaRPr>
          </a:p>
          <a:p>
            <a:pPr marL="252000" lvl="1" indent="0">
              <a:lnSpc>
                <a:spcPct val="100000"/>
              </a:lnSpc>
              <a:spcAft>
                <a:spcPts val="0"/>
              </a:spcAft>
              <a:buClr>
                <a:srgbClr val="D40511"/>
              </a:buClr>
              <a:buNone/>
            </a:pPr>
            <a:r>
              <a:rPr lang="pt-BR" dirty="0"/>
              <a:t>Entenda as taxas adicionais aplicáveis ao transporte de determinados produtos.</a:t>
            </a:r>
          </a:p>
          <a:p>
            <a:pPr marL="252000" lvl="0" indent="-252000">
              <a:spcBef>
                <a:spcPts val="1400"/>
              </a:spcBef>
              <a:spcAft>
                <a:spcPts val="0"/>
              </a:spcAft>
              <a:buFont typeface="Arial" panose="020B0604020202020204" pitchFamily="34" charset="0"/>
              <a:buAutoNum type="arabicPlain"/>
            </a:pPr>
            <a:r>
              <a:rPr lang="pt-BR" b="1" dirty="0"/>
              <a:t>Documentos para Embarque</a:t>
            </a:r>
            <a:endParaRPr lang="en-GB" b="1" dirty="0">
              <a:solidFill>
                <a:prstClr val="black"/>
              </a:solidFill>
            </a:endParaRPr>
          </a:p>
          <a:p>
            <a:pPr marL="252000" lvl="1" indent="0">
              <a:lnSpc>
                <a:spcPct val="100000"/>
              </a:lnSpc>
              <a:spcAft>
                <a:spcPts val="0"/>
              </a:spcAft>
              <a:buClr>
                <a:srgbClr val="D40511"/>
              </a:buClr>
              <a:buNone/>
            </a:pPr>
            <a:r>
              <a:rPr lang="pt-BR" dirty="0"/>
              <a:t>Veja os documentos obrigatórios para garantir um embarque seguro e conforme.</a:t>
            </a:r>
          </a:p>
          <a:p>
            <a:pPr marL="252000" lvl="1" indent="0">
              <a:lnSpc>
                <a:spcPct val="100000"/>
              </a:lnSpc>
              <a:spcAft>
                <a:spcPts val="0"/>
              </a:spcAft>
              <a:buClr>
                <a:srgbClr val="D40511"/>
              </a:buClr>
              <a:buNone/>
            </a:pPr>
            <a:endParaRPr lang="en-GB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08380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9">
            <a:extLst>
              <a:ext uri="{FF2B5EF4-FFF2-40B4-BE49-F238E27FC236}">
                <a16:creationId xmlns:a16="http://schemas.microsoft.com/office/drawing/2014/main" id="{8DF03146-6ADE-174B-B9FB-C8E81F9A4FAF}"/>
              </a:ext>
            </a:extLst>
          </p:cNvPr>
          <p:cNvSpPr/>
          <p:nvPr/>
        </p:nvSpPr>
        <p:spPr>
          <a:xfrm>
            <a:off x="4656110" y="1610112"/>
            <a:ext cx="2005200" cy="1127336"/>
          </a:xfrm>
          <a:prstGeom prst="rect">
            <a:avLst/>
          </a:prstGeom>
          <a:gradFill>
            <a:gsLst>
              <a:gs pos="30000">
                <a:schemeClr val="accent3"/>
              </a:gs>
              <a:gs pos="79000">
                <a:srgbClr val="FFDE59"/>
              </a:gs>
              <a:gs pos="100000">
                <a:srgbClr val="FFF0B2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4000" tIns="108000" rIns="144000" bIns="108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60" name="Rectangle 9">
            <a:extLst>
              <a:ext uri="{FF2B5EF4-FFF2-40B4-BE49-F238E27FC236}">
                <a16:creationId xmlns:a16="http://schemas.microsoft.com/office/drawing/2014/main" id="{4AEF9D42-5364-4146-B01D-A0FA3F874C61}"/>
              </a:ext>
            </a:extLst>
          </p:cNvPr>
          <p:cNvSpPr/>
          <p:nvPr/>
        </p:nvSpPr>
        <p:spPr>
          <a:xfrm>
            <a:off x="2487646" y="1610112"/>
            <a:ext cx="2005200" cy="1127336"/>
          </a:xfrm>
          <a:prstGeom prst="rect">
            <a:avLst/>
          </a:prstGeom>
          <a:gradFill>
            <a:gsLst>
              <a:gs pos="30000">
                <a:schemeClr val="accent3"/>
              </a:gs>
              <a:gs pos="79000">
                <a:srgbClr val="FFDE59"/>
              </a:gs>
              <a:gs pos="100000">
                <a:srgbClr val="FFF0B2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4000" tIns="108000" rIns="144000" bIns="108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62" name="Rectangle 9">
            <a:extLst>
              <a:ext uri="{FF2B5EF4-FFF2-40B4-BE49-F238E27FC236}">
                <a16:creationId xmlns:a16="http://schemas.microsoft.com/office/drawing/2014/main" id="{0B034353-C22D-834D-8C95-F7101B2B39E6}"/>
              </a:ext>
            </a:extLst>
          </p:cNvPr>
          <p:cNvSpPr/>
          <p:nvPr/>
        </p:nvSpPr>
        <p:spPr>
          <a:xfrm>
            <a:off x="6815039" y="1610112"/>
            <a:ext cx="2005200" cy="1127336"/>
          </a:xfrm>
          <a:prstGeom prst="rect">
            <a:avLst/>
          </a:prstGeom>
          <a:gradFill>
            <a:gsLst>
              <a:gs pos="30000">
                <a:schemeClr val="accent3"/>
              </a:gs>
              <a:gs pos="79000">
                <a:srgbClr val="FFDE59"/>
              </a:gs>
              <a:gs pos="100000">
                <a:srgbClr val="FFF0B2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4000" tIns="108000" rIns="144000" bIns="108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324001" y="391394"/>
            <a:ext cx="8495999" cy="493950"/>
          </a:xfrm>
        </p:spPr>
        <p:txBody>
          <a:bodyPr/>
          <a:lstStyle/>
          <a:p>
            <a:r>
              <a:rPr lang="de-DE" dirty="0"/>
              <a:t>Portfólio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9489DB-4CD0-4BAD-A2A5-816B29B7914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245BC1-4D7B-4ED3-8F01-840FA35126C6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17" name="Rectangle 9">
            <a:extLst>
              <a:ext uri="{FF2B5EF4-FFF2-40B4-BE49-F238E27FC236}">
                <a16:creationId xmlns:a16="http://schemas.microsoft.com/office/drawing/2014/main" id="{2F92514E-F000-7E42-A876-4934DFB69726}"/>
              </a:ext>
            </a:extLst>
          </p:cNvPr>
          <p:cNvSpPr/>
          <p:nvPr/>
        </p:nvSpPr>
        <p:spPr>
          <a:xfrm>
            <a:off x="323998" y="1610112"/>
            <a:ext cx="2005200" cy="1127336"/>
          </a:xfrm>
          <a:prstGeom prst="rect">
            <a:avLst/>
          </a:prstGeom>
          <a:gradFill>
            <a:gsLst>
              <a:gs pos="30000">
                <a:schemeClr val="accent3"/>
              </a:gs>
              <a:gs pos="79000">
                <a:srgbClr val="FFDE59"/>
              </a:gs>
              <a:gs pos="100000">
                <a:srgbClr val="FFF0B2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4000" tIns="108000" rIns="144000" bIns="108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48" name="Rectangle 9">
            <a:extLst>
              <a:ext uri="{FF2B5EF4-FFF2-40B4-BE49-F238E27FC236}">
                <a16:creationId xmlns:a16="http://schemas.microsoft.com/office/drawing/2014/main" id="{6B52F746-1E2E-BA48-B15F-F3C3F7C5E502}"/>
              </a:ext>
            </a:extLst>
          </p:cNvPr>
          <p:cNvSpPr/>
          <p:nvPr/>
        </p:nvSpPr>
        <p:spPr>
          <a:xfrm>
            <a:off x="323998" y="2732809"/>
            <a:ext cx="2005200" cy="194872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62000" tIns="108000" rIns="162000" bIns="108000" rtlCol="0" anchor="t"/>
          <a:lstStyle/>
          <a:p>
            <a:pPr marL="171450" indent="-171450">
              <a:lnSpc>
                <a:spcPct val="110000"/>
              </a:lnSpc>
              <a:spcAft>
                <a:spcPts val="500"/>
              </a:spcAft>
              <a:buClr>
                <a:schemeClr val="accent4"/>
              </a:buClr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2.1 Gases </a:t>
            </a:r>
            <a:r>
              <a:rPr lang="en-US" sz="1100" dirty="0" err="1">
                <a:solidFill>
                  <a:schemeClr val="tx1"/>
                </a:solidFill>
              </a:rPr>
              <a:t>inflamáveis</a:t>
            </a:r>
            <a:endParaRPr lang="en-US" sz="1100" dirty="0">
              <a:solidFill>
                <a:schemeClr val="tx1"/>
              </a:solidFill>
            </a:endParaRPr>
          </a:p>
          <a:p>
            <a:pPr marL="171450" indent="-171450">
              <a:lnSpc>
                <a:spcPct val="110000"/>
              </a:lnSpc>
              <a:spcAft>
                <a:spcPts val="500"/>
              </a:spcAft>
              <a:buClr>
                <a:schemeClr val="accent4"/>
              </a:buClr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2.2 Gases </a:t>
            </a:r>
            <a:r>
              <a:rPr lang="en-US" sz="1100" dirty="0" err="1">
                <a:solidFill>
                  <a:schemeClr val="tx1"/>
                </a:solidFill>
              </a:rPr>
              <a:t>não</a:t>
            </a:r>
            <a:r>
              <a:rPr lang="en-US" sz="1100" dirty="0">
                <a:solidFill>
                  <a:schemeClr val="tx1"/>
                </a:solidFill>
              </a:rPr>
              <a:t> </a:t>
            </a:r>
            <a:r>
              <a:rPr lang="en-US" sz="1100" dirty="0" err="1">
                <a:solidFill>
                  <a:schemeClr val="tx1"/>
                </a:solidFill>
              </a:rPr>
              <a:t>inflamáveis</a:t>
            </a:r>
            <a:r>
              <a:rPr lang="en-US" sz="1100" dirty="0">
                <a:solidFill>
                  <a:schemeClr val="tx1"/>
                </a:solidFill>
              </a:rPr>
              <a:t> e </a:t>
            </a:r>
            <a:r>
              <a:rPr lang="en-US" sz="1100" dirty="0" err="1">
                <a:solidFill>
                  <a:schemeClr val="tx1"/>
                </a:solidFill>
              </a:rPr>
              <a:t>não</a:t>
            </a:r>
            <a:r>
              <a:rPr lang="en-US" sz="1100" dirty="0">
                <a:solidFill>
                  <a:schemeClr val="tx1"/>
                </a:solidFill>
              </a:rPr>
              <a:t> </a:t>
            </a:r>
            <a:r>
              <a:rPr lang="en-US" sz="1100" dirty="0" err="1">
                <a:solidFill>
                  <a:schemeClr val="tx1"/>
                </a:solidFill>
              </a:rPr>
              <a:t>tóxicos</a:t>
            </a:r>
            <a:r>
              <a:rPr lang="en-US" sz="11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50" name="Rectangle 9">
            <a:extLst>
              <a:ext uri="{FF2B5EF4-FFF2-40B4-BE49-F238E27FC236}">
                <a16:creationId xmlns:a16="http://schemas.microsoft.com/office/drawing/2014/main" id="{E05861A3-AC9A-FD41-839F-BFB71AB2DBB0}"/>
              </a:ext>
            </a:extLst>
          </p:cNvPr>
          <p:cNvSpPr/>
          <p:nvPr/>
        </p:nvSpPr>
        <p:spPr>
          <a:xfrm>
            <a:off x="2487647" y="2732809"/>
            <a:ext cx="2006606" cy="194872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62000" tIns="108000" rIns="162000" bIns="108000" rtlCol="0" anchor="t"/>
          <a:lstStyle/>
          <a:p>
            <a:pPr marL="171450" indent="-171450">
              <a:lnSpc>
                <a:spcPct val="110000"/>
              </a:lnSpc>
              <a:spcAft>
                <a:spcPts val="500"/>
              </a:spcAft>
              <a:buClr>
                <a:schemeClr val="accent4"/>
              </a:buClr>
              <a:buFont typeface="Arial" panose="020B0604020202020204" pitchFamily="34" charset="0"/>
              <a:buChar char="•"/>
            </a:pPr>
            <a:r>
              <a:rPr lang="en-US" sz="1100" dirty="0" err="1">
                <a:solidFill>
                  <a:schemeClr val="tx1"/>
                </a:solidFill>
              </a:rPr>
              <a:t>Líquidos</a:t>
            </a:r>
            <a:r>
              <a:rPr lang="en-US" sz="1100" dirty="0">
                <a:solidFill>
                  <a:schemeClr val="tx1"/>
                </a:solidFill>
              </a:rPr>
              <a:t> </a:t>
            </a:r>
            <a:r>
              <a:rPr lang="en-US" sz="1100" dirty="0" err="1">
                <a:solidFill>
                  <a:schemeClr val="tx1"/>
                </a:solidFill>
              </a:rPr>
              <a:t>inflamáveis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52" name="Rectangle 9">
            <a:extLst>
              <a:ext uri="{FF2B5EF4-FFF2-40B4-BE49-F238E27FC236}">
                <a16:creationId xmlns:a16="http://schemas.microsoft.com/office/drawing/2014/main" id="{2DFBBFFD-A155-F642-A35D-6AD5001C0D69}"/>
              </a:ext>
            </a:extLst>
          </p:cNvPr>
          <p:cNvSpPr/>
          <p:nvPr/>
        </p:nvSpPr>
        <p:spPr>
          <a:xfrm>
            <a:off x="4656111" y="2732809"/>
            <a:ext cx="2006606" cy="194872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62000" tIns="108000" rIns="162000" bIns="108000" rtlCol="0" anchor="t"/>
          <a:lstStyle/>
          <a:p>
            <a:pPr marL="171450" indent="-171450">
              <a:lnSpc>
                <a:spcPct val="110000"/>
              </a:lnSpc>
              <a:spcAft>
                <a:spcPts val="500"/>
              </a:spcAft>
              <a:buClr>
                <a:schemeClr val="accent4"/>
              </a:buClr>
              <a:buFont typeface="Arial" panose="020B0604020202020204" pitchFamily="34" charset="0"/>
              <a:buChar char="•"/>
            </a:pPr>
            <a:r>
              <a:rPr lang="pt-BR" sz="1100" b="0" i="0" dirty="0">
                <a:solidFill>
                  <a:srgbClr val="001D35"/>
                </a:solidFill>
                <a:effectLst/>
              </a:rPr>
              <a:t>4.1 Sólidos inflamáveis)</a:t>
            </a:r>
          </a:p>
          <a:p>
            <a:pPr marL="171450" indent="-171450">
              <a:lnSpc>
                <a:spcPct val="110000"/>
              </a:lnSpc>
              <a:spcAft>
                <a:spcPts val="500"/>
              </a:spcAft>
              <a:buClr>
                <a:schemeClr val="accent4"/>
              </a:buClr>
              <a:buFont typeface="Arial" panose="020B0604020202020204" pitchFamily="34" charset="0"/>
              <a:buChar char="•"/>
            </a:pPr>
            <a:r>
              <a:rPr lang="pt-BR" sz="1100" b="0" i="0" dirty="0">
                <a:solidFill>
                  <a:srgbClr val="001D35"/>
                </a:solidFill>
                <a:effectLst/>
              </a:rPr>
              <a:t>4.2 Substâncias sujeitas à combustão espontânea</a:t>
            </a:r>
          </a:p>
          <a:p>
            <a:pPr marL="171450" indent="-171450">
              <a:lnSpc>
                <a:spcPct val="110000"/>
              </a:lnSpc>
              <a:spcAft>
                <a:spcPts val="500"/>
              </a:spcAft>
              <a:buClr>
                <a:schemeClr val="accent4"/>
              </a:buClr>
              <a:buFont typeface="Arial" panose="020B0604020202020204" pitchFamily="34" charset="0"/>
              <a:buChar char="•"/>
            </a:pPr>
            <a:r>
              <a:rPr lang="pt-BR" sz="1100" b="0" i="0" dirty="0">
                <a:solidFill>
                  <a:srgbClr val="001D35"/>
                </a:solidFill>
                <a:effectLst/>
              </a:rPr>
              <a:t>4.3 Substâncias que reagem com água</a:t>
            </a:r>
            <a:endParaRPr lang="pt-BR" sz="1100" dirty="0">
              <a:solidFill>
                <a:srgbClr val="001D35"/>
              </a:solidFill>
            </a:endParaRPr>
          </a:p>
          <a:p>
            <a:pPr marL="171450" indent="-171450">
              <a:lnSpc>
                <a:spcPct val="110000"/>
              </a:lnSpc>
              <a:spcAft>
                <a:spcPts val="500"/>
              </a:spcAft>
              <a:buClr>
                <a:schemeClr val="accent4"/>
              </a:buClr>
              <a:buFont typeface="Arial" panose="020B0604020202020204" pitchFamily="34" charset="0"/>
              <a:buChar char="•"/>
            </a:pPr>
            <a:endParaRPr lang="pt-BR" sz="1100" b="0" i="0" dirty="0">
              <a:solidFill>
                <a:srgbClr val="001D35"/>
              </a:solidFill>
              <a:effectLst/>
            </a:endParaRPr>
          </a:p>
          <a:p>
            <a:pPr algn="ctr">
              <a:lnSpc>
                <a:spcPct val="110000"/>
              </a:lnSpc>
              <a:spcAft>
                <a:spcPts val="500"/>
              </a:spcAft>
              <a:buClr>
                <a:schemeClr val="accent4"/>
              </a:buClr>
            </a:pPr>
            <a:r>
              <a:rPr lang="pt-BR" sz="900" b="1" dirty="0">
                <a:solidFill>
                  <a:srgbClr val="001D35"/>
                </a:solidFill>
              </a:rPr>
              <a:t>Exceto as substâncias que demandam temperatura controlada</a:t>
            </a:r>
            <a:r>
              <a:rPr lang="pt-BR" sz="900" b="1" i="0" dirty="0">
                <a:solidFill>
                  <a:srgbClr val="001D35"/>
                </a:solidFill>
                <a:effectLst/>
              </a:rPr>
              <a:t> </a:t>
            </a:r>
            <a:endParaRPr lang="en-US" sz="700" b="1" dirty="0">
              <a:solidFill>
                <a:schemeClr val="tx1"/>
              </a:solidFill>
            </a:endParaRPr>
          </a:p>
        </p:txBody>
      </p:sp>
      <p:sp>
        <p:nvSpPr>
          <p:cNvPr id="54" name="Rectangle 9">
            <a:extLst>
              <a:ext uri="{FF2B5EF4-FFF2-40B4-BE49-F238E27FC236}">
                <a16:creationId xmlns:a16="http://schemas.microsoft.com/office/drawing/2014/main" id="{5AA7309B-5ED2-144B-A921-0ADF55DEFFC0}"/>
              </a:ext>
            </a:extLst>
          </p:cNvPr>
          <p:cNvSpPr/>
          <p:nvPr/>
        </p:nvSpPr>
        <p:spPr>
          <a:xfrm>
            <a:off x="6815040" y="2732809"/>
            <a:ext cx="2006606" cy="194872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62000" tIns="108000" rIns="162000" bIns="108000" rtlCol="0" anchor="t"/>
          <a:lstStyle/>
          <a:p>
            <a:pPr marL="171450" indent="-171450">
              <a:lnSpc>
                <a:spcPct val="110000"/>
              </a:lnSpc>
              <a:spcAft>
                <a:spcPts val="500"/>
              </a:spcAft>
              <a:buClr>
                <a:schemeClr val="accent4"/>
              </a:buClr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5.1 </a:t>
            </a:r>
            <a:r>
              <a:rPr lang="en-US" sz="1100" dirty="0" err="1">
                <a:solidFill>
                  <a:schemeClr val="tx1"/>
                </a:solidFill>
              </a:rPr>
              <a:t>Substâncias</a:t>
            </a:r>
            <a:r>
              <a:rPr lang="en-US" sz="1100" dirty="0">
                <a:solidFill>
                  <a:schemeClr val="tx1"/>
                </a:solidFill>
              </a:rPr>
              <a:t> </a:t>
            </a:r>
            <a:r>
              <a:rPr lang="en-US" sz="1100" dirty="0" err="1">
                <a:solidFill>
                  <a:schemeClr val="tx1"/>
                </a:solidFill>
              </a:rPr>
              <a:t>Oxidantes</a:t>
            </a:r>
            <a:endParaRPr lang="en-US" sz="1100" dirty="0">
              <a:solidFill>
                <a:schemeClr val="tx1"/>
              </a:solidFill>
            </a:endParaRPr>
          </a:p>
          <a:p>
            <a:pPr marL="171450" indent="-171450">
              <a:lnSpc>
                <a:spcPct val="110000"/>
              </a:lnSpc>
              <a:spcAft>
                <a:spcPts val="500"/>
              </a:spcAft>
              <a:buClr>
                <a:schemeClr val="accent4"/>
              </a:buClr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5.2 </a:t>
            </a:r>
            <a:r>
              <a:rPr lang="en-US" sz="1100" dirty="0" err="1">
                <a:solidFill>
                  <a:schemeClr val="tx1"/>
                </a:solidFill>
              </a:rPr>
              <a:t>Peróxidos</a:t>
            </a:r>
            <a:r>
              <a:rPr lang="en-US" sz="1100" dirty="0">
                <a:solidFill>
                  <a:schemeClr val="tx1"/>
                </a:solidFill>
              </a:rPr>
              <a:t> </a:t>
            </a:r>
            <a:r>
              <a:rPr lang="en-US" sz="1100" dirty="0" err="1">
                <a:solidFill>
                  <a:schemeClr val="tx1"/>
                </a:solidFill>
              </a:rPr>
              <a:t>Orgânicos</a:t>
            </a:r>
            <a:endParaRPr lang="en-US" sz="1100" dirty="0">
              <a:solidFill>
                <a:schemeClr val="tx1"/>
              </a:solidFill>
            </a:endParaRPr>
          </a:p>
          <a:p>
            <a:pPr marL="171450" indent="-171450">
              <a:lnSpc>
                <a:spcPct val="110000"/>
              </a:lnSpc>
              <a:spcAft>
                <a:spcPts val="500"/>
              </a:spcAft>
              <a:buClr>
                <a:schemeClr val="accent4"/>
              </a:buClr>
              <a:buFont typeface="Arial" panose="020B0604020202020204" pitchFamily="34" charset="0"/>
              <a:buChar char="•"/>
            </a:pPr>
            <a:endParaRPr lang="en-US" sz="1050" dirty="0">
              <a:solidFill>
                <a:schemeClr val="tx1"/>
              </a:solidFill>
            </a:endParaRPr>
          </a:p>
          <a:p>
            <a:pPr marL="171450" indent="-171450">
              <a:lnSpc>
                <a:spcPct val="110000"/>
              </a:lnSpc>
              <a:spcAft>
                <a:spcPts val="500"/>
              </a:spcAft>
              <a:buClr>
                <a:schemeClr val="accent4"/>
              </a:buClr>
              <a:buFont typeface="Arial" panose="020B0604020202020204" pitchFamily="34" charset="0"/>
              <a:buChar char="•"/>
            </a:pPr>
            <a:endParaRPr lang="en-US" sz="1050" dirty="0">
              <a:solidFill>
                <a:schemeClr val="tx1"/>
              </a:solidFill>
            </a:endParaRPr>
          </a:p>
          <a:p>
            <a:pPr marL="171450" indent="-171450">
              <a:lnSpc>
                <a:spcPct val="110000"/>
              </a:lnSpc>
              <a:spcAft>
                <a:spcPts val="500"/>
              </a:spcAft>
              <a:buClr>
                <a:schemeClr val="accent4"/>
              </a:buClr>
              <a:buFont typeface="Arial" panose="020B0604020202020204" pitchFamily="34" charset="0"/>
              <a:buChar char="•"/>
            </a:pPr>
            <a:endParaRPr lang="en-US" sz="1050" dirty="0">
              <a:solidFill>
                <a:schemeClr val="tx1"/>
              </a:solidFill>
            </a:endParaRPr>
          </a:p>
          <a:p>
            <a:pPr algn="ctr">
              <a:lnSpc>
                <a:spcPct val="110000"/>
              </a:lnSpc>
              <a:spcAft>
                <a:spcPts val="500"/>
              </a:spcAft>
              <a:buClr>
                <a:schemeClr val="accent4"/>
              </a:buClr>
            </a:pPr>
            <a:r>
              <a:rPr lang="pt-BR" sz="900" b="1" dirty="0">
                <a:solidFill>
                  <a:srgbClr val="001D35"/>
                </a:solidFill>
              </a:rPr>
              <a:t>Exceto as substâncias que demandam temperatura controlada</a:t>
            </a:r>
            <a:r>
              <a:rPr lang="pt-BR" sz="900" b="1" i="0" dirty="0">
                <a:solidFill>
                  <a:srgbClr val="001D35"/>
                </a:solidFill>
                <a:effectLst/>
              </a:rPr>
              <a:t> </a:t>
            </a:r>
            <a:endParaRPr lang="en-US" sz="900" b="1" dirty="0">
              <a:solidFill>
                <a:schemeClr val="tx1"/>
              </a:solidFill>
            </a:endParaRPr>
          </a:p>
          <a:p>
            <a:pPr>
              <a:lnSpc>
                <a:spcPct val="110000"/>
              </a:lnSpc>
              <a:spcAft>
                <a:spcPts val="500"/>
              </a:spcAft>
              <a:buClr>
                <a:schemeClr val="accent4"/>
              </a:buClr>
            </a:pPr>
            <a:endParaRPr lang="en-US" sz="1050" dirty="0">
              <a:solidFill>
                <a:schemeClr val="tx1"/>
              </a:solidFill>
            </a:endParaRPr>
          </a:p>
        </p:txBody>
      </p:sp>
      <p:pic>
        <p:nvPicPr>
          <p:cNvPr id="5" name="Picture 4" descr="Saúde e segurança: Símbolos de perigo - SAMANCTA">
            <a:extLst>
              <a:ext uri="{FF2B5EF4-FFF2-40B4-BE49-F238E27FC236}">
                <a16:creationId xmlns:a16="http://schemas.microsoft.com/office/drawing/2014/main" id="{21484B0B-688D-4FD0-542B-0930B73B73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379" y="1741405"/>
            <a:ext cx="860111" cy="860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What is classed as a class 3 dangerous good - Flammable Liquids">
            <a:extLst>
              <a:ext uri="{FF2B5EF4-FFF2-40B4-BE49-F238E27FC236}">
                <a16:creationId xmlns:a16="http://schemas.microsoft.com/office/drawing/2014/main" id="{85D7A100-333C-1E2F-7CB6-33BB7D43E7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0190" y="1738937"/>
            <a:ext cx="860111" cy="871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Transporte de Produtos Perigosos - Rótulo de Risco - Sólido Inflamável">
            <a:extLst>
              <a:ext uri="{FF2B5EF4-FFF2-40B4-BE49-F238E27FC236}">
                <a16:creationId xmlns:a16="http://schemas.microsoft.com/office/drawing/2014/main" id="{DCEDC04A-9CF5-99B0-F126-5C06E75326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8654" y="1721923"/>
            <a:ext cx="860111" cy="860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IMDG Code 39-18: Update 5- Organic PeroxidesSimplifying IMDG Code">
            <a:extLst>
              <a:ext uri="{FF2B5EF4-FFF2-40B4-BE49-F238E27FC236}">
                <a16:creationId xmlns:a16="http://schemas.microsoft.com/office/drawing/2014/main" id="{B4C86245-B5A8-0043-4F55-10D12316BF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1924" y="1738937"/>
            <a:ext cx="871429" cy="871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Footer Placeholder 14">
            <a:extLst>
              <a:ext uri="{FF2B5EF4-FFF2-40B4-BE49-F238E27FC236}">
                <a16:creationId xmlns:a16="http://schemas.microsoft.com/office/drawing/2014/main" id="{8093EB95-D247-2D32-A559-7863CA266BA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23999" y="4803982"/>
            <a:ext cx="8117532" cy="138499"/>
          </a:xfrm>
        </p:spPr>
        <p:txBody>
          <a:bodyPr/>
          <a:lstStyle/>
          <a:p>
            <a:r>
              <a:rPr lang="en-US" dirty="0"/>
              <a:t>DHL | Cargas </a:t>
            </a:r>
            <a:r>
              <a:rPr lang="en-US" dirty="0" err="1"/>
              <a:t>Perigosas</a:t>
            </a:r>
            <a:r>
              <a:rPr lang="en-US" dirty="0"/>
              <a:t>| </a:t>
            </a:r>
            <a:r>
              <a:rPr lang="de-DE" dirty="0"/>
              <a:t>Agosto</a:t>
            </a:r>
            <a:r>
              <a:rPr lang="en-US" dirty="0"/>
              <a:t> 2025</a:t>
            </a:r>
          </a:p>
        </p:txBody>
      </p:sp>
    </p:spTree>
    <p:extLst>
      <p:ext uri="{BB962C8B-B14F-4D97-AF65-F5344CB8AC3E}">
        <p14:creationId xmlns:p14="http://schemas.microsoft.com/office/powerpoint/2010/main" val="30982789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9">
            <a:extLst>
              <a:ext uri="{FF2B5EF4-FFF2-40B4-BE49-F238E27FC236}">
                <a16:creationId xmlns:a16="http://schemas.microsoft.com/office/drawing/2014/main" id="{8DF03146-6ADE-174B-B9FB-C8E81F9A4FAF}"/>
              </a:ext>
            </a:extLst>
          </p:cNvPr>
          <p:cNvSpPr/>
          <p:nvPr/>
        </p:nvSpPr>
        <p:spPr>
          <a:xfrm>
            <a:off x="4656110" y="1610112"/>
            <a:ext cx="2005200" cy="1127336"/>
          </a:xfrm>
          <a:prstGeom prst="rect">
            <a:avLst/>
          </a:prstGeom>
          <a:gradFill>
            <a:gsLst>
              <a:gs pos="30000">
                <a:schemeClr val="accent3"/>
              </a:gs>
              <a:gs pos="79000">
                <a:srgbClr val="FFDE59"/>
              </a:gs>
              <a:gs pos="100000">
                <a:srgbClr val="FFF0B2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4000" tIns="108000" rIns="144000" bIns="108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60" name="Rectangle 9">
            <a:extLst>
              <a:ext uri="{FF2B5EF4-FFF2-40B4-BE49-F238E27FC236}">
                <a16:creationId xmlns:a16="http://schemas.microsoft.com/office/drawing/2014/main" id="{4AEF9D42-5364-4146-B01D-A0FA3F874C61}"/>
              </a:ext>
            </a:extLst>
          </p:cNvPr>
          <p:cNvSpPr/>
          <p:nvPr/>
        </p:nvSpPr>
        <p:spPr>
          <a:xfrm>
            <a:off x="2487646" y="1610112"/>
            <a:ext cx="2005200" cy="1127336"/>
          </a:xfrm>
          <a:prstGeom prst="rect">
            <a:avLst/>
          </a:prstGeom>
          <a:gradFill>
            <a:gsLst>
              <a:gs pos="30000">
                <a:schemeClr val="accent3"/>
              </a:gs>
              <a:gs pos="79000">
                <a:srgbClr val="FFDE59"/>
              </a:gs>
              <a:gs pos="100000">
                <a:srgbClr val="FFF0B2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4000" tIns="108000" rIns="144000" bIns="108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Portfólio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9489DB-4CD0-4BAD-A2A5-816B29B7914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245BC1-4D7B-4ED3-8F01-840FA35126C6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17" name="Rectangle 9">
            <a:extLst>
              <a:ext uri="{FF2B5EF4-FFF2-40B4-BE49-F238E27FC236}">
                <a16:creationId xmlns:a16="http://schemas.microsoft.com/office/drawing/2014/main" id="{2F92514E-F000-7E42-A876-4934DFB69726}"/>
              </a:ext>
            </a:extLst>
          </p:cNvPr>
          <p:cNvSpPr/>
          <p:nvPr/>
        </p:nvSpPr>
        <p:spPr>
          <a:xfrm>
            <a:off x="323998" y="1610112"/>
            <a:ext cx="2005200" cy="1127336"/>
          </a:xfrm>
          <a:prstGeom prst="rect">
            <a:avLst/>
          </a:prstGeom>
          <a:gradFill>
            <a:gsLst>
              <a:gs pos="30000">
                <a:schemeClr val="accent3"/>
              </a:gs>
              <a:gs pos="79000">
                <a:srgbClr val="FFDE59"/>
              </a:gs>
              <a:gs pos="100000">
                <a:srgbClr val="FFF0B2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4000" tIns="108000" rIns="144000" bIns="108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48" name="Rectangle 9">
            <a:extLst>
              <a:ext uri="{FF2B5EF4-FFF2-40B4-BE49-F238E27FC236}">
                <a16:creationId xmlns:a16="http://schemas.microsoft.com/office/drawing/2014/main" id="{6B52F746-1E2E-BA48-B15F-F3C3F7C5E502}"/>
              </a:ext>
            </a:extLst>
          </p:cNvPr>
          <p:cNvSpPr/>
          <p:nvPr/>
        </p:nvSpPr>
        <p:spPr>
          <a:xfrm>
            <a:off x="323998" y="2732809"/>
            <a:ext cx="2005200" cy="194872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62000" tIns="108000" rIns="162000" bIns="108000" rtlCol="0" anchor="t"/>
          <a:lstStyle/>
          <a:p>
            <a:pPr marL="171450" indent="-171450">
              <a:lnSpc>
                <a:spcPct val="110000"/>
              </a:lnSpc>
              <a:spcAft>
                <a:spcPts val="500"/>
              </a:spcAft>
              <a:buClr>
                <a:schemeClr val="accent4"/>
              </a:buClr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6.1 </a:t>
            </a:r>
            <a:r>
              <a:rPr lang="en-US" sz="1100" dirty="0" err="1">
                <a:solidFill>
                  <a:schemeClr val="tx1"/>
                </a:solidFill>
              </a:rPr>
              <a:t>Substâncias</a:t>
            </a:r>
            <a:r>
              <a:rPr lang="en-US" sz="1100" dirty="0">
                <a:solidFill>
                  <a:schemeClr val="tx1"/>
                </a:solidFill>
              </a:rPr>
              <a:t> </a:t>
            </a:r>
            <a:r>
              <a:rPr lang="en-US" sz="1100" dirty="0" err="1">
                <a:solidFill>
                  <a:schemeClr val="tx1"/>
                </a:solidFill>
              </a:rPr>
              <a:t>tóxicas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50" name="Rectangle 9">
            <a:extLst>
              <a:ext uri="{FF2B5EF4-FFF2-40B4-BE49-F238E27FC236}">
                <a16:creationId xmlns:a16="http://schemas.microsoft.com/office/drawing/2014/main" id="{E05861A3-AC9A-FD41-839F-BFB71AB2DBB0}"/>
              </a:ext>
            </a:extLst>
          </p:cNvPr>
          <p:cNvSpPr/>
          <p:nvPr/>
        </p:nvSpPr>
        <p:spPr>
          <a:xfrm>
            <a:off x="2487647" y="2732809"/>
            <a:ext cx="2006606" cy="194872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62000" tIns="108000" rIns="162000" bIns="108000" rtlCol="0" anchor="t"/>
          <a:lstStyle/>
          <a:p>
            <a:pPr marL="171450" indent="-171450">
              <a:lnSpc>
                <a:spcPct val="110000"/>
              </a:lnSpc>
              <a:spcAft>
                <a:spcPts val="500"/>
              </a:spcAft>
              <a:buClr>
                <a:schemeClr val="accent4"/>
              </a:buClr>
              <a:buFont typeface="Arial" panose="020B0604020202020204" pitchFamily="34" charset="0"/>
              <a:buChar char="•"/>
            </a:pPr>
            <a:r>
              <a:rPr lang="en-US" sz="1100" dirty="0" err="1">
                <a:solidFill>
                  <a:schemeClr val="tx1"/>
                </a:solidFill>
              </a:rPr>
              <a:t>Corrosivos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52" name="Rectangle 9">
            <a:extLst>
              <a:ext uri="{FF2B5EF4-FFF2-40B4-BE49-F238E27FC236}">
                <a16:creationId xmlns:a16="http://schemas.microsoft.com/office/drawing/2014/main" id="{2DFBBFFD-A155-F642-A35D-6AD5001C0D69}"/>
              </a:ext>
            </a:extLst>
          </p:cNvPr>
          <p:cNvSpPr/>
          <p:nvPr/>
        </p:nvSpPr>
        <p:spPr>
          <a:xfrm>
            <a:off x="4656111" y="2732809"/>
            <a:ext cx="2006606" cy="194872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62000" tIns="108000" rIns="162000" bIns="108000" rtlCol="0" anchor="t"/>
          <a:lstStyle/>
          <a:p>
            <a:pPr marL="171450" indent="-171450">
              <a:lnSpc>
                <a:spcPct val="110000"/>
              </a:lnSpc>
              <a:spcAft>
                <a:spcPts val="500"/>
              </a:spcAft>
              <a:buClr>
                <a:schemeClr val="accent4"/>
              </a:buClr>
              <a:buFont typeface="Arial" panose="020B0604020202020204" pitchFamily="34" charset="0"/>
              <a:buChar char="•"/>
            </a:pPr>
            <a:r>
              <a:rPr lang="en-US" sz="1100" dirty="0" err="1">
                <a:solidFill>
                  <a:schemeClr val="tx1"/>
                </a:solidFill>
              </a:rPr>
              <a:t>Artigos</a:t>
            </a:r>
            <a:r>
              <a:rPr lang="en-US" sz="1100" dirty="0">
                <a:solidFill>
                  <a:schemeClr val="tx1"/>
                </a:solidFill>
              </a:rPr>
              <a:t> de </a:t>
            </a:r>
            <a:r>
              <a:rPr lang="en-US" sz="1100" dirty="0" err="1">
                <a:solidFill>
                  <a:schemeClr val="tx1"/>
                </a:solidFill>
              </a:rPr>
              <a:t>perigos</a:t>
            </a:r>
            <a:r>
              <a:rPr lang="en-US" sz="1100" dirty="0">
                <a:solidFill>
                  <a:schemeClr val="tx1"/>
                </a:solidFill>
              </a:rPr>
              <a:t> </a:t>
            </a:r>
            <a:r>
              <a:rPr lang="en-US" sz="1100" dirty="0" err="1">
                <a:solidFill>
                  <a:schemeClr val="tx1"/>
                </a:solidFill>
              </a:rPr>
              <a:t>diversos</a:t>
            </a:r>
            <a:endParaRPr lang="en-US" sz="1100" dirty="0">
              <a:solidFill>
                <a:schemeClr val="tx1"/>
              </a:solidFill>
            </a:endParaRPr>
          </a:p>
          <a:p>
            <a:pPr marL="171450" indent="-171450">
              <a:lnSpc>
                <a:spcPct val="110000"/>
              </a:lnSpc>
              <a:spcAft>
                <a:spcPts val="500"/>
              </a:spcAft>
              <a:buClr>
                <a:schemeClr val="accent4"/>
              </a:buClr>
              <a:buFont typeface="Arial" panose="020B0604020202020204" pitchFamily="34" charset="0"/>
              <a:buChar char="•"/>
            </a:pPr>
            <a:endParaRPr lang="en-US" sz="1000" dirty="0">
              <a:solidFill>
                <a:schemeClr val="tx1"/>
              </a:solidFill>
            </a:endParaRPr>
          </a:p>
          <a:p>
            <a:pPr marL="171450" indent="-171450">
              <a:lnSpc>
                <a:spcPct val="110000"/>
              </a:lnSpc>
              <a:spcAft>
                <a:spcPts val="500"/>
              </a:spcAft>
              <a:buClr>
                <a:schemeClr val="accent4"/>
              </a:buClr>
              <a:buFont typeface="Arial" panose="020B0604020202020204" pitchFamily="34" charset="0"/>
              <a:buChar char="•"/>
            </a:pPr>
            <a:endParaRPr lang="en-US" sz="1000" dirty="0">
              <a:solidFill>
                <a:schemeClr val="tx1"/>
              </a:solidFill>
            </a:endParaRPr>
          </a:p>
          <a:p>
            <a:pPr marL="171450" indent="-171450">
              <a:lnSpc>
                <a:spcPct val="110000"/>
              </a:lnSpc>
              <a:spcAft>
                <a:spcPts val="500"/>
              </a:spcAft>
              <a:buClr>
                <a:schemeClr val="accent4"/>
              </a:buClr>
              <a:buFont typeface="Arial" panose="020B0604020202020204" pitchFamily="34" charset="0"/>
              <a:buChar char="•"/>
            </a:pPr>
            <a:endParaRPr lang="en-US" sz="1000" dirty="0">
              <a:solidFill>
                <a:schemeClr val="tx1"/>
              </a:solidFill>
            </a:endParaRPr>
          </a:p>
          <a:p>
            <a:pPr marL="171450" indent="-171450">
              <a:lnSpc>
                <a:spcPct val="110000"/>
              </a:lnSpc>
              <a:spcAft>
                <a:spcPts val="500"/>
              </a:spcAft>
              <a:buClr>
                <a:schemeClr val="accent4"/>
              </a:buClr>
              <a:buFont typeface="Arial" panose="020B0604020202020204" pitchFamily="34" charset="0"/>
              <a:buChar char="•"/>
            </a:pPr>
            <a:endParaRPr lang="en-US" sz="1000" dirty="0">
              <a:solidFill>
                <a:schemeClr val="tx1"/>
              </a:solidFill>
            </a:endParaRPr>
          </a:p>
          <a:p>
            <a:pPr algn="ctr">
              <a:lnSpc>
                <a:spcPct val="110000"/>
              </a:lnSpc>
              <a:spcAft>
                <a:spcPts val="500"/>
              </a:spcAft>
              <a:buClr>
                <a:schemeClr val="accent4"/>
              </a:buClr>
            </a:pPr>
            <a:r>
              <a:rPr lang="pt-BR" sz="900" b="1" dirty="0">
                <a:solidFill>
                  <a:srgbClr val="001D35"/>
                </a:solidFill>
              </a:rPr>
              <a:t>Exceto baterias danificadas e defeituosas</a:t>
            </a:r>
            <a:endParaRPr lang="en-US" sz="900" b="1" dirty="0">
              <a:solidFill>
                <a:schemeClr val="tx1"/>
              </a:solidFill>
            </a:endParaRPr>
          </a:p>
          <a:p>
            <a:pPr>
              <a:lnSpc>
                <a:spcPct val="110000"/>
              </a:lnSpc>
              <a:spcAft>
                <a:spcPts val="500"/>
              </a:spcAft>
              <a:buClr>
                <a:schemeClr val="accent4"/>
              </a:buClr>
            </a:pPr>
            <a:endParaRPr lang="en-US" sz="1000" dirty="0">
              <a:solidFill>
                <a:schemeClr val="tx1"/>
              </a:solidFill>
            </a:endParaRPr>
          </a:p>
        </p:txBody>
      </p:sp>
      <p:pic>
        <p:nvPicPr>
          <p:cNvPr id="11" name="Picture 10" descr="How To Reduce Risk When Storing Toxic Substances Outdoors">
            <a:extLst>
              <a:ext uri="{FF2B5EF4-FFF2-40B4-BE49-F238E27FC236}">
                <a16:creationId xmlns:a16="http://schemas.microsoft.com/office/drawing/2014/main" id="{09C742D8-A55F-1F60-E65C-4C1F1B39AC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662" y="1668724"/>
            <a:ext cx="945284" cy="944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PLACA DE SINALIZAÇÃO CORROSIVOS - CLASSE 8">
            <a:extLst>
              <a:ext uri="{FF2B5EF4-FFF2-40B4-BE49-F238E27FC236}">
                <a16:creationId xmlns:a16="http://schemas.microsoft.com/office/drawing/2014/main" id="{00E724DF-953D-C271-61CC-E64B324DCF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2186" y="1725664"/>
            <a:ext cx="878498" cy="904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What are Dangerous Goods? | Federal Aviation Administration">
            <a:extLst>
              <a:ext uri="{FF2B5EF4-FFF2-40B4-BE49-F238E27FC236}">
                <a16:creationId xmlns:a16="http://schemas.microsoft.com/office/drawing/2014/main" id="{B9201CA7-AD4F-F908-13EE-D285AFFE50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5549" y="1725664"/>
            <a:ext cx="878498" cy="904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E8C353D0-DE02-F050-0729-1B38A7CF9C3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23999" y="4803982"/>
            <a:ext cx="8117532" cy="138499"/>
          </a:xfrm>
        </p:spPr>
        <p:txBody>
          <a:bodyPr/>
          <a:lstStyle/>
          <a:p>
            <a:r>
              <a:rPr lang="en-US" dirty="0"/>
              <a:t>DHL | Cargas </a:t>
            </a:r>
            <a:r>
              <a:rPr lang="en-US" dirty="0" err="1"/>
              <a:t>Perigosas</a:t>
            </a:r>
            <a:r>
              <a:rPr lang="en-US" dirty="0"/>
              <a:t>| </a:t>
            </a:r>
            <a:r>
              <a:rPr lang="de-DE" dirty="0"/>
              <a:t>Agosto</a:t>
            </a:r>
            <a:r>
              <a:rPr lang="en-US" dirty="0"/>
              <a:t> 2025</a:t>
            </a:r>
          </a:p>
        </p:txBody>
      </p:sp>
    </p:spTree>
    <p:extLst>
      <p:ext uri="{BB962C8B-B14F-4D97-AF65-F5344CB8AC3E}">
        <p14:creationId xmlns:p14="http://schemas.microsoft.com/office/powerpoint/2010/main" val="11592133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2990ED6-1644-4A0A-AF1B-8A3D7F026657}"/>
              </a:ext>
            </a:extLst>
          </p:cNvPr>
          <p:cNvSpPr>
            <a:spLocks noChangeAspect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30000">
                <a:schemeClr val="accent3"/>
              </a:gs>
              <a:gs pos="79000">
                <a:srgbClr val="FFDE59"/>
              </a:gs>
              <a:gs pos="100000">
                <a:srgbClr val="FFF0B2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t">
            <a:spAutoFit/>
          </a:bodyPr>
          <a:lstStyle/>
          <a:p>
            <a:pPr algn="l"/>
            <a:endParaRPr lang="en-US" sz="1200" dirty="0" err="1">
              <a:solidFill>
                <a:schemeClr val="tx1"/>
              </a:solidFill>
            </a:endParaRPr>
          </a:p>
        </p:txBody>
      </p:sp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6C99A549-0766-4968-946E-E6B38771B5E1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" r="44"/>
          <a:stretch/>
        </p:blipFill>
        <p:spPr/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D4B5760-69C0-4B6D-ACE4-5936316BB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Produtos Proibidos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173245-A87D-4D35-9ECD-E6626467CA6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245BC1-4D7B-4ED3-8F01-840FA35126C6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23" name="TextBox 15">
            <a:extLst>
              <a:ext uri="{FF2B5EF4-FFF2-40B4-BE49-F238E27FC236}">
                <a16:creationId xmlns:a16="http://schemas.microsoft.com/office/drawing/2014/main" id="{728CB01B-478B-427C-8832-DC4EC4DB3F61}"/>
              </a:ext>
            </a:extLst>
          </p:cNvPr>
          <p:cNvSpPr txBox="1"/>
          <p:nvPr/>
        </p:nvSpPr>
        <p:spPr>
          <a:xfrm>
            <a:off x="346833" y="1150939"/>
            <a:ext cx="2007037" cy="2226784"/>
          </a:xfrm>
          <a:prstGeom prst="rect">
            <a:avLst/>
          </a:prstGeom>
          <a:solidFill>
            <a:schemeClr val="bg1"/>
          </a:solidFill>
        </p:spPr>
        <p:txBody>
          <a:bodyPr vert="horz" lIns="162000" tIns="108000" rIns="162000" bIns="162000" rtlCol="0" anchor="b" anchorCtr="0">
            <a:noAutofit/>
          </a:bodyPr>
          <a:lstStyle>
            <a:lvl1pPr lv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None/>
              <a:defRPr sz="1200"/>
            </a:lvl1pPr>
            <a:lvl2pPr marL="180000" lvl="1" indent="-18000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1200"/>
            </a:lvl2pPr>
            <a:lvl3pPr marL="360000" lvl="2" indent="-18000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/>
            </a:lvl3pPr>
            <a:lvl4pPr marL="540000" lvl="3" indent="-18000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/>
            </a:lvl4pPr>
            <a:lvl5pPr marL="0" lvl="4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None/>
              <a:defRPr sz="1500"/>
            </a:lvl5pPr>
            <a:lvl6pPr marL="0" lvl="5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200" b="1"/>
            </a:lvl6pPr>
            <a:lvl7pPr marL="180000" lvl="6" indent="-18000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Clr>
                <a:schemeClr val="accent4"/>
              </a:buClr>
              <a:buFont typeface="+mj-lt"/>
              <a:buAutoNum type="arabicPeriod"/>
              <a:defRPr sz="1200"/>
            </a:lvl7pPr>
            <a:lvl8pPr marL="25717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8pPr>
            <a:lvl9pPr marL="29146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9pPr>
          </a:lstStyle>
          <a:p>
            <a:pPr lvl="5" algn="ctr">
              <a:spcAft>
                <a:spcPts val="500"/>
              </a:spcAft>
            </a:pPr>
            <a:r>
              <a:rPr lang="de-DE" dirty="0"/>
              <a:t>1 Explosivos</a:t>
            </a:r>
          </a:p>
        </p:txBody>
      </p:sp>
      <p:sp>
        <p:nvSpPr>
          <p:cNvPr id="13" name="TextBox 15">
            <a:extLst>
              <a:ext uri="{FF2B5EF4-FFF2-40B4-BE49-F238E27FC236}">
                <a16:creationId xmlns:a16="http://schemas.microsoft.com/office/drawing/2014/main" id="{728CB01B-478B-427C-8832-DC4EC4DB3F61}"/>
              </a:ext>
            </a:extLst>
          </p:cNvPr>
          <p:cNvSpPr txBox="1"/>
          <p:nvPr/>
        </p:nvSpPr>
        <p:spPr>
          <a:xfrm>
            <a:off x="6812962" y="1150938"/>
            <a:ext cx="2007037" cy="2226785"/>
          </a:xfrm>
          <a:prstGeom prst="rect">
            <a:avLst/>
          </a:prstGeom>
          <a:solidFill>
            <a:schemeClr val="bg1"/>
          </a:solidFill>
        </p:spPr>
        <p:txBody>
          <a:bodyPr vert="horz" lIns="162000" tIns="108000" rIns="162000" bIns="162000" rtlCol="0" anchor="b" anchorCtr="0">
            <a:noAutofit/>
          </a:bodyPr>
          <a:lstStyle>
            <a:lvl1pPr lv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None/>
              <a:defRPr sz="1200"/>
            </a:lvl1pPr>
            <a:lvl2pPr marL="180000" lvl="1" indent="-18000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1200"/>
            </a:lvl2pPr>
            <a:lvl3pPr marL="360000" lvl="2" indent="-18000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/>
            </a:lvl3pPr>
            <a:lvl4pPr marL="540000" lvl="3" indent="-18000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/>
            </a:lvl4pPr>
            <a:lvl5pPr marL="0" lvl="4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None/>
              <a:defRPr sz="1500"/>
            </a:lvl5pPr>
            <a:lvl6pPr marL="0" lvl="5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200" b="1"/>
            </a:lvl6pPr>
            <a:lvl7pPr marL="180000" lvl="6" indent="-18000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Clr>
                <a:schemeClr val="accent4"/>
              </a:buClr>
              <a:buFont typeface="+mj-lt"/>
              <a:buAutoNum type="arabicPeriod"/>
              <a:defRPr sz="1200"/>
            </a:lvl7pPr>
            <a:lvl8pPr marL="25717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8pPr>
            <a:lvl9pPr marL="29146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9pPr>
          </a:lstStyle>
          <a:p>
            <a:pPr lvl="5" algn="ctr">
              <a:spcAft>
                <a:spcPts val="500"/>
              </a:spcAft>
            </a:pPr>
            <a:r>
              <a:rPr lang="de-DE" dirty="0"/>
              <a:t>7 Radioativos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28CB01B-478B-427C-8832-DC4EC4DB3F61}"/>
              </a:ext>
            </a:extLst>
          </p:cNvPr>
          <p:cNvSpPr txBox="1"/>
          <p:nvPr/>
        </p:nvSpPr>
        <p:spPr>
          <a:xfrm>
            <a:off x="2502261" y="1150938"/>
            <a:ext cx="2007037" cy="2226785"/>
          </a:xfrm>
          <a:prstGeom prst="rect">
            <a:avLst/>
          </a:prstGeom>
          <a:solidFill>
            <a:schemeClr val="bg1"/>
          </a:solidFill>
        </p:spPr>
        <p:txBody>
          <a:bodyPr vert="horz" lIns="162000" tIns="108000" rIns="162000" bIns="162000" rtlCol="0" anchor="b" anchorCtr="0">
            <a:noAutofit/>
          </a:bodyPr>
          <a:lstStyle>
            <a:lvl1pPr lv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None/>
              <a:defRPr sz="1200"/>
            </a:lvl1pPr>
            <a:lvl2pPr marL="180000" lvl="1" indent="-18000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1200"/>
            </a:lvl2pPr>
            <a:lvl3pPr marL="360000" lvl="2" indent="-18000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/>
            </a:lvl3pPr>
            <a:lvl4pPr marL="540000" lvl="3" indent="-18000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/>
            </a:lvl4pPr>
            <a:lvl5pPr marL="0" lvl="4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None/>
              <a:defRPr sz="1500"/>
            </a:lvl5pPr>
            <a:lvl6pPr marL="0" lvl="5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200" b="1"/>
            </a:lvl6pPr>
            <a:lvl7pPr marL="180000" lvl="6" indent="-18000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Clr>
                <a:schemeClr val="accent4"/>
              </a:buClr>
              <a:buFont typeface="+mj-lt"/>
              <a:buAutoNum type="arabicPeriod"/>
              <a:defRPr sz="1200"/>
            </a:lvl7pPr>
            <a:lvl8pPr marL="25717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8pPr>
            <a:lvl9pPr marL="29146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9pPr>
          </a:lstStyle>
          <a:p>
            <a:pPr lvl="5" algn="ctr">
              <a:spcAft>
                <a:spcPts val="500"/>
              </a:spcAft>
            </a:pPr>
            <a:r>
              <a:rPr lang="de-DE" dirty="0"/>
              <a:t>2.3 Gases Tóxicos</a:t>
            </a:r>
          </a:p>
        </p:txBody>
      </p:sp>
      <p:pic>
        <p:nvPicPr>
          <p:cNvPr id="24" name="Picture 2" descr="Placa Explosivo 1.1 Emergências Químicas Veiculo Transporte - Iplacas  Sinalização">
            <a:extLst>
              <a:ext uri="{FF2B5EF4-FFF2-40B4-BE49-F238E27FC236}">
                <a16:creationId xmlns:a16="http://schemas.microsoft.com/office/drawing/2014/main" id="{E1FD7076-075D-07F0-2B80-EB503DDD82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787" y="1326247"/>
            <a:ext cx="1027127" cy="1027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4" descr="Etiqueta de PVC da classe 2, divisão 2.">
            <a:extLst>
              <a:ext uri="{FF2B5EF4-FFF2-40B4-BE49-F238E27FC236}">
                <a16:creationId xmlns:a16="http://schemas.microsoft.com/office/drawing/2014/main" id="{7529A3ED-3944-D390-7358-029AEE390D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7853" y="1323469"/>
            <a:ext cx="1044133" cy="981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8" descr="Rolo de Etiquetas Radioativo II">
            <a:extLst>
              <a:ext uri="{FF2B5EF4-FFF2-40B4-BE49-F238E27FC236}">
                <a16:creationId xmlns:a16="http://schemas.microsoft.com/office/drawing/2014/main" id="{FAE5AC11-4F51-0022-B496-46B75FA648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6725" y="1323469"/>
            <a:ext cx="979509" cy="981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TextBox 15">
            <a:extLst>
              <a:ext uri="{FF2B5EF4-FFF2-40B4-BE49-F238E27FC236}">
                <a16:creationId xmlns:a16="http://schemas.microsoft.com/office/drawing/2014/main" id="{728CB01B-478B-427C-8832-DC4EC4DB3F61}"/>
              </a:ext>
            </a:extLst>
          </p:cNvPr>
          <p:cNvSpPr txBox="1"/>
          <p:nvPr/>
        </p:nvSpPr>
        <p:spPr>
          <a:xfrm>
            <a:off x="4662330" y="1150938"/>
            <a:ext cx="2007037" cy="2226786"/>
          </a:xfrm>
          <a:prstGeom prst="rect">
            <a:avLst/>
          </a:prstGeom>
          <a:solidFill>
            <a:schemeClr val="bg1"/>
          </a:solidFill>
        </p:spPr>
        <p:txBody>
          <a:bodyPr vert="horz" lIns="162000" tIns="108000" rIns="162000" bIns="162000" rtlCol="0" anchor="b" anchorCtr="0">
            <a:noAutofit/>
          </a:bodyPr>
          <a:lstStyle>
            <a:lvl1pPr lv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None/>
              <a:defRPr sz="1200"/>
            </a:lvl1pPr>
            <a:lvl2pPr marL="180000" lvl="1" indent="-18000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1200"/>
            </a:lvl2pPr>
            <a:lvl3pPr marL="360000" lvl="2" indent="-18000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/>
            </a:lvl3pPr>
            <a:lvl4pPr marL="540000" lvl="3" indent="-18000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/>
            </a:lvl4pPr>
            <a:lvl5pPr marL="0" lvl="4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None/>
              <a:defRPr sz="1500"/>
            </a:lvl5pPr>
            <a:lvl6pPr marL="0" lvl="5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200" b="1"/>
            </a:lvl6pPr>
            <a:lvl7pPr marL="180000" lvl="6" indent="-18000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Clr>
                <a:schemeClr val="accent4"/>
              </a:buClr>
              <a:buFont typeface="+mj-lt"/>
              <a:buAutoNum type="arabicPeriod"/>
              <a:defRPr sz="1200"/>
            </a:lvl7pPr>
            <a:lvl8pPr marL="25717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8pPr>
            <a:lvl9pPr marL="29146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9pPr>
          </a:lstStyle>
          <a:p>
            <a:pPr lvl="5" algn="ctr">
              <a:spcAft>
                <a:spcPts val="500"/>
              </a:spcAft>
            </a:pPr>
            <a:endParaRPr lang="de-DE" dirty="0"/>
          </a:p>
          <a:p>
            <a:pPr lvl="5" algn="ctr">
              <a:spcAft>
                <a:spcPts val="500"/>
              </a:spcAft>
            </a:pPr>
            <a:r>
              <a:rPr lang="de-DE" dirty="0"/>
              <a:t>6.2 Infecciosos</a:t>
            </a:r>
          </a:p>
        </p:txBody>
      </p:sp>
      <p:pic>
        <p:nvPicPr>
          <p:cNvPr id="33" name="Picture 6" descr="IATA 6.2 etiqueta sustancias infecciosos, 100 mm x 100 mm, 1.000 etiquetas,  núcleo 76 mm">
            <a:extLst>
              <a:ext uri="{FF2B5EF4-FFF2-40B4-BE49-F238E27FC236}">
                <a16:creationId xmlns:a16="http://schemas.microsoft.com/office/drawing/2014/main" id="{7681DB6B-4615-6FF8-8631-CAE3C0CB8F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3781" y="1300857"/>
            <a:ext cx="1044133" cy="1004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80E4966B-E9A1-826F-1244-651B2EEB13CD}"/>
              </a:ext>
            </a:extLst>
          </p:cNvPr>
          <p:cNvSpPr txBox="1"/>
          <p:nvPr/>
        </p:nvSpPr>
        <p:spPr>
          <a:xfrm>
            <a:off x="4634704" y="3179208"/>
            <a:ext cx="2007037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indent="0" algn="ctr">
              <a:buNone/>
            </a:pPr>
            <a:r>
              <a:rPr lang="de-DE" sz="900" i="1" dirty="0"/>
              <a:t>Exceto UN3373 e UN3245</a:t>
            </a:r>
          </a:p>
        </p:txBody>
      </p:sp>
      <p:sp>
        <p:nvSpPr>
          <p:cNvPr id="36" name="Footer Placeholder 14">
            <a:extLst>
              <a:ext uri="{FF2B5EF4-FFF2-40B4-BE49-F238E27FC236}">
                <a16:creationId xmlns:a16="http://schemas.microsoft.com/office/drawing/2014/main" id="{8E88758A-CFB1-85ED-0185-32A7903D544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23999" y="4803982"/>
            <a:ext cx="8117532" cy="138499"/>
          </a:xfrm>
        </p:spPr>
        <p:txBody>
          <a:bodyPr/>
          <a:lstStyle/>
          <a:p>
            <a:r>
              <a:rPr lang="en-US" dirty="0"/>
              <a:t>DHL | Cargas </a:t>
            </a:r>
            <a:r>
              <a:rPr lang="en-US" dirty="0" err="1"/>
              <a:t>Perigosas</a:t>
            </a:r>
            <a:r>
              <a:rPr lang="en-US" dirty="0"/>
              <a:t>| </a:t>
            </a:r>
            <a:r>
              <a:rPr lang="de-DE" dirty="0"/>
              <a:t>Agosto</a:t>
            </a:r>
            <a:r>
              <a:rPr lang="en-US" dirty="0"/>
              <a:t> 2025</a:t>
            </a:r>
          </a:p>
        </p:txBody>
      </p:sp>
    </p:spTree>
    <p:extLst>
      <p:ext uri="{BB962C8B-B14F-4D97-AF65-F5344CB8AC3E}">
        <p14:creationId xmlns:p14="http://schemas.microsoft.com/office/powerpoint/2010/main" val="21316157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E8947-D161-4044-89CA-DFA2696C0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Principais Rotas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7C726C-0D97-45CE-A060-8A82E8C8536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245BC1-4D7B-4ED3-8F01-840FA35126C6}" type="slidenum">
              <a:rPr lang="en-US" smtClean="0"/>
              <a:pPr/>
              <a:t>6</a:t>
            </a:fld>
            <a:endParaRPr lang="en-US" dirty="0"/>
          </a:p>
        </p:txBody>
      </p:sp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5E70485B-9B75-46DE-0736-400B2D2F47DE}"/>
              </a:ext>
            </a:extLst>
          </p:cNvPr>
          <p:cNvGrpSpPr/>
          <p:nvPr/>
        </p:nvGrpSpPr>
        <p:grpSpPr>
          <a:xfrm>
            <a:off x="1402461" y="1150938"/>
            <a:ext cx="6339079" cy="3528000"/>
            <a:chOff x="1402461" y="1150938"/>
            <a:chExt cx="6339079" cy="3528000"/>
          </a:xfrm>
        </p:grpSpPr>
        <p:grpSp>
          <p:nvGrpSpPr>
            <p:cNvPr id="6" name="Gruppieren 216">
              <a:extLst>
                <a:ext uri="{FF2B5EF4-FFF2-40B4-BE49-F238E27FC236}">
                  <a16:creationId xmlns:a16="http://schemas.microsoft.com/office/drawing/2014/main" id="{B2D887CE-F4E9-3491-C06E-22FF8DA88149}"/>
                </a:ext>
              </a:extLst>
            </p:cNvPr>
            <p:cNvGrpSpPr>
              <a:grpSpLocks noChangeAspect="1"/>
            </p:cNvGrpSpPr>
            <p:nvPr/>
          </p:nvGrpSpPr>
          <p:grpSpPr bwMode="gray">
            <a:xfrm>
              <a:off x="1402461" y="1150938"/>
              <a:ext cx="6339079" cy="3528000"/>
              <a:chOff x="553183" y="1409232"/>
              <a:chExt cx="7818436" cy="4351333"/>
            </a:xfrm>
            <a:solidFill>
              <a:schemeClr val="accent3"/>
            </a:solidFill>
          </p:grpSpPr>
          <p:grpSp>
            <p:nvGrpSpPr>
              <p:cNvPr id="8" name="Group 4">
                <a:extLst>
                  <a:ext uri="{FF2B5EF4-FFF2-40B4-BE49-F238E27FC236}">
                    <a16:creationId xmlns:a16="http://schemas.microsoft.com/office/drawing/2014/main" id="{D7479966-B156-823F-97D2-15C0CDDC7CF5}"/>
                  </a:ext>
                </a:extLst>
              </p:cNvPr>
              <p:cNvGrpSpPr>
                <a:grpSpLocks/>
              </p:cNvGrpSpPr>
              <p:nvPr/>
            </p:nvGrpSpPr>
            <p:grpSpPr bwMode="gray">
              <a:xfrm>
                <a:off x="3710069" y="3367100"/>
                <a:ext cx="1796128" cy="1721343"/>
                <a:chOff x="2334" y="2189"/>
                <a:chExt cx="1184" cy="1135"/>
              </a:xfrm>
              <a:grpFill/>
            </p:grpSpPr>
            <p:sp>
              <p:nvSpPr>
                <p:cNvPr id="525" name="Freeform 5">
                  <a:extLst>
                    <a:ext uri="{FF2B5EF4-FFF2-40B4-BE49-F238E27FC236}">
                      <a16:creationId xmlns:a16="http://schemas.microsoft.com/office/drawing/2014/main" id="{1819E007-0595-B8AC-A19F-EB1CCC32F4A9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2557" y="2194"/>
                  <a:ext cx="300" cy="308"/>
                </a:xfrm>
                <a:custGeom>
                  <a:avLst/>
                  <a:gdLst>
                    <a:gd name="T0" fmla="*/ 0 w 300"/>
                    <a:gd name="T1" fmla="*/ 170 h 308"/>
                    <a:gd name="T2" fmla="*/ 0 w 300"/>
                    <a:gd name="T3" fmla="*/ 179 h 308"/>
                    <a:gd name="T4" fmla="*/ 54 w 300"/>
                    <a:gd name="T5" fmla="*/ 214 h 308"/>
                    <a:gd name="T6" fmla="*/ 139 w 300"/>
                    <a:gd name="T7" fmla="*/ 272 h 308"/>
                    <a:gd name="T8" fmla="*/ 139 w 300"/>
                    <a:gd name="T9" fmla="*/ 281 h 308"/>
                    <a:gd name="T10" fmla="*/ 152 w 300"/>
                    <a:gd name="T11" fmla="*/ 281 h 308"/>
                    <a:gd name="T12" fmla="*/ 157 w 300"/>
                    <a:gd name="T13" fmla="*/ 290 h 308"/>
                    <a:gd name="T14" fmla="*/ 161 w 300"/>
                    <a:gd name="T15" fmla="*/ 286 h 308"/>
                    <a:gd name="T16" fmla="*/ 175 w 300"/>
                    <a:gd name="T17" fmla="*/ 290 h 308"/>
                    <a:gd name="T18" fmla="*/ 170 w 300"/>
                    <a:gd name="T19" fmla="*/ 304 h 308"/>
                    <a:gd name="T20" fmla="*/ 175 w 300"/>
                    <a:gd name="T21" fmla="*/ 308 h 308"/>
                    <a:gd name="T22" fmla="*/ 188 w 300"/>
                    <a:gd name="T23" fmla="*/ 299 h 308"/>
                    <a:gd name="T24" fmla="*/ 224 w 300"/>
                    <a:gd name="T25" fmla="*/ 290 h 308"/>
                    <a:gd name="T26" fmla="*/ 300 w 300"/>
                    <a:gd name="T27" fmla="*/ 237 h 308"/>
                    <a:gd name="T28" fmla="*/ 300 w 300"/>
                    <a:gd name="T29" fmla="*/ 232 h 308"/>
                    <a:gd name="T30" fmla="*/ 282 w 300"/>
                    <a:gd name="T31" fmla="*/ 219 h 308"/>
                    <a:gd name="T32" fmla="*/ 273 w 300"/>
                    <a:gd name="T33" fmla="*/ 219 h 308"/>
                    <a:gd name="T34" fmla="*/ 264 w 300"/>
                    <a:gd name="T35" fmla="*/ 214 h 308"/>
                    <a:gd name="T36" fmla="*/ 268 w 300"/>
                    <a:gd name="T37" fmla="*/ 210 h 308"/>
                    <a:gd name="T38" fmla="*/ 255 w 300"/>
                    <a:gd name="T39" fmla="*/ 192 h 308"/>
                    <a:gd name="T40" fmla="*/ 260 w 300"/>
                    <a:gd name="T41" fmla="*/ 183 h 308"/>
                    <a:gd name="T42" fmla="*/ 264 w 300"/>
                    <a:gd name="T43" fmla="*/ 170 h 308"/>
                    <a:gd name="T44" fmla="*/ 260 w 300"/>
                    <a:gd name="T45" fmla="*/ 156 h 308"/>
                    <a:gd name="T46" fmla="*/ 260 w 300"/>
                    <a:gd name="T47" fmla="*/ 138 h 308"/>
                    <a:gd name="T48" fmla="*/ 255 w 300"/>
                    <a:gd name="T49" fmla="*/ 129 h 308"/>
                    <a:gd name="T50" fmla="*/ 255 w 300"/>
                    <a:gd name="T51" fmla="*/ 94 h 308"/>
                    <a:gd name="T52" fmla="*/ 246 w 300"/>
                    <a:gd name="T53" fmla="*/ 89 h 308"/>
                    <a:gd name="T54" fmla="*/ 237 w 300"/>
                    <a:gd name="T55" fmla="*/ 76 h 308"/>
                    <a:gd name="T56" fmla="*/ 233 w 300"/>
                    <a:gd name="T57" fmla="*/ 58 h 308"/>
                    <a:gd name="T58" fmla="*/ 246 w 300"/>
                    <a:gd name="T59" fmla="*/ 40 h 308"/>
                    <a:gd name="T60" fmla="*/ 242 w 300"/>
                    <a:gd name="T61" fmla="*/ 13 h 308"/>
                    <a:gd name="T62" fmla="*/ 251 w 300"/>
                    <a:gd name="T63" fmla="*/ 4 h 308"/>
                    <a:gd name="T64" fmla="*/ 228 w 300"/>
                    <a:gd name="T65" fmla="*/ 0 h 308"/>
                    <a:gd name="T66" fmla="*/ 228 w 300"/>
                    <a:gd name="T67" fmla="*/ 4 h 308"/>
                    <a:gd name="T68" fmla="*/ 219 w 300"/>
                    <a:gd name="T69" fmla="*/ 4 h 308"/>
                    <a:gd name="T70" fmla="*/ 201 w 300"/>
                    <a:gd name="T71" fmla="*/ 9 h 308"/>
                    <a:gd name="T72" fmla="*/ 184 w 300"/>
                    <a:gd name="T73" fmla="*/ 4 h 308"/>
                    <a:gd name="T74" fmla="*/ 170 w 300"/>
                    <a:gd name="T75" fmla="*/ 9 h 308"/>
                    <a:gd name="T76" fmla="*/ 170 w 300"/>
                    <a:gd name="T77" fmla="*/ 13 h 308"/>
                    <a:gd name="T78" fmla="*/ 166 w 300"/>
                    <a:gd name="T79" fmla="*/ 9 h 308"/>
                    <a:gd name="T80" fmla="*/ 139 w 300"/>
                    <a:gd name="T81" fmla="*/ 13 h 308"/>
                    <a:gd name="T82" fmla="*/ 126 w 300"/>
                    <a:gd name="T83" fmla="*/ 27 h 308"/>
                    <a:gd name="T84" fmla="*/ 121 w 300"/>
                    <a:gd name="T85" fmla="*/ 27 h 308"/>
                    <a:gd name="T86" fmla="*/ 99 w 300"/>
                    <a:gd name="T87" fmla="*/ 36 h 308"/>
                    <a:gd name="T88" fmla="*/ 94 w 300"/>
                    <a:gd name="T89" fmla="*/ 40 h 308"/>
                    <a:gd name="T90" fmla="*/ 99 w 300"/>
                    <a:gd name="T91" fmla="*/ 53 h 308"/>
                    <a:gd name="T92" fmla="*/ 99 w 300"/>
                    <a:gd name="T93" fmla="*/ 67 h 308"/>
                    <a:gd name="T94" fmla="*/ 103 w 300"/>
                    <a:gd name="T95" fmla="*/ 85 h 308"/>
                    <a:gd name="T96" fmla="*/ 112 w 300"/>
                    <a:gd name="T97" fmla="*/ 89 h 308"/>
                    <a:gd name="T98" fmla="*/ 108 w 300"/>
                    <a:gd name="T99" fmla="*/ 98 h 308"/>
                    <a:gd name="T100" fmla="*/ 90 w 300"/>
                    <a:gd name="T101" fmla="*/ 94 h 308"/>
                    <a:gd name="T102" fmla="*/ 81 w 300"/>
                    <a:gd name="T103" fmla="*/ 107 h 308"/>
                    <a:gd name="T104" fmla="*/ 41 w 300"/>
                    <a:gd name="T105" fmla="*/ 138 h 308"/>
                    <a:gd name="T106" fmla="*/ 32 w 300"/>
                    <a:gd name="T107" fmla="*/ 138 h 308"/>
                    <a:gd name="T108" fmla="*/ 14 w 300"/>
                    <a:gd name="T109" fmla="*/ 143 h 308"/>
                    <a:gd name="T110" fmla="*/ 5 w 300"/>
                    <a:gd name="T111" fmla="*/ 156 h 308"/>
                    <a:gd name="T112" fmla="*/ 0 w 300"/>
                    <a:gd name="T113" fmla="*/ 170 h 30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300" h="308">
                      <a:moveTo>
                        <a:pt x="0" y="170"/>
                      </a:moveTo>
                      <a:lnTo>
                        <a:pt x="0" y="179"/>
                      </a:lnTo>
                      <a:lnTo>
                        <a:pt x="54" y="214"/>
                      </a:lnTo>
                      <a:lnTo>
                        <a:pt x="139" y="272"/>
                      </a:lnTo>
                      <a:lnTo>
                        <a:pt x="139" y="281"/>
                      </a:lnTo>
                      <a:lnTo>
                        <a:pt x="152" y="281"/>
                      </a:lnTo>
                      <a:lnTo>
                        <a:pt x="157" y="290"/>
                      </a:lnTo>
                      <a:lnTo>
                        <a:pt x="161" y="286"/>
                      </a:lnTo>
                      <a:lnTo>
                        <a:pt x="175" y="290"/>
                      </a:lnTo>
                      <a:lnTo>
                        <a:pt x="170" y="304"/>
                      </a:lnTo>
                      <a:lnTo>
                        <a:pt x="175" y="308"/>
                      </a:lnTo>
                      <a:lnTo>
                        <a:pt x="188" y="299"/>
                      </a:lnTo>
                      <a:lnTo>
                        <a:pt x="224" y="290"/>
                      </a:lnTo>
                      <a:lnTo>
                        <a:pt x="300" y="237"/>
                      </a:lnTo>
                      <a:lnTo>
                        <a:pt x="300" y="232"/>
                      </a:lnTo>
                      <a:lnTo>
                        <a:pt x="282" y="219"/>
                      </a:lnTo>
                      <a:lnTo>
                        <a:pt x="273" y="219"/>
                      </a:lnTo>
                      <a:lnTo>
                        <a:pt x="264" y="214"/>
                      </a:lnTo>
                      <a:lnTo>
                        <a:pt x="268" y="210"/>
                      </a:lnTo>
                      <a:lnTo>
                        <a:pt x="255" y="192"/>
                      </a:lnTo>
                      <a:lnTo>
                        <a:pt x="260" y="183"/>
                      </a:lnTo>
                      <a:lnTo>
                        <a:pt x="264" y="170"/>
                      </a:lnTo>
                      <a:lnTo>
                        <a:pt x="260" y="156"/>
                      </a:lnTo>
                      <a:lnTo>
                        <a:pt x="260" y="138"/>
                      </a:lnTo>
                      <a:lnTo>
                        <a:pt x="255" y="129"/>
                      </a:lnTo>
                      <a:lnTo>
                        <a:pt x="255" y="94"/>
                      </a:lnTo>
                      <a:lnTo>
                        <a:pt x="246" y="89"/>
                      </a:lnTo>
                      <a:lnTo>
                        <a:pt x="237" y="76"/>
                      </a:lnTo>
                      <a:lnTo>
                        <a:pt x="233" y="58"/>
                      </a:lnTo>
                      <a:lnTo>
                        <a:pt x="246" y="40"/>
                      </a:lnTo>
                      <a:lnTo>
                        <a:pt x="242" y="13"/>
                      </a:lnTo>
                      <a:lnTo>
                        <a:pt x="251" y="4"/>
                      </a:lnTo>
                      <a:lnTo>
                        <a:pt x="228" y="0"/>
                      </a:lnTo>
                      <a:lnTo>
                        <a:pt x="228" y="4"/>
                      </a:lnTo>
                      <a:lnTo>
                        <a:pt x="219" y="4"/>
                      </a:lnTo>
                      <a:lnTo>
                        <a:pt x="201" y="9"/>
                      </a:lnTo>
                      <a:lnTo>
                        <a:pt x="184" y="4"/>
                      </a:lnTo>
                      <a:lnTo>
                        <a:pt x="170" y="9"/>
                      </a:lnTo>
                      <a:lnTo>
                        <a:pt x="170" y="13"/>
                      </a:lnTo>
                      <a:lnTo>
                        <a:pt x="166" y="9"/>
                      </a:lnTo>
                      <a:lnTo>
                        <a:pt x="139" y="13"/>
                      </a:lnTo>
                      <a:lnTo>
                        <a:pt x="126" y="27"/>
                      </a:lnTo>
                      <a:lnTo>
                        <a:pt x="121" y="27"/>
                      </a:lnTo>
                      <a:lnTo>
                        <a:pt x="99" y="36"/>
                      </a:lnTo>
                      <a:lnTo>
                        <a:pt x="94" y="40"/>
                      </a:lnTo>
                      <a:lnTo>
                        <a:pt x="99" y="53"/>
                      </a:lnTo>
                      <a:lnTo>
                        <a:pt x="99" y="67"/>
                      </a:lnTo>
                      <a:lnTo>
                        <a:pt x="103" y="85"/>
                      </a:lnTo>
                      <a:lnTo>
                        <a:pt x="112" y="89"/>
                      </a:lnTo>
                      <a:lnTo>
                        <a:pt x="108" y="98"/>
                      </a:lnTo>
                      <a:lnTo>
                        <a:pt x="90" y="94"/>
                      </a:lnTo>
                      <a:lnTo>
                        <a:pt x="81" y="107"/>
                      </a:lnTo>
                      <a:lnTo>
                        <a:pt x="41" y="138"/>
                      </a:lnTo>
                      <a:lnTo>
                        <a:pt x="32" y="138"/>
                      </a:lnTo>
                      <a:lnTo>
                        <a:pt x="14" y="143"/>
                      </a:lnTo>
                      <a:lnTo>
                        <a:pt x="5" y="156"/>
                      </a:lnTo>
                      <a:lnTo>
                        <a:pt x="0" y="170"/>
                      </a:lnTo>
                      <a:close/>
                    </a:path>
                  </a:pathLst>
                </a:custGeom>
                <a:grpFill/>
                <a:ln w="9525" cmpd="sng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>
                    <a:latin typeface="Delivery" panose="020F0503020204020204" pitchFamily="34" charset="0"/>
                  </a:endParaRPr>
                </a:p>
              </p:txBody>
            </p:sp>
            <p:sp>
              <p:nvSpPr>
                <p:cNvPr id="526" name="Freeform 6">
                  <a:extLst>
                    <a:ext uri="{FF2B5EF4-FFF2-40B4-BE49-F238E27FC236}">
                      <a16:creationId xmlns:a16="http://schemas.microsoft.com/office/drawing/2014/main" id="{8F226616-1C29-813E-32B0-C2CFDE129BB5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2848" y="2846"/>
                  <a:ext cx="178" cy="201"/>
                </a:xfrm>
                <a:custGeom>
                  <a:avLst/>
                  <a:gdLst>
                    <a:gd name="T0" fmla="*/ 4 w 178"/>
                    <a:gd name="T1" fmla="*/ 188 h 201"/>
                    <a:gd name="T2" fmla="*/ 9 w 178"/>
                    <a:gd name="T3" fmla="*/ 184 h 201"/>
                    <a:gd name="T4" fmla="*/ 27 w 178"/>
                    <a:gd name="T5" fmla="*/ 184 h 201"/>
                    <a:gd name="T6" fmla="*/ 40 w 178"/>
                    <a:gd name="T7" fmla="*/ 192 h 201"/>
                    <a:gd name="T8" fmla="*/ 49 w 178"/>
                    <a:gd name="T9" fmla="*/ 188 h 201"/>
                    <a:gd name="T10" fmla="*/ 103 w 178"/>
                    <a:gd name="T11" fmla="*/ 188 h 201"/>
                    <a:gd name="T12" fmla="*/ 116 w 178"/>
                    <a:gd name="T13" fmla="*/ 201 h 201"/>
                    <a:gd name="T14" fmla="*/ 134 w 178"/>
                    <a:gd name="T15" fmla="*/ 201 h 201"/>
                    <a:gd name="T16" fmla="*/ 170 w 178"/>
                    <a:gd name="T17" fmla="*/ 192 h 201"/>
                    <a:gd name="T18" fmla="*/ 147 w 178"/>
                    <a:gd name="T19" fmla="*/ 170 h 201"/>
                    <a:gd name="T20" fmla="*/ 152 w 178"/>
                    <a:gd name="T21" fmla="*/ 125 h 201"/>
                    <a:gd name="T22" fmla="*/ 174 w 178"/>
                    <a:gd name="T23" fmla="*/ 121 h 201"/>
                    <a:gd name="T24" fmla="*/ 178 w 178"/>
                    <a:gd name="T25" fmla="*/ 112 h 201"/>
                    <a:gd name="T26" fmla="*/ 178 w 178"/>
                    <a:gd name="T27" fmla="*/ 90 h 201"/>
                    <a:gd name="T28" fmla="*/ 152 w 178"/>
                    <a:gd name="T29" fmla="*/ 94 h 201"/>
                    <a:gd name="T30" fmla="*/ 143 w 178"/>
                    <a:gd name="T31" fmla="*/ 41 h 201"/>
                    <a:gd name="T32" fmla="*/ 134 w 178"/>
                    <a:gd name="T33" fmla="*/ 41 h 201"/>
                    <a:gd name="T34" fmla="*/ 129 w 178"/>
                    <a:gd name="T35" fmla="*/ 36 h 201"/>
                    <a:gd name="T36" fmla="*/ 116 w 178"/>
                    <a:gd name="T37" fmla="*/ 36 h 201"/>
                    <a:gd name="T38" fmla="*/ 111 w 178"/>
                    <a:gd name="T39" fmla="*/ 54 h 201"/>
                    <a:gd name="T40" fmla="*/ 89 w 178"/>
                    <a:gd name="T41" fmla="*/ 54 h 201"/>
                    <a:gd name="T42" fmla="*/ 80 w 178"/>
                    <a:gd name="T43" fmla="*/ 41 h 201"/>
                    <a:gd name="T44" fmla="*/ 80 w 178"/>
                    <a:gd name="T45" fmla="*/ 36 h 201"/>
                    <a:gd name="T46" fmla="*/ 76 w 178"/>
                    <a:gd name="T47" fmla="*/ 23 h 201"/>
                    <a:gd name="T48" fmla="*/ 22 w 178"/>
                    <a:gd name="T49" fmla="*/ 23 h 201"/>
                    <a:gd name="T50" fmla="*/ 9 w 178"/>
                    <a:gd name="T51" fmla="*/ 18 h 201"/>
                    <a:gd name="T52" fmla="*/ 9 w 178"/>
                    <a:gd name="T53" fmla="*/ 18 h 201"/>
                    <a:gd name="T54" fmla="*/ 18 w 178"/>
                    <a:gd name="T55" fmla="*/ 0 h 201"/>
                    <a:gd name="T56" fmla="*/ 13 w 178"/>
                    <a:gd name="T57" fmla="*/ 0 h 201"/>
                    <a:gd name="T58" fmla="*/ 4 w 178"/>
                    <a:gd name="T59" fmla="*/ 9 h 201"/>
                    <a:gd name="T60" fmla="*/ 4 w 178"/>
                    <a:gd name="T61" fmla="*/ 14 h 201"/>
                    <a:gd name="T62" fmla="*/ 27 w 178"/>
                    <a:gd name="T63" fmla="*/ 54 h 201"/>
                    <a:gd name="T64" fmla="*/ 27 w 178"/>
                    <a:gd name="T65" fmla="*/ 63 h 201"/>
                    <a:gd name="T66" fmla="*/ 22 w 178"/>
                    <a:gd name="T67" fmla="*/ 63 h 201"/>
                    <a:gd name="T68" fmla="*/ 18 w 178"/>
                    <a:gd name="T69" fmla="*/ 67 h 201"/>
                    <a:gd name="T70" fmla="*/ 31 w 178"/>
                    <a:gd name="T71" fmla="*/ 90 h 201"/>
                    <a:gd name="T72" fmla="*/ 36 w 178"/>
                    <a:gd name="T73" fmla="*/ 103 h 201"/>
                    <a:gd name="T74" fmla="*/ 27 w 178"/>
                    <a:gd name="T75" fmla="*/ 112 h 201"/>
                    <a:gd name="T76" fmla="*/ 22 w 178"/>
                    <a:gd name="T77" fmla="*/ 116 h 201"/>
                    <a:gd name="T78" fmla="*/ 13 w 178"/>
                    <a:gd name="T79" fmla="*/ 130 h 201"/>
                    <a:gd name="T80" fmla="*/ 4 w 178"/>
                    <a:gd name="T81" fmla="*/ 148 h 201"/>
                    <a:gd name="T82" fmla="*/ 0 w 178"/>
                    <a:gd name="T83" fmla="*/ 161 h 201"/>
                    <a:gd name="T84" fmla="*/ 4 w 178"/>
                    <a:gd name="T85" fmla="*/ 179 h 201"/>
                    <a:gd name="T86" fmla="*/ 0 w 178"/>
                    <a:gd name="T87" fmla="*/ 179 h 201"/>
                    <a:gd name="T88" fmla="*/ 4 w 178"/>
                    <a:gd name="T89" fmla="*/ 188 h 2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78" h="201">
                      <a:moveTo>
                        <a:pt x="4" y="188"/>
                      </a:moveTo>
                      <a:lnTo>
                        <a:pt x="9" y="184"/>
                      </a:lnTo>
                      <a:lnTo>
                        <a:pt x="27" y="184"/>
                      </a:lnTo>
                      <a:lnTo>
                        <a:pt x="40" y="192"/>
                      </a:lnTo>
                      <a:lnTo>
                        <a:pt x="49" y="188"/>
                      </a:lnTo>
                      <a:lnTo>
                        <a:pt x="103" y="188"/>
                      </a:lnTo>
                      <a:lnTo>
                        <a:pt x="116" y="201"/>
                      </a:lnTo>
                      <a:lnTo>
                        <a:pt x="134" y="201"/>
                      </a:lnTo>
                      <a:lnTo>
                        <a:pt x="170" y="192"/>
                      </a:lnTo>
                      <a:lnTo>
                        <a:pt x="147" y="170"/>
                      </a:lnTo>
                      <a:lnTo>
                        <a:pt x="152" y="125"/>
                      </a:lnTo>
                      <a:lnTo>
                        <a:pt x="174" y="121"/>
                      </a:lnTo>
                      <a:lnTo>
                        <a:pt x="178" y="112"/>
                      </a:lnTo>
                      <a:lnTo>
                        <a:pt x="178" y="90"/>
                      </a:lnTo>
                      <a:lnTo>
                        <a:pt x="152" y="94"/>
                      </a:lnTo>
                      <a:lnTo>
                        <a:pt x="143" y="41"/>
                      </a:lnTo>
                      <a:lnTo>
                        <a:pt x="134" y="41"/>
                      </a:lnTo>
                      <a:lnTo>
                        <a:pt x="129" y="36"/>
                      </a:lnTo>
                      <a:lnTo>
                        <a:pt x="116" y="36"/>
                      </a:lnTo>
                      <a:lnTo>
                        <a:pt x="111" y="54"/>
                      </a:lnTo>
                      <a:lnTo>
                        <a:pt x="89" y="54"/>
                      </a:lnTo>
                      <a:lnTo>
                        <a:pt x="80" y="41"/>
                      </a:lnTo>
                      <a:lnTo>
                        <a:pt x="80" y="36"/>
                      </a:lnTo>
                      <a:lnTo>
                        <a:pt x="76" y="23"/>
                      </a:lnTo>
                      <a:lnTo>
                        <a:pt x="22" y="23"/>
                      </a:lnTo>
                      <a:lnTo>
                        <a:pt x="9" y="18"/>
                      </a:lnTo>
                      <a:lnTo>
                        <a:pt x="9" y="18"/>
                      </a:lnTo>
                      <a:lnTo>
                        <a:pt x="18" y="0"/>
                      </a:lnTo>
                      <a:lnTo>
                        <a:pt x="13" y="0"/>
                      </a:lnTo>
                      <a:lnTo>
                        <a:pt x="4" y="9"/>
                      </a:lnTo>
                      <a:lnTo>
                        <a:pt x="4" y="14"/>
                      </a:lnTo>
                      <a:lnTo>
                        <a:pt x="27" y="54"/>
                      </a:lnTo>
                      <a:lnTo>
                        <a:pt x="27" y="63"/>
                      </a:lnTo>
                      <a:lnTo>
                        <a:pt x="22" y="63"/>
                      </a:lnTo>
                      <a:lnTo>
                        <a:pt x="18" y="67"/>
                      </a:lnTo>
                      <a:lnTo>
                        <a:pt x="31" y="90"/>
                      </a:lnTo>
                      <a:lnTo>
                        <a:pt x="36" y="103"/>
                      </a:lnTo>
                      <a:lnTo>
                        <a:pt x="27" y="112"/>
                      </a:lnTo>
                      <a:lnTo>
                        <a:pt x="22" y="116"/>
                      </a:lnTo>
                      <a:lnTo>
                        <a:pt x="13" y="130"/>
                      </a:lnTo>
                      <a:lnTo>
                        <a:pt x="4" y="148"/>
                      </a:lnTo>
                      <a:lnTo>
                        <a:pt x="0" y="161"/>
                      </a:lnTo>
                      <a:lnTo>
                        <a:pt x="4" y="179"/>
                      </a:lnTo>
                      <a:lnTo>
                        <a:pt x="0" y="179"/>
                      </a:lnTo>
                      <a:lnTo>
                        <a:pt x="4" y="188"/>
                      </a:lnTo>
                      <a:close/>
                    </a:path>
                  </a:pathLst>
                </a:custGeom>
                <a:grpFill/>
                <a:ln w="9525" cmpd="sng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>
                    <a:latin typeface="Delivery" panose="020F0503020204020204" pitchFamily="34" charset="0"/>
                  </a:endParaRPr>
                </a:p>
              </p:txBody>
            </p:sp>
            <p:sp>
              <p:nvSpPr>
                <p:cNvPr id="527" name="Freeform 7">
                  <a:extLst>
                    <a:ext uri="{FF2B5EF4-FFF2-40B4-BE49-F238E27FC236}">
                      <a16:creationId xmlns:a16="http://schemas.microsoft.com/office/drawing/2014/main" id="{65205705-6EAB-F010-B044-FF2C6E3307E9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2968" y="3043"/>
                  <a:ext cx="139" cy="147"/>
                </a:xfrm>
                <a:custGeom>
                  <a:avLst/>
                  <a:gdLst>
                    <a:gd name="T0" fmla="*/ 0 w 139"/>
                    <a:gd name="T1" fmla="*/ 112 h 147"/>
                    <a:gd name="T2" fmla="*/ 9 w 139"/>
                    <a:gd name="T3" fmla="*/ 130 h 147"/>
                    <a:gd name="T4" fmla="*/ 9 w 139"/>
                    <a:gd name="T5" fmla="*/ 138 h 147"/>
                    <a:gd name="T6" fmla="*/ 9 w 139"/>
                    <a:gd name="T7" fmla="*/ 147 h 147"/>
                    <a:gd name="T8" fmla="*/ 32 w 139"/>
                    <a:gd name="T9" fmla="*/ 143 h 147"/>
                    <a:gd name="T10" fmla="*/ 45 w 139"/>
                    <a:gd name="T11" fmla="*/ 121 h 147"/>
                    <a:gd name="T12" fmla="*/ 50 w 139"/>
                    <a:gd name="T13" fmla="*/ 121 h 147"/>
                    <a:gd name="T14" fmla="*/ 54 w 139"/>
                    <a:gd name="T15" fmla="*/ 125 h 147"/>
                    <a:gd name="T16" fmla="*/ 58 w 139"/>
                    <a:gd name="T17" fmla="*/ 130 h 147"/>
                    <a:gd name="T18" fmla="*/ 81 w 139"/>
                    <a:gd name="T19" fmla="*/ 125 h 147"/>
                    <a:gd name="T20" fmla="*/ 85 w 139"/>
                    <a:gd name="T21" fmla="*/ 112 h 147"/>
                    <a:gd name="T22" fmla="*/ 99 w 139"/>
                    <a:gd name="T23" fmla="*/ 103 h 147"/>
                    <a:gd name="T24" fmla="*/ 99 w 139"/>
                    <a:gd name="T25" fmla="*/ 98 h 147"/>
                    <a:gd name="T26" fmla="*/ 121 w 139"/>
                    <a:gd name="T27" fmla="*/ 76 h 147"/>
                    <a:gd name="T28" fmla="*/ 134 w 139"/>
                    <a:gd name="T29" fmla="*/ 71 h 147"/>
                    <a:gd name="T30" fmla="*/ 139 w 139"/>
                    <a:gd name="T31" fmla="*/ 67 h 147"/>
                    <a:gd name="T32" fmla="*/ 139 w 139"/>
                    <a:gd name="T33" fmla="*/ 62 h 147"/>
                    <a:gd name="T34" fmla="*/ 125 w 139"/>
                    <a:gd name="T35" fmla="*/ 62 h 147"/>
                    <a:gd name="T36" fmla="*/ 112 w 139"/>
                    <a:gd name="T37" fmla="*/ 45 h 147"/>
                    <a:gd name="T38" fmla="*/ 85 w 139"/>
                    <a:gd name="T39" fmla="*/ 22 h 147"/>
                    <a:gd name="T40" fmla="*/ 72 w 139"/>
                    <a:gd name="T41" fmla="*/ 0 h 147"/>
                    <a:gd name="T42" fmla="*/ 58 w 139"/>
                    <a:gd name="T43" fmla="*/ 4 h 147"/>
                    <a:gd name="T44" fmla="*/ 54 w 139"/>
                    <a:gd name="T45" fmla="*/ 13 h 147"/>
                    <a:gd name="T46" fmla="*/ 45 w 139"/>
                    <a:gd name="T47" fmla="*/ 4 h 147"/>
                    <a:gd name="T48" fmla="*/ 27 w 139"/>
                    <a:gd name="T49" fmla="*/ 9 h 147"/>
                    <a:gd name="T50" fmla="*/ 18 w 139"/>
                    <a:gd name="T51" fmla="*/ 9 h 147"/>
                    <a:gd name="T52" fmla="*/ 18 w 139"/>
                    <a:gd name="T53" fmla="*/ 67 h 147"/>
                    <a:gd name="T54" fmla="*/ 5 w 139"/>
                    <a:gd name="T55" fmla="*/ 67 h 147"/>
                    <a:gd name="T56" fmla="*/ 0 w 139"/>
                    <a:gd name="T57" fmla="*/ 112 h 14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139" h="147">
                      <a:moveTo>
                        <a:pt x="0" y="112"/>
                      </a:moveTo>
                      <a:lnTo>
                        <a:pt x="9" y="130"/>
                      </a:lnTo>
                      <a:lnTo>
                        <a:pt x="9" y="138"/>
                      </a:lnTo>
                      <a:lnTo>
                        <a:pt x="9" y="147"/>
                      </a:lnTo>
                      <a:lnTo>
                        <a:pt x="32" y="143"/>
                      </a:lnTo>
                      <a:lnTo>
                        <a:pt x="45" y="121"/>
                      </a:lnTo>
                      <a:lnTo>
                        <a:pt x="50" y="121"/>
                      </a:lnTo>
                      <a:lnTo>
                        <a:pt x="54" y="125"/>
                      </a:lnTo>
                      <a:lnTo>
                        <a:pt x="58" y="130"/>
                      </a:lnTo>
                      <a:lnTo>
                        <a:pt x="81" y="125"/>
                      </a:lnTo>
                      <a:lnTo>
                        <a:pt x="85" y="112"/>
                      </a:lnTo>
                      <a:lnTo>
                        <a:pt x="99" y="103"/>
                      </a:lnTo>
                      <a:lnTo>
                        <a:pt x="99" y="98"/>
                      </a:lnTo>
                      <a:lnTo>
                        <a:pt x="121" y="76"/>
                      </a:lnTo>
                      <a:lnTo>
                        <a:pt x="134" y="71"/>
                      </a:lnTo>
                      <a:lnTo>
                        <a:pt x="139" y="67"/>
                      </a:lnTo>
                      <a:lnTo>
                        <a:pt x="139" y="62"/>
                      </a:lnTo>
                      <a:lnTo>
                        <a:pt x="125" y="62"/>
                      </a:lnTo>
                      <a:lnTo>
                        <a:pt x="112" y="45"/>
                      </a:lnTo>
                      <a:lnTo>
                        <a:pt x="85" y="22"/>
                      </a:lnTo>
                      <a:lnTo>
                        <a:pt x="72" y="0"/>
                      </a:lnTo>
                      <a:lnTo>
                        <a:pt x="58" y="4"/>
                      </a:lnTo>
                      <a:lnTo>
                        <a:pt x="54" y="13"/>
                      </a:lnTo>
                      <a:lnTo>
                        <a:pt x="45" y="4"/>
                      </a:lnTo>
                      <a:lnTo>
                        <a:pt x="27" y="9"/>
                      </a:lnTo>
                      <a:lnTo>
                        <a:pt x="18" y="9"/>
                      </a:lnTo>
                      <a:lnTo>
                        <a:pt x="18" y="67"/>
                      </a:lnTo>
                      <a:lnTo>
                        <a:pt x="5" y="67"/>
                      </a:lnTo>
                      <a:lnTo>
                        <a:pt x="0" y="112"/>
                      </a:lnTo>
                      <a:close/>
                    </a:path>
                  </a:pathLst>
                </a:custGeom>
                <a:grpFill/>
                <a:ln w="9525" cmpd="sng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>
                    <a:latin typeface="Delivery" panose="020F0503020204020204" pitchFamily="34" charset="0"/>
                  </a:endParaRPr>
                </a:p>
              </p:txBody>
            </p:sp>
            <p:sp>
              <p:nvSpPr>
                <p:cNvPr id="528" name="Freeform 8">
                  <a:extLst>
                    <a:ext uri="{FF2B5EF4-FFF2-40B4-BE49-F238E27FC236}">
                      <a16:creationId xmlns:a16="http://schemas.microsoft.com/office/drawing/2014/main" id="{DEC7F38F-15A6-8A3C-E83B-E07A79FDB48F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3102" y="2815"/>
                  <a:ext cx="27" cy="31"/>
                </a:xfrm>
                <a:custGeom>
                  <a:avLst/>
                  <a:gdLst>
                    <a:gd name="T0" fmla="*/ 0 w 27"/>
                    <a:gd name="T1" fmla="*/ 4 h 31"/>
                    <a:gd name="T2" fmla="*/ 5 w 27"/>
                    <a:gd name="T3" fmla="*/ 18 h 31"/>
                    <a:gd name="T4" fmla="*/ 5 w 27"/>
                    <a:gd name="T5" fmla="*/ 31 h 31"/>
                    <a:gd name="T6" fmla="*/ 9 w 27"/>
                    <a:gd name="T7" fmla="*/ 31 h 31"/>
                    <a:gd name="T8" fmla="*/ 27 w 27"/>
                    <a:gd name="T9" fmla="*/ 18 h 31"/>
                    <a:gd name="T10" fmla="*/ 27 w 27"/>
                    <a:gd name="T11" fmla="*/ 9 h 31"/>
                    <a:gd name="T12" fmla="*/ 23 w 27"/>
                    <a:gd name="T13" fmla="*/ 9 h 31"/>
                    <a:gd name="T14" fmla="*/ 23 w 27"/>
                    <a:gd name="T15" fmla="*/ 0 h 31"/>
                    <a:gd name="T16" fmla="*/ 14 w 27"/>
                    <a:gd name="T17" fmla="*/ 0 h 31"/>
                    <a:gd name="T18" fmla="*/ 9 w 27"/>
                    <a:gd name="T19" fmla="*/ 4 h 31"/>
                    <a:gd name="T20" fmla="*/ 0 w 27"/>
                    <a:gd name="T21" fmla="*/ 4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27" h="31">
                      <a:moveTo>
                        <a:pt x="0" y="4"/>
                      </a:moveTo>
                      <a:lnTo>
                        <a:pt x="5" y="18"/>
                      </a:lnTo>
                      <a:lnTo>
                        <a:pt x="5" y="31"/>
                      </a:lnTo>
                      <a:lnTo>
                        <a:pt x="9" y="31"/>
                      </a:lnTo>
                      <a:lnTo>
                        <a:pt x="27" y="18"/>
                      </a:lnTo>
                      <a:lnTo>
                        <a:pt x="27" y="9"/>
                      </a:lnTo>
                      <a:lnTo>
                        <a:pt x="23" y="9"/>
                      </a:lnTo>
                      <a:lnTo>
                        <a:pt x="23" y="0"/>
                      </a:lnTo>
                      <a:lnTo>
                        <a:pt x="14" y="0"/>
                      </a:lnTo>
                      <a:lnTo>
                        <a:pt x="9" y="4"/>
                      </a:lnTo>
                      <a:lnTo>
                        <a:pt x="0" y="4"/>
                      </a:lnTo>
                      <a:close/>
                    </a:path>
                  </a:pathLst>
                </a:custGeom>
                <a:grpFill/>
                <a:ln w="9525" cmpd="sng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>
                    <a:latin typeface="Delivery" panose="020F0503020204020204" pitchFamily="34" charset="0"/>
                  </a:endParaRPr>
                </a:p>
              </p:txBody>
            </p:sp>
            <p:sp>
              <p:nvSpPr>
                <p:cNvPr id="529" name="Freeform 9">
                  <a:extLst>
                    <a:ext uri="{FF2B5EF4-FFF2-40B4-BE49-F238E27FC236}">
                      <a16:creationId xmlns:a16="http://schemas.microsoft.com/office/drawing/2014/main" id="{4F3A6F5A-059A-BF1E-9165-02F2D27EE115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2812" y="2592"/>
                  <a:ext cx="103" cy="160"/>
                </a:xfrm>
                <a:custGeom>
                  <a:avLst/>
                  <a:gdLst>
                    <a:gd name="T0" fmla="*/ 0 w 103"/>
                    <a:gd name="T1" fmla="*/ 116 h 160"/>
                    <a:gd name="T2" fmla="*/ 0 w 103"/>
                    <a:gd name="T3" fmla="*/ 125 h 160"/>
                    <a:gd name="T4" fmla="*/ 5 w 103"/>
                    <a:gd name="T5" fmla="*/ 129 h 160"/>
                    <a:gd name="T6" fmla="*/ 13 w 103"/>
                    <a:gd name="T7" fmla="*/ 129 h 160"/>
                    <a:gd name="T8" fmla="*/ 9 w 103"/>
                    <a:gd name="T9" fmla="*/ 138 h 160"/>
                    <a:gd name="T10" fmla="*/ 9 w 103"/>
                    <a:gd name="T11" fmla="*/ 143 h 160"/>
                    <a:gd name="T12" fmla="*/ 9 w 103"/>
                    <a:gd name="T13" fmla="*/ 156 h 160"/>
                    <a:gd name="T14" fmla="*/ 31 w 103"/>
                    <a:gd name="T15" fmla="*/ 160 h 160"/>
                    <a:gd name="T16" fmla="*/ 49 w 103"/>
                    <a:gd name="T17" fmla="*/ 156 h 160"/>
                    <a:gd name="T18" fmla="*/ 63 w 103"/>
                    <a:gd name="T19" fmla="*/ 156 h 160"/>
                    <a:gd name="T20" fmla="*/ 85 w 103"/>
                    <a:gd name="T21" fmla="*/ 156 h 160"/>
                    <a:gd name="T22" fmla="*/ 98 w 103"/>
                    <a:gd name="T23" fmla="*/ 160 h 160"/>
                    <a:gd name="T24" fmla="*/ 103 w 103"/>
                    <a:gd name="T25" fmla="*/ 143 h 160"/>
                    <a:gd name="T26" fmla="*/ 94 w 103"/>
                    <a:gd name="T27" fmla="*/ 138 h 160"/>
                    <a:gd name="T28" fmla="*/ 80 w 103"/>
                    <a:gd name="T29" fmla="*/ 125 h 160"/>
                    <a:gd name="T30" fmla="*/ 76 w 103"/>
                    <a:gd name="T31" fmla="*/ 98 h 160"/>
                    <a:gd name="T32" fmla="*/ 94 w 103"/>
                    <a:gd name="T33" fmla="*/ 80 h 160"/>
                    <a:gd name="T34" fmla="*/ 89 w 103"/>
                    <a:gd name="T35" fmla="*/ 71 h 160"/>
                    <a:gd name="T36" fmla="*/ 72 w 103"/>
                    <a:gd name="T37" fmla="*/ 49 h 160"/>
                    <a:gd name="T38" fmla="*/ 72 w 103"/>
                    <a:gd name="T39" fmla="*/ 40 h 160"/>
                    <a:gd name="T40" fmla="*/ 89 w 103"/>
                    <a:gd name="T41" fmla="*/ 44 h 160"/>
                    <a:gd name="T42" fmla="*/ 85 w 103"/>
                    <a:gd name="T43" fmla="*/ 31 h 160"/>
                    <a:gd name="T44" fmla="*/ 85 w 103"/>
                    <a:gd name="T45" fmla="*/ 17 h 160"/>
                    <a:gd name="T46" fmla="*/ 80 w 103"/>
                    <a:gd name="T47" fmla="*/ 0 h 160"/>
                    <a:gd name="T48" fmla="*/ 76 w 103"/>
                    <a:gd name="T49" fmla="*/ 4 h 160"/>
                    <a:gd name="T50" fmla="*/ 76 w 103"/>
                    <a:gd name="T51" fmla="*/ 17 h 160"/>
                    <a:gd name="T52" fmla="*/ 67 w 103"/>
                    <a:gd name="T53" fmla="*/ 22 h 160"/>
                    <a:gd name="T54" fmla="*/ 63 w 103"/>
                    <a:gd name="T55" fmla="*/ 49 h 160"/>
                    <a:gd name="T56" fmla="*/ 58 w 103"/>
                    <a:gd name="T57" fmla="*/ 49 h 160"/>
                    <a:gd name="T58" fmla="*/ 54 w 103"/>
                    <a:gd name="T59" fmla="*/ 62 h 160"/>
                    <a:gd name="T60" fmla="*/ 45 w 103"/>
                    <a:gd name="T61" fmla="*/ 67 h 160"/>
                    <a:gd name="T62" fmla="*/ 31 w 103"/>
                    <a:gd name="T63" fmla="*/ 89 h 160"/>
                    <a:gd name="T64" fmla="*/ 22 w 103"/>
                    <a:gd name="T65" fmla="*/ 84 h 160"/>
                    <a:gd name="T66" fmla="*/ 13 w 103"/>
                    <a:gd name="T67" fmla="*/ 84 h 160"/>
                    <a:gd name="T68" fmla="*/ 5 w 103"/>
                    <a:gd name="T69" fmla="*/ 111 h 160"/>
                    <a:gd name="T70" fmla="*/ 0 w 103"/>
                    <a:gd name="T71" fmla="*/ 116 h 1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</a:cxnLst>
                  <a:rect l="0" t="0" r="r" b="b"/>
                  <a:pathLst>
                    <a:path w="103" h="160">
                      <a:moveTo>
                        <a:pt x="0" y="116"/>
                      </a:moveTo>
                      <a:lnTo>
                        <a:pt x="0" y="125"/>
                      </a:lnTo>
                      <a:lnTo>
                        <a:pt x="5" y="129"/>
                      </a:lnTo>
                      <a:lnTo>
                        <a:pt x="13" y="129"/>
                      </a:lnTo>
                      <a:lnTo>
                        <a:pt x="9" y="138"/>
                      </a:lnTo>
                      <a:lnTo>
                        <a:pt x="9" y="143"/>
                      </a:lnTo>
                      <a:lnTo>
                        <a:pt x="9" y="156"/>
                      </a:lnTo>
                      <a:lnTo>
                        <a:pt x="31" y="160"/>
                      </a:lnTo>
                      <a:lnTo>
                        <a:pt x="49" y="156"/>
                      </a:lnTo>
                      <a:lnTo>
                        <a:pt x="63" y="156"/>
                      </a:lnTo>
                      <a:lnTo>
                        <a:pt x="85" y="156"/>
                      </a:lnTo>
                      <a:lnTo>
                        <a:pt x="98" y="160"/>
                      </a:lnTo>
                      <a:lnTo>
                        <a:pt x="103" y="143"/>
                      </a:lnTo>
                      <a:lnTo>
                        <a:pt x="94" y="138"/>
                      </a:lnTo>
                      <a:lnTo>
                        <a:pt x="80" y="125"/>
                      </a:lnTo>
                      <a:lnTo>
                        <a:pt x="76" y="98"/>
                      </a:lnTo>
                      <a:lnTo>
                        <a:pt x="94" y="80"/>
                      </a:lnTo>
                      <a:lnTo>
                        <a:pt x="89" y="71"/>
                      </a:lnTo>
                      <a:lnTo>
                        <a:pt x="72" y="49"/>
                      </a:lnTo>
                      <a:lnTo>
                        <a:pt x="72" y="40"/>
                      </a:lnTo>
                      <a:lnTo>
                        <a:pt x="89" y="44"/>
                      </a:lnTo>
                      <a:lnTo>
                        <a:pt x="85" y="31"/>
                      </a:lnTo>
                      <a:lnTo>
                        <a:pt x="85" y="17"/>
                      </a:lnTo>
                      <a:lnTo>
                        <a:pt x="80" y="0"/>
                      </a:lnTo>
                      <a:lnTo>
                        <a:pt x="76" y="4"/>
                      </a:lnTo>
                      <a:lnTo>
                        <a:pt x="76" y="17"/>
                      </a:lnTo>
                      <a:lnTo>
                        <a:pt x="67" y="22"/>
                      </a:lnTo>
                      <a:lnTo>
                        <a:pt x="63" y="49"/>
                      </a:lnTo>
                      <a:lnTo>
                        <a:pt x="58" y="49"/>
                      </a:lnTo>
                      <a:lnTo>
                        <a:pt x="54" y="62"/>
                      </a:lnTo>
                      <a:lnTo>
                        <a:pt x="45" y="67"/>
                      </a:lnTo>
                      <a:lnTo>
                        <a:pt x="31" y="89"/>
                      </a:lnTo>
                      <a:lnTo>
                        <a:pt x="22" y="84"/>
                      </a:lnTo>
                      <a:lnTo>
                        <a:pt x="13" y="84"/>
                      </a:lnTo>
                      <a:lnTo>
                        <a:pt x="5" y="111"/>
                      </a:lnTo>
                      <a:lnTo>
                        <a:pt x="0" y="116"/>
                      </a:lnTo>
                      <a:close/>
                    </a:path>
                  </a:pathLst>
                </a:custGeom>
                <a:grpFill/>
                <a:ln w="9525" cmpd="sng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>
                    <a:latin typeface="Delivery" panose="020F0503020204020204" pitchFamily="34" charset="0"/>
                  </a:endParaRPr>
                </a:p>
              </p:txBody>
            </p:sp>
            <p:sp>
              <p:nvSpPr>
                <p:cNvPr id="530" name="Freeform 10">
                  <a:extLst>
                    <a:ext uri="{FF2B5EF4-FFF2-40B4-BE49-F238E27FC236}">
                      <a16:creationId xmlns:a16="http://schemas.microsoft.com/office/drawing/2014/main" id="{E5D49CDE-7BEB-639B-FD21-B8258508AF5D}"/>
                    </a:ext>
                  </a:extLst>
                </p:cNvPr>
                <p:cNvSpPr>
                  <a:spLocks noEditPoints="1"/>
                </p:cNvSpPr>
                <p:nvPr/>
              </p:nvSpPr>
              <p:spPr bwMode="gray">
                <a:xfrm>
                  <a:off x="2334" y="2529"/>
                  <a:ext cx="27" cy="36"/>
                </a:xfrm>
                <a:custGeom>
                  <a:avLst/>
                  <a:gdLst>
                    <a:gd name="T0" fmla="*/ 0 w 27"/>
                    <a:gd name="T1" fmla="*/ 0 h 36"/>
                    <a:gd name="T2" fmla="*/ 5 w 27"/>
                    <a:gd name="T3" fmla="*/ 4 h 36"/>
                    <a:gd name="T4" fmla="*/ 5 w 27"/>
                    <a:gd name="T5" fmla="*/ 0 h 36"/>
                    <a:gd name="T6" fmla="*/ 0 w 27"/>
                    <a:gd name="T7" fmla="*/ 0 h 36"/>
                    <a:gd name="T8" fmla="*/ 9 w 27"/>
                    <a:gd name="T9" fmla="*/ 22 h 36"/>
                    <a:gd name="T10" fmla="*/ 5 w 27"/>
                    <a:gd name="T11" fmla="*/ 31 h 36"/>
                    <a:gd name="T12" fmla="*/ 9 w 27"/>
                    <a:gd name="T13" fmla="*/ 36 h 36"/>
                    <a:gd name="T14" fmla="*/ 14 w 27"/>
                    <a:gd name="T15" fmla="*/ 31 h 36"/>
                    <a:gd name="T16" fmla="*/ 9 w 27"/>
                    <a:gd name="T17" fmla="*/ 22 h 36"/>
                    <a:gd name="T18" fmla="*/ 22 w 27"/>
                    <a:gd name="T19" fmla="*/ 9 h 36"/>
                    <a:gd name="T20" fmla="*/ 22 w 27"/>
                    <a:gd name="T21" fmla="*/ 13 h 36"/>
                    <a:gd name="T22" fmla="*/ 22 w 27"/>
                    <a:gd name="T23" fmla="*/ 18 h 36"/>
                    <a:gd name="T24" fmla="*/ 27 w 27"/>
                    <a:gd name="T25" fmla="*/ 13 h 36"/>
                    <a:gd name="T26" fmla="*/ 22 w 27"/>
                    <a:gd name="T27" fmla="*/ 9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7" h="36">
                      <a:moveTo>
                        <a:pt x="0" y="0"/>
                      </a:moveTo>
                      <a:lnTo>
                        <a:pt x="5" y="4"/>
                      </a:lnTo>
                      <a:lnTo>
                        <a:pt x="5" y="0"/>
                      </a:lnTo>
                      <a:lnTo>
                        <a:pt x="0" y="0"/>
                      </a:lnTo>
                      <a:close/>
                      <a:moveTo>
                        <a:pt x="9" y="22"/>
                      </a:moveTo>
                      <a:lnTo>
                        <a:pt x="5" y="31"/>
                      </a:lnTo>
                      <a:lnTo>
                        <a:pt x="9" y="36"/>
                      </a:lnTo>
                      <a:lnTo>
                        <a:pt x="14" y="31"/>
                      </a:lnTo>
                      <a:lnTo>
                        <a:pt x="9" y="22"/>
                      </a:lnTo>
                      <a:close/>
                      <a:moveTo>
                        <a:pt x="22" y="9"/>
                      </a:moveTo>
                      <a:lnTo>
                        <a:pt x="22" y="13"/>
                      </a:lnTo>
                      <a:lnTo>
                        <a:pt x="22" y="18"/>
                      </a:lnTo>
                      <a:lnTo>
                        <a:pt x="27" y="13"/>
                      </a:lnTo>
                      <a:lnTo>
                        <a:pt x="22" y="9"/>
                      </a:lnTo>
                      <a:close/>
                    </a:path>
                  </a:pathLst>
                </a:custGeom>
                <a:grpFill/>
                <a:ln w="9525" cmpd="sng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>
                    <a:latin typeface="Delivery" panose="020F0503020204020204" pitchFamily="34" charset="0"/>
                  </a:endParaRPr>
                </a:p>
              </p:txBody>
            </p:sp>
            <p:sp>
              <p:nvSpPr>
                <p:cNvPr id="531" name="Freeform 11">
                  <a:extLst>
                    <a:ext uri="{FF2B5EF4-FFF2-40B4-BE49-F238E27FC236}">
                      <a16:creationId xmlns:a16="http://schemas.microsoft.com/office/drawing/2014/main" id="{7BBD9D62-CFFF-E168-ED1D-F01CCA39C9E7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2888" y="2618"/>
                  <a:ext cx="188" cy="117"/>
                </a:xfrm>
                <a:custGeom>
                  <a:avLst/>
                  <a:gdLst>
                    <a:gd name="T0" fmla="*/ 27 w 188"/>
                    <a:gd name="T1" fmla="*/ 117 h 117"/>
                    <a:gd name="T2" fmla="*/ 45 w 188"/>
                    <a:gd name="T3" fmla="*/ 103 h 117"/>
                    <a:gd name="T4" fmla="*/ 63 w 188"/>
                    <a:gd name="T5" fmla="*/ 103 h 117"/>
                    <a:gd name="T6" fmla="*/ 63 w 188"/>
                    <a:gd name="T7" fmla="*/ 99 h 117"/>
                    <a:gd name="T8" fmla="*/ 76 w 188"/>
                    <a:gd name="T9" fmla="*/ 85 h 117"/>
                    <a:gd name="T10" fmla="*/ 85 w 188"/>
                    <a:gd name="T11" fmla="*/ 94 h 117"/>
                    <a:gd name="T12" fmla="*/ 116 w 188"/>
                    <a:gd name="T13" fmla="*/ 99 h 117"/>
                    <a:gd name="T14" fmla="*/ 121 w 188"/>
                    <a:gd name="T15" fmla="*/ 90 h 117"/>
                    <a:gd name="T16" fmla="*/ 130 w 188"/>
                    <a:gd name="T17" fmla="*/ 94 h 117"/>
                    <a:gd name="T18" fmla="*/ 147 w 188"/>
                    <a:gd name="T19" fmla="*/ 85 h 117"/>
                    <a:gd name="T20" fmla="*/ 152 w 188"/>
                    <a:gd name="T21" fmla="*/ 90 h 117"/>
                    <a:gd name="T22" fmla="*/ 161 w 188"/>
                    <a:gd name="T23" fmla="*/ 85 h 117"/>
                    <a:gd name="T24" fmla="*/ 188 w 188"/>
                    <a:gd name="T25" fmla="*/ 90 h 117"/>
                    <a:gd name="T26" fmla="*/ 188 w 188"/>
                    <a:gd name="T27" fmla="*/ 76 h 117"/>
                    <a:gd name="T28" fmla="*/ 174 w 188"/>
                    <a:gd name="T29" fmla="*/ 72 h 117"/>
                    <a:gd name="T30" fmla="*/ 161 w 188"/>
                    <a:gd name="T31" fmla="*/ 45 h 117"/>
                    <a:gd name="T32" fmla="*/ 147 w 188"/>
                    <a:gd name="T33" fmla="*/ 41 h 117"/>
                    <a:gd name="T34" fmla="*/ 143 w 188"/>
                    <a:gd name="T35" fmla="*/ 36 h 117"/>
                    <a:gd name="T36" fmla="*/ 130 w 188"/>
                    <a:gd name="T37" fmla="*/ 32 h 117"/>
                    <a:gd name="T38" fmla="*/ 125 w 188"/>
                    <a:gd name="T39" fmla="*/ 18 h 117"/>
                    <a:gd name="T40" fmla="*/ 121 w 188"/>
                    <a:gd name="T41" fmla="*/ 0 h 117"/>
                    <a:gd name="T42" fmla="*/ 112 w 188"/>
                    <a:gd name="T43" fmla="*/ 0 h 117"/>
                    <a:gd name="T44" fmla="*/ 103 w 188"/>
                    <a:gd name="T45" fmla="*/ 5 h 117"/>
                    <a:gd name="T46" fmla="*/ 89 w 188"/>
                    <a:gd name="T47" fmla="*/ 27 h 117"/>
                    <a:gd name="T48" fmla="*/ 71 w 188"/>
                    <a:gd name="T49" fmla="*/ 32 h 117"/>
                    <a:gd name="T50" fmla="*/ 67 w 188"/>
                    <a:gd name="T51" fmla="*/ 41 h 117"/>
                    <a:gd name="T52" fmla="*/ 49 w 188"/>
                    <a:gd name="T53" fmla="*/ 45 h 117"/>
                    <a:gd name="T54" fmla="*/ 36 w 188"/>
                    <a:gd name="T55" fmla="*/ 54 h 117"/>
                    <a:gd name="T56" fmla="*/ 27 w 188"/>
                    <a:gd name="T57" fmla="*/ 50 h 117"/>
                    <a:gd name="T58" fmla="*/ 18 w 188"/>
                    <a:gd name="T59" fmla="*/ 54 h 117"/>
                    <a:gd name="T60" fmla="*/ 0 w 188"/>
                    <a:gd name="T61" fmla="*/ 72 h 117"/>
                    <a:gd name="T62" fmla="*/ 4 w 188"/>
                    <a:gd name="T63" fmla="*/ 99 h 117"/>
                    <a:gd name="T64" fmla="*/ 18 w 188"/>
                    <a:gd name="T65" fmla="*/ 112 h 117"/>
                    <a:gd name="T66" fmla="*/ 27 w 188"/>
                    <a:gd name="T67" fmla="*/ 117 h 1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</a:cxnLst>
                  <a:rect l="0" t="0" r="r" b="b"/>
                  <a:pathLst>
                    <a:path w="188" h="117">
                      <a:moveTo>
                        <a:pt x="27" y="117"/>
                      </a:moveTo>
                      <a:lnTo>
                        <a:pt x="45" y="103"/>
                      </a:lnTo>
                      <a:lnTo>
                        <a:pt x="63" y="103"/>
                      </a:lnTo>
                      <a:lnTo>
                        <a:pt x="63" y="99"/>
                      </a:lnTo>
                      <a:lnTo>
                        <a:pt x="76" y="85"/>
                      </a:lnTo>
                      <a:lnTo>
                        <a:pt x="85" y="94"/>
                      </a:lnTo>
                      <a:lnTo>
                        <a:pt x="116" y="99"/>
                      </a:lnTo>
                      <a:lnTo>
                        <a:pt x="121" y="90"/>
                      </a:lnTo>
                      <a:lnTo>
                        <a:pt x="130" y="94"/>
                      </a:lnTo>
                      <a:lnTo>
                        <a:pt x="147" y="85"/>
                      </a:lnTo>
                      <a:lnTo>
                        <a:pt x="152" y="90"/>
                      </a:lnTo>
                      <a:lnTo>
                        <a:pt x="161" y="85"/>
                      </a:lnTo>
                      <a:lnTo>
                        <a:pt x="188" y="90"/>
                      </a:lnTo>
                      <a:lnTo>
                        <a:pt x="188" y="76"/>
                      </a:lnTo>
                      <a:lnTo>
                        <a:pt x="174" y="72"/>
                      </a:lnTo>
                      <a:lnTo>
                        <a:pt x="161" y="45"/>
                      </a:lnTo>
                      <a:lnTo>
                        <a:pt x="147" y="41"/>
                      </a:lnTo>
                      <a:lnTo>
                        <a:pt x="143" y="36"/>
                      </a:lnTo>
                      <a:lnTo>
                        <a:pt x="130" y="32"/>
                      </a:lnTo>
                      <a:lnTo>
                        <a:pt x="125" y="18"/>
                      </a:lnTo>
                      <a:lnTo>
                        <a:pt x="121" y="0"/>
                      </a:lnTo>
                      <a:lnTo>
                        <a:pt x="112" y="0"/>
                      </a:lnTo>
                      <a:lnTo>
                        <a:pt x="103" y="5"/>
                      </a:lnTo>
                      <a:lnTo>
                        <a:pt x="89" y="27"/>
                      </a:lnTo>
                      <a:lnTo>
                        <a:pt x="71" y="32"/>
                      </a:lnTo>
                      <a:lnTo>
                        <a:pt x="67" y="41"/>
                      </a:lnTo>
                      <a:lnTo>
                        <a:pt x="49" y="45"/>
                      </a:lnTo>
                      <a:lnTo>
                        <a:pt x="36" y="54"/>
                      </a:lnTo>
                      <a:lnTo>
                        <a:pt x="27" y="50"/>
                      </a:lnTo>
                      <a:lnTo>
                        <a:pt x="18" y="54"/>
                      </a:lnTo>
                      <a:lnTo>
                        <a:pt x="0" y="72"/>
                      </a:lnTo>
                      <a:lnTo>
                        <a:pt x="4" y="99"/>
                      </a:lnTo>
                      <a:lnTo>
                        <a:pt x="18" y="112"/>
                      </a:lnTo>
                      <a:lnTo>
                        <a:pt x="27" y="117"/>
                      </a:lnTo>
                      <a:close/>
                    </a:path>
                  </a:pathLst>
                </a:custGeom>
                <a:grpFill/>
                <a:ln w="9525" cmpd="sng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>
                    <a:latin typeface="Delivery" panose="020F0503020204020204" pitchFamily="34" charset="0"/>
                  </a:endParaRPr>
                </a:p>
              </p:txBody>
            </p:sp>
            <p:sp>
              <p:nvSpPr>
                <p:cNvPr id="532" name="Freeform 12">
                  <a:extLst>
                    <a:ext uri="{FF2B5EF4-FFF2-40B4-BE49-F238E27FC236}">
                      <a16:creationId xmlns:a16="http://schemas.microsoft.com/office/drawing/2014/main" id="{519BE006-C965-8AD6-7EE9-251B7874D6F5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2875" y="2426"/>
                  <a:ext cx="147" cy="246"/>
                </a:xfrm>
                <a:custGeom>
                  <a:avLst/>
                  <a:gdLst>
                    <a:gd name="T0" fmla="*/ 0 w 147"/>
                    <a:gd name="T1" fmla="*/ 152 h 246"/>
                    <a:gd name="T2" fmla="*/ 4 w 147"/>
                    <a:gd name="T3" fmla="*/ 157 h 246"/>
                    <a:gd name="T4" fmla="*/ 13 w 147"/>
                    <a:gd name="T5" fmla="*/ 170 h 246"/>
                    <a:gd name="T6" fmla="*/ 17 w 147"/>
                    <a:gd name="T7" fmla="*/ 166 h 246"/>
                    <a:gd name="T8" fmla="*/ 22 w 147"/>
                    <a:gd name="T9" fmla="*/ 183 h 246"/>
                    <a:gd name="T10" fmla="*/ 22 w 147"/>
                    <a:gd name="T11" fmla="*/ 197 h 246"/>
                    <a:gd name="T12" fmla="*/ 26 w 147"/>
                    <a:gd name="T13" fmla="*/ 210 h 246"/>
                    <a:gd name="T14" fmla="*/ 9 w 147"/>
                    <a:gd name="T15" fmla="*/ 206 h 246"/>
                    <a:gd name="T16" fmla="*/ 9 w 147"/>
                    <a:gd name="T17" fmla="*/ 215 h 246"/>
                    <a:gd name="T18" fmla="*/ 26 w 147"/>
                    <a:gd name="T19" fmla="*/ 237 h 246"/>
                    <a:gd name="T20" fmla="*/ 31 w 147"/>
                    <a:gd name="T21" fmla="*/ 246 h 246"/>
                    <a:gd name="T22" fmla="*/ 40 w 147"/>
                    <a:gd name="T23" fmla="*/ 242 h 246"/>
                    <a:gd name="T24" fmla="*/ 49 w 147"/>
                    <a:gd name="T25" fmla="*/ 246 h 246"/>
                    <a:gd name="T26" fmla="*/ 62 w 147"/>
                    <a:gd name="T27" fmla="*/ 237 h 246"/>
                    <a:gd name="T28" fmla="*/ 80 w 147"/>
                    <a:gd name="T29" fmla="*/ 233 h 246"/>
                    <a:gd name="T30" fmla="*/ 84 w 147"/>
                    <a:gd name="T31" fmla="*/ 224 h 246"/>
                    <a:gd name="T32" fmla="*/ 102 w 147"/>
                    <a:gd name="T33" fmla="*/ 219 h 246"/>
                    <a:gd name="T34" fmla="*/ 116 w 147"/>
                    <a:gd name="T35" fmla="*/ 197 h 246"/>
                    <a:gd name="T36" fmla="*/ 125 w 147"/>
                    <a:gd name="T37" fmla="*/ 192 h 246"/>
                    <a:gd name="T38" fmla="*/ 134 w 147"/>
                    <a:gd name="T39" fmla="*/ 192 h 246"/>
                    <a:gd name="T40" fmla="*/ 129 w 147"/>
                    <a:gd name="T41" fmla="*/ 183 h 246"/>
                    <a:gd name="T42" fmla="*/ 129 w 147"/>
                    <a:gd name="T43" fmla="*/ 179 h 246"/>
                    <a:gd name="T44" fmla="*/ 120 w 147"/>
                    <a:gd name="T45" fmla="*/ 166 h 246"/>
                    <a:gd name="T46" fmla="*/ 125 w 147"/>
                    <a:gd name="T47" fmla="*/ 152 h 246"/>
                    <a:gd name="T48" fmla="*/ 134 w 147"/>
                    <a:gd name="T49" fmla="*/ 148 h 246"/>
                    <a:gd name="T50" fmla="*/ 129 w 147"/>
                    <a:gd name="T51" fmla="*/ 143 h 246"/>
                    <a:gd name="T52" fmla="*/ 134 w 147"/>
                    <a:gd name="T53" fmla="*/ 139 h 246"/>
                    <a:gd name="T54" fmla="*/ 134 w 147"/>
                    <a:gd name="T55" fmla="*/ 130 h 246"/>
                    <a:gd name="T56" fmla="*/ 147 w 147"/>
                    <a:gd name="T57" fmla="*/ 125 h 246"/>
                    <a:gd name="T58" fmla="*/ 147 w 147"/>
                    <a:gd name="T59" fmla="*/ 67 h 246"/>
                    <a:gd name="T60" fmla="*/ 35 w 147"/>
                    <a:gd name="T61" fmla="*/ 0 h 246"/>
                    <a:gd name="T62" fmla="*/ 22 w 147"/>
                    <a:gd name="T63" fmla="*/ 9 h 246"/>
                    <a:gd name="T64" fmla="*/ 31 w 147"/>
                    <a:gd name="T65" fmla="*/ 27 h 246"/>
                    <a:gd name="T66" fmla="*/ 31 w 147"/>
                    <a:gd name="T67" fmla="*/ 40 h 246"/>
                    <a:gd name="T68" fmla="*/ 40 w 147"/>
                    <a:gd name="T69" fmla="*/ 49 h 246"/>
                    <a:gd name="T70" fmla="*/ 31 w 147"/>
                    <a:gd name="T71" fmla="*/ 67 h 246"/>
                    <a:gd name="T72" fmla="*/ 26 w 147"/>
                    <a:gd name="T73" fmla="*/ 112 h 246"/>
                    <a:gd name="T74" fmla="*/ 4 w 147"/>
                    <a:gd name="T75" fmla="*/ 130 h 246"/>
                    <a:gd name="T76" fmla="*/ 0 w 147"/>
                    <a:gd name="T77" fmla="*/ 139 h 246"/>
                    <a:gd name="T78" fmla="*/ 0 w 147"/>
                    <a:gd name="T79" fmla="*/ 152 h 2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</a:cxnLst>
                  <a:rect l="0" t="0" r="r" b="b"/>
                  <a:pathLst>
                    <a:path w="147" h="246">
                      <a:moveTo>
                        <a:pt x="0" y="152"/>
                      </a:moveTo>
                      <a:lnTo>
                        <a:pt x="4" y="157"/>
                      </a:lnTo>
                      <a:lnTo>
                        <a:pt x="13" y="170"/>
                      </a:lnTo>
                      <a:lnTo>
                        <a:pt x="17" y="166"/>
                      </a:lnTo>
                      <a:lnTo>
                        <a:pt x="22" y="183"/>
                      </a:lnTo>
                      <a:lnTo>
                        <a:pt x="22" y="197"/>
                      </a:lnTo>
                      <a:lnTo>
                        <a:pt x="26" y="210"/>
                      </a:lnTo>
                      <a:lnTo>
                        <a:pt x="9" y="206"/>
                      </a:lnTo>
                      <a:lnTo>
                        <a:pt x="9" y="215"/>
                      </a:lnTo>
                      <a:lnTo>
                        <a:pt x="26" y="237"/>
                      </a:lnTo>
                      <a:lnTo>
                        <a:pt x="31" y="246"/>
                      </a:lnTo>
                      <a:lnTo>
                        <a:pt x="40" y="242"/>
                      </a:lnTo>
                      <a:lnTo>
                        <a:pt x="49" y="246"/>
                      </a:lnTo>
                      <a:lnTo>
                        <a:pt x="62" y="237"/>
                      </a:lnTo>
                      <a:lnTo>
                        <a:pt x="80" y="233"/>
                      </a:lnTo>
                      <a:lnTo>
                        <a:pt x="84" y="224"/>
                      </a:lnTo>
                      <a:lnTo>
                        <a:pt x="102" y="219"/>
                      </a:lnTo>
                      <a:lnTo>
                        <a:pt x="116" y="197"/>
                      </a:lnTo>
                      <a:lnTo>
                        <a:pt x="125" y="192"/>
                      </a:lnTo>
                      <a:lnTo>
                        <a:pt x="134" y="192"/>
                      </a:lnTo>
                      <a:lnTo>
                        <a:pt x="129" y="183"/>
                      </a:lnTo>
                      <a:lnTo>
                        <a:pt x="129" y="179"/>
                      </a:lnTo>
                      <a:lnTo>
                        <a:pt x="120" y="166"/>
                      </a:lnTo>
                      <a:lnTo>
                        <a:pt x="125" y="152"/>
                      </a:lnTo>
                      <a:lnTo>
                        <a:pt x="134" y="148"/>
                      </a:lnTo>
                      <a:lnTo>
                        <a:pt x="129" y="143"/>
                      </a:lnTo>
                      <a:lnTo>
                        <a:pt x="134" y="139"/>
                      </a:lnTo>
                      <a:lnTo>
                        <a:pt x="134" y="130"/>
                      </a:lnTo>
                      <a:lnTo>
                        <a:pt x="147" y="125"/>
                      </a:lnTo>
                      <a:lnTo>
                        <a:pt x="147" y="67"/>
                      </a:lnTo>
                      <a:lnTo>
                        <a:pt x="35" y="0"/>
                      </a:lnTo>
                      <a:lnTo>
                        <a:pt x="22" y="9"/>
                      </a:lnTo>
                      <a:lnTo>
                        <a:pt x="31" y="27"/>
                      </a:lnTo>
                      <a:lnTo>
                        <a:pt x="31" y="40"/>
                      </a:lnTo>
                      <a:lnTo>
                        <a:pt x="40" y="49"/>
                      </a:lnTo>
                      <a:lnTo>
                        <a:pt x="31" y="67"/>
                      </a:lnTo>
                      <a:lnTo>
                        <a:pt x="26" y="112"/>
                      </a:lnTo>
                      <a:lnTo>
                        <a:pt x="4" y="130"/>
                      </a:lnTo>
                      <a:lnTo>
                        <a:pt x="0" y="139"/>
                      </a:lnTo>
                      <a:lnTo>
                        <a:pt x="0" y="152"/>
                      </a:lnTo>
                      <a:close/>
                    </a:path>
                  </a:pathLst>
                </a:custGeom>
                <a:grpFill/>
                <a:ln w="9525" cmpd="sng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>
                    <a:latin typeface="Delivery" panose="020F0503020204020204" pitchFamily="34" charset="0"/>
                  </a:endParaRPr>
                </a:p>
              </p:txBody>
            </p:sp>
            <p:sp>
              <p:nvSpPr>
                <p:cNvPr id="533" name="Freeform 13">
                  <a:extLst>
                    <a:ext uri="{FF2B5EF4-FFF2-40B4-BE49-F238E27FC236}">
                      <a16:creationId xmlns:a16="http://schemas.microsoft.com/office/drawing/2014/main" id="{BBF2152D-AF1F-B5E7-1C58-4CBB3C0358D1}"/>
                    </a:ext>
                  </a:extLst>
                </p:cNvPr>
                <p:cNvSpPr>
                  <a:spLocks noEditPoints="1"/>
                </p:cNvSpPr>
                <p:nvPr/>
              </p:nvSpPr>
              <p:spPr bwMode="gray">
                <a:xfrm>
                  <a:off x="3303" y="2945"/>
                  <a:ext cx="18" cy="17"/>
                </a:xfrm>
                <a:custGeom>
                  <a:avLst/>
                  <a:gdLst>
                    <a:gd name="T0" fmla="*/ 5 w 18"/>
                    <a:gd name="T1" fmla="*/ 9 h 17"/>
                    <a:gd name="T2" fmla="*/ 5 w 18"/>
                    <a:gd name="T3" fmla="*/ 4 h 17"/>
                    <a:gd name="T4" fmla="*/ 5 w 18"/>
                    <a:gd name="T5" fmla="*/ 0 h 17"/>
                    <a:gd name="T6" fmla="*/ 0 w 18"/>
                    <a:gd name="T7" fmla="*/ 4 h 17"/>
                    <a:gd name="T8" fmla="*/ 0 w 18"/>
                    <a:gd name="T9" fmla="*/ 9 h 17"/>
                    <a:gd name="T10" fmla="*/ 5 w 18"/>
                    <a:gd name="T11" fmla="*/ 9 h 17"/>
                    <a:gd name="T12" fmla="*/ 18 w 18"/>
                    <a:gd name="T13" fmla="*/ 13 h 17"/>
                    <a:gd name="T14" fmla="*/ 18 w 18"/>
                    <a:gd name="T15" fmla="*/ 17 h 17"/>
                    <a:gd name="T16" fmla="*/ 18 w 18"/>
                    <a:gd name="T17" fmla="*/ 13 h 17"/>
                    <a:gd name="T18" fmla="*/ 18 w 18"/>
                    <a:gd name="T19" fmla="*/ 13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8" h="17">
                      <a:moveTo>
                        <a:pt x="5" y="9"/>
                      </a:moveTo>
                      <a:lnTo>
                        <a:pt x="5" y="4"/>
                      </a:lnTo>
                      <a:lnTo>
                        <a:pt x="5" y="0"/>
                      </a:lnTo>
                      <a:lnTo>
                        <a:pt x="0" y="4"/>
                      </a:lnTo>
                      <a:lnTo>
                        <a:pt x="0" y="9"/>
                      </a:lnTo>
                      <a:lnTo>
                        <a:pt x="5" y="9"/>
                      </a:lnTo>
                      <a:close/>
                      <a:moveTo>
                        <a:pt x="18" y="13"/>
                      </a:moveTo>
                      <a:lnTo>
                        <a:pt x="18" y="17"/>
                      </a:lnTo>
                      <a:lnTo>
                        <a:pt x="18" y="13"/>
                      </a:lnTo>
                      <a:lnTo>
                        <a:pt x="18" y="13"/>
                      </a:lnTo>
                      <a:close/>
                    </a:path>
                  </a:pathLst>
                </a:custGeom>
                <a:grpFill/>
                <a:ln w="9525" cmpd="sng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>
                    <a:latin typeface="Delivery" panose="020F0503020204020204" pitchFamily="34" charset="0"/>
                  </a:endParaRPr>
                </a:p>
              </p:txBody>
            </p:sp>
            <p:sp>
              <p:nvSpPr>
                <p:cNvPr id="534" name="Freeform 14">
                  <a:extLst>
                    <a:ext uri="{FF2B5EF4-FFF2-40B4-BE49-F238E27FC236}">
                      <a16:creationId xmlns:a16="http://schemas.microsoft.com/office/drawing/2014/main" id="{61856BC8-CBC1-74F3-A2DC-134671C76EFE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3326" y="2962"/>
                  <a:ext cx="9" cy="9"/>
                </a:xfrm>
                <a:custGeom>
                  <a:avLst/>
                  <a:gdLst>
                    <a:gd name="T0" fmla="*/ 9 w 9"/>
                    <a:gd name="T1" fmla="*/ 9 h 9"/>
                    <a:gd name="T2" fmla="*/ 9 w 9"/>
                    <a:gd name="T3" fmla="*/ 9 h 9"/>
                    <a:gd name="T4" fmla="*/ 9 w 9"/>
                    <a:gd name="T5" fmla="*/ 5 h 9"/>
                    <a:gd name="T6" fmla="*/ 4 w 9"/>
                    <a:gd name="T7" fmla="*/ 5 h 9"/>
                    <a:gd name="T8" fmla="*/ 0 w 9"/>
                    <a:gd name="T9" fmla="*/ 0 h 9"/>
                    <a:gd name="T10" fmla="*/ 4 w 9"/>
                    <a:gd name="T11" fmla="*/ 9 h 9"/>
                    <a:gd name="T12" fmla="*/ 9 w 9"/>
                    <a:gd name="T13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9" h="9">
                      <a:moveTo>
                        <a:pt x="9" y="9"/>
                      </a:moveTo>
                      <a:lnTo>
                        <a:pt x="9" y="9"/>
                      </a:lnTo>
                      <a:lnTo>
                        <a:pt x="9" y="5"/>
                      </a:lnTo>
                      <a:lnTo>
                        <a:pt x="4" y="5"/>
                      </a:lnTo>
                      <a:lnTo>
                        <a:pt x="0" y="0"/>
                      </a:lnTo>
                      <a:lnTo>
                        <a:pt x="4" y="9"/>
                      </a:lnTo>
                      <a:lnTo>
                        <a:pt x="9" y="9"/>
                      </a:lnTo>
                      <a:close/>
                    </a:path>
                  </a:pathLst>
                </a:custGeom>
                <a:grpFill/>
                <a:ln w="9525" cmpd="sng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>
                    <a:latin typeface="Delivery" panose="020F0503020204020204" pitchFamily="34" charset="0"/>
                  </a:endParaRPr>
                </a:p>
              </p:txBody>
            </p:sp>
            <p:sp>
              <p:nvSpPr>
                <p:cNvPr id="535" name="Freeform 15">
                  <a:extLst>
                    <a:ext uri="{FF2B5EF4-FFF2-40B4-BE49-F238E27FC236}">
                      <a16:creationId xmlns:a16="http://schemas.microsoft.com/office/drawing/2014/main" id="{A13858F5-DE47-FAC6-FBA7-39188C66F1A0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2839" y="2721"/>
                  <a:ext cx="112" cy="134"/>
                </a:xfrm>
                <a:custGeom>
                  <a:avLst/>
                  <a:gdLst>
                    <a:gd name="T0" fmla="*/ 0 w 112"/>
                    <a:gd name="T1" fmla="*/ 112 h 134"/>
                    <a:gd name="T2" fmla="*/ 9 w 112"/>
                    <a:gd name="T3" fmla="*/ 125 h 134"/>
                    <a:gd name="T4" fmla="*/ 13 w 112"/>
                    <a:gd name="T5" fmla="*/ 134 h 134"/>
                    <a:gd name="T6" fmla="*/ 22 w 112"/>
                    <a:gd name="T7" fmla="*/ 125 h 134"/>
                    <a:gd name="T8" fmla="*/ 27 w 112"/>
                    <a:gd name="T9" fmla="*/ 125 h 134"/>
                    <a:gd name="T10" fmla="*/ 36 w 112"/>
                    <a:gd name="T11" fmla="*/ 130 h 134"/>
                    <a:gd name="T12" fmla="*/ 40 w 112"/>
                    <a:gd name="T13" fmla="*/ 125 h 134"/>
                    <a:gd name="T14" fmla="*/ 49 w 112"/>
                    <a:gd name="T15" fmla="*/ 125 h 134"/>
                    <a:gd name="T16" fmla="*/ 58 w 112"/>
                    <a:gd name="T17" fmla="*/ 130 h 134"/>
                    <a:gd name="T18" fmla="*/ 71 w 112"/>
                    <a:gd name="T19" fmla="*/ 121 h 134"/>
                    <a:gd name="T20" fmla="*/ 76 w 112"/>
                    <a:gd name="T21" fmla="*/ 107 h 134"/>
                    <a:gd name="T22" fmla="*/ 76 w 112"/>
                    <a:gd name="T23" fmla="*/ 90 h 134"/>
                    <a:gd name="T24" fmla="*/ 98 w 112"/>
                    <a:gd name="T25" fmla="*/ 72 h 134"/>
                    <a:gd name="T26" fmla="*/ 103 w 112"/>
                    <a:gd name="T27" fmla="*/ 40 h 134"/>
                    <a:gd name="T28" fmla="*/ 112 w 112"/>
                    <a:gd name="T29" fmla="*/ 9 h 134"/>
                    <a:gd name="T30" fmla="*/ 112 w 112"/>
                    <a:gd name="T31" fmla="*/ 0 h 134"/>
                    <a:gd name="T32" fmla="*/ 94 w 112"/>
                    <a:gd name="T33" fmla="*/ 0 h 134"/>
                    <a:gd name="T34" fmla="*/ 76 w 112"/>
                    <a:gd name="T35" fmla="*/ 14 h 134"/>
                    <a:gd name="T36" fmla="*/ 71 w 112"/>
                    <a:gd name="T37" fmla="*/ 31 h 134"/>
                    <a:gd name="T38" fmla="*/ 58 w 112"/>
                    <a:gd name="T39" fmla="*/ 27 h 134"/>
                    <a:gd name="T40" fmla="*/ 36 w 112"/>
                    <a:gd name="T41" fmla="*/ 27 h 134"/>
                    <a:gd name="T42" fmla="*/ 31 w 112"/>
                    <a:gd name="T43" fmla="*/ 40 h 134"/>
                    <a:gd name="T44" fmla="*/ 49 w 112"/>
                    <a:gd name="T45" fmla="*/ 40 h 134"/>
                    <a:gd name="T46" fmla="*/ 49 w 112"/>
                    <a:gd name="T47" fmla="*/ 49 h 134"/>
                    <a:gd name="T48" fmla="*/ 45 w 112"/>
                    <a:gd name="T49" fmla="*/ 54 h 134"/>
                    <a:gd name="T50" fmla="*/ 49 w 112"/>
                    <a:gd name="T51" fmla="*/ 76 h 134"/>
                    <a:gd name="T52" fmla="*/ 49 w 112"/>
                    <a:gd name="T53" fmla="*/ 90 h 134"/>
                    <a:gd name="T54" fmla="*/ 31 w 112"/>
                    <a:gd name="T55" fmla="*/ 94 h 134"/>
                    <a:gd name="T56" fmla="*/ 22 w 112"/>
                    <a:gd name="T57" fmla="*/ 85 h 134"/>
                    <a:gd name="T58" fmla="*/ 13 w 112"/>
                    <a:gd name="T59" fmla="*/ 94 h 134"/>
                    <a:gd name="T60" fmla="*/ 4 w 112"/>
                    <a:gd name="T61" fmla="*/ 94 h 134"/>
                    <a:gd name="T62" fmla="*/ 9 w 112"/>
                    <a:gd name="T63" fmla="*/ 98 h 134"/>
                    <a:gd name="T64" fmla="*/ 9 w 112"/>
                    <a:gd name="T65" fmla="*/ 107 h 134"/>
                    <a:gd name="T66" fmla="*/ 4 w 112"/>
                    <a:gd name="T67" fmla="*/ 107 h 134"/>
                    <a:gd name="T68" fmla="*/ 0 w 112"/>
                    <a:gd name="T69" fmla="*/ 112 h 1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</a:cxnLst>
                  <a:rect l="0" t="0" r="r" b="b"/>
                  <a:pathLst>
                    <a:path w="112" h="134">
                      <a:moveTo>
                        <a:pt x="0" y="112"/>
                      </a:moveTo>
                      <a:lnTo>
                        <a:pt x="9" y="125"/>
                      </a:lnTo>
                      <a:lnTo>
                        <a:pt x="13" y="134"/>
                      </a:lnTo>
                      <a:lnTo>
                        <a:pt x="22" y="125"/>
                      </a:lnTo>
                      <a:lnTo>
                        <a:pt x="27" y="125"/>
                      </a:lnTo>
                      <a:lnTo>
                        <a:pt x="36" y="130"/>
                      </a:lnTo>
                      <a:lnTo>
                        <a:pt x="40" y="125"/>
                      </a:lnTo>
                      <a:lnTo>
                        <a:pt x="49" y="125"/>
                      </a:lnTo>
                      <a:lnTo>
                        <a:pt x="58" y="130"/>
                      </a:lnTo>
                      <a:lnTo>
                        <a:pt x="71" y="121"/>
                      </a:lnTo>
                      <a:lnTo>
                        <a:pt x="76" y="107"/>
                      </a:lnTo>
                      <a:lnTo>
                        <a:pt x="76" y="90"/>
                      </a:lnTo>
                      <a:lnTo>
                        <a:pt x="98" y="72"/>
                      </a:lnTo>
                      <a:lnTo>
                        <a:pt x="103" y="40"/>
                      </a:lnTo>
                      <a:lnTo>
                        <a:pt x="112" y="9"/>
                      </a:lnTo>
                      <a:lnTo>
                        <a:pt x="112" y="0"/>
                      </a:lnTo>
                      <a:lnTo>
                        <a:pt x="94" y="0"/>
                      </a:lnTo>
                      <a:lnTo>
                        <a:pt x="76" y="14"/>
                      </a:lnTo>
                      <a:lnTo>
                        <a:pt x="71" y="31"/>
                      </a:lnTo>
                      <a:lnTo>
                        <a:pt x="58" y="27"/>
                      </a:lnTo>
                      <a:lnTo>
                        <a:pt x="36" y="27"/>
                      </a:lnTo>
                      <a:lnTo>
                        <a:pt x="31" y="40"/>
                      </a:lnTo>
                      <a:lnTo>
                        <a:pt x="49" y="40"/>
                      </a:lnTo>
                      <a:lnTo>
                        <a:pt x="49" y="49"/>
                      </a:lnTo>
                      <a:lnTo>
                        <a:pt x="45" y="54"/>
                      </a:lnTo>
                      <a:lnTo>
                        <a:pt x="49" y="76"/>
                      </a:lnTo>
                      <a:lnTo>
                        <a:pt x="49" y="90"/>
                      </a:lnTo>
                      <a:lnTo>
                        <a:pt x="31" y="94"/>
                      </a:lnTo>
                      <a:lnTo>
                        <a:pt x="22" y="85"/>
                      </a:lnTo>
                      <a:lnTo>
                        <a:pt x="13" y="94"/>
                      </a:lnTo>
                      <a:lnTo>
                        <a:pt x="4" y="94"/>
                      </a:lnTo>
                      <a:lnTo>
                        <a:pt x="9" y="98"/>
                      </a:lnTo>
                      <a:lnTo>
                        <a:pt x="9" y="107"/>
                      </a:lnTo>
                      <a:lnTo>
                        <a:pt x="4" y="107"/>
                      </a:lnTo>
                      <a:lnTo>
                        <a:pt x="0" y="112"/>
                      </a:lnTo>
                      <a:close/>
                    </a:path>
                  </a:pathLst>
                </a:custGeom>
                <a:grpFill/>
                <a:ln w="9525" cmpd="sng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>
                    <a:latin typeface="Delivery" panose="020F0503020204020204" pitchFamily="34" charset="0"/>
                  </a:endParaRPr>
                </a:p>
              </p:txBody>
            </p:sp>
            <p:sp>
              <p:nvSpPr>
                <p:cNvPr id="536" name="Freeform 16">
                  <a:extLst>
                    <a:ext uri="{FF2B5EF4-FFF2-40B4-BE49-F238E27FC236}">
                      <a16:creationId xmlns:a16="http://schemas.microsoft.com/office/drawing/2014/main" id="{3946C6CE-4A21-B630-512D-C1DCA1785969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2857" y="2703"/>
                  <a:ext cx="272" cy="268"/>
                </a:xfrm>
                <a:custGeom>
                  <a:avLst/>
                  <a:gdLst>
                    <a:gd name="T0" fmla="*/ 18 w 272"/>
                    <a:gd name="T1" fmla="*/ 148 h 268"/>
                    <a:gd name="T2" fmla="*/ 31 w 272"/>
                    <a:gd name="T3" fmla="*/ 143 h 268"/>
                    <a:gd name="T4" fmla="*/ 53 w 272"/>
                    <a:gd name="T5" fmla="*/ 139 h 268"/>
                    <a:gd name="T6" fmla="*/ 58 w 272"/>
                    <a:gd name="T7" fmla="*/ 108 h 268"/>
                    <a:gd name="T8" fmla="*/ 85 w 272"/>
                    <a:gd name="T9" fmla="*/ 58 h 268"/>
                    <a:gd name="T10" fmla="*/ 94 w 272"/>
                    <a:gd name="T11" fmla="*/ 18 h 268"/>
                    <a:gd name="T12" fmla="*/ 107 w 272"/>
                    <a:gd name="T13" fmla="*/ 0 h 268"/>
                    <a:gd name="T14" fmla="*/ 147 w 272"/>
                    <a:gd name="T15" fmla="*/ 14 h 268"/>
                    <a:gd name="T16" fmla="*/ 161 w 272"/>
                    <a:gd name="T17" fmla="*/ 9 h 268"/>
                    <a:gd name="T18" fmla="*/ 183 w 272"/>
                    <a:gd name="T19" fmla="*/ 5 h 268"/>
                    <a:gd name="T20" fmla="*/ 219 w 272"/>
                    <a:gd name="T21" fmla="*/ 5 h 268"/>
                    <a:gd name="T22" fmla="*/ 254 w 272"/>
                    <a:gd name="T23" fmla="*/ 9 h 268"/>
                    <a:gd name="T24" fmla="*/ 268 w 272"/>
                    <a:gd name="T25" fmla="*/ 41 h 268"/>
                    <a:gd name="T26" fmla="*/ 254 w 272"/>
                    <a:gd name="T27" fmla="*/ 67 h 268"/>
                    <a:gd name="T28" fmla="*/ 245 w 272"/>
                    <a:gd name="T29" fmla="*/ 103 h 268"/>
                    <a:gd name="T30" fmla="*/ 245 w 272"/>
                    <a:gd name="T31" fmla="*/ 116 h 268"/>
                    <a:gd name="T32" fmla="*/ 245 w 272"/>
                    <a:gd name="T33" fmla="*/ 130 h 268"/>
                    <a:gd name="T34" fmla="*/ 245 w 272"/>
                    <a:gd name="T35" fmla="*/ 139 h 268"/>
                    <a:gd name="T36" fmla="*/ 245 w 272"/>
                    <a:gd name="T37" fmla="*/ 166 h 268"/>
                    <a:gd name="T38" fmla="*/ 263 w 272"/>
                    <a:gd name="T39" fmla="*/ 201 h 268"/>
                    <a:gd name="T40" fmla="*/ 236 w 272"/>
                    <a:gd name="T41" fmla="*/ 219 h 268"/>
                    <a:gd name="T42" fmla="*/ 245 w 272"/>
                    <a:gd name="T43" fmla="*/ 259 h 268"/>
                    <a:gd name="T44" fmla="*/ 259 w 272"/>
                    <a:gd name="T45" fmla="*/ 268 h 268"/>
                    <a:gd name="T46" fmla="*/ 232 w 272"/>
                    <a:gd name="T47" fmla="*/ 259 h 268"/>
                    <a:gd name="T48" fmla="*/ 219 w 272"/>
                    <a:gd name="T49" fmla="*/ 246 h 268"/>
                    <a:gd name="T50" fmla="*/ 187 w 272"/>
                    <a:gd name="T51" fmla="*/ 237 h 268"/>
                    <a:gd name="T52" fmla="*/ 169 w 272"/>
                    <a:gd name="T53" fmla="*/ 233 h 268"/>
                    <a:gd name="T54" fmla="*/ 134 w 272"/>
                    <a:gd name="T55" fmla="*/ 184 h 268"/>
                    <a:gd name="T56" fmla="*/ 120 w 272"/>
                    <a:gd name="T57" fmla="*/ 179 h 268"/>
                    <a:gd name="T58" fmla="*/ 102 w 272"/>
                    <a:gd name="T59" fmla="*/ 197 h 268"/>
                    <a:gd name="T60" fmla="*/ 71 w 272"/>
                    <a:gd name="T61" fmla="*/ 184 h 268"/>
                    <a:gd name="T62" fmla="*/ 67 w 272"/>
                    <a:gd name="T63" fmla="*/ 166 h 268"/>
                    <a:gd name="T64" fmla="*/ 0 w 272"/>
                    <a:gd name="T65" fmla="*/ 161 h 268"/>
                    <a:gd name="T66" fmla="*/ 9 w 272"/>
                    <a:gd name="T67" fmla="*/ 143 h 2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</a:cxnLst>
                  <a:rect l="0" t="0" r="r" b="b"/>
                  <a:pathLst>
                    <a:path w="272" h="268">
                      <a:moveTo>
                        <a:pt x="9" y="143"/>
                      </a:moveTo>
                      <a:lnTo>
                        <a:pt x="18" y="148"/>
                      </a:lnTo>
                      <a:lnTo>
                        <a:pt x="22" y="143"/>
                      </a:lnTo>
                      <a:lnTo>
                        <a:pt x="31" y="143"/>
                      </a:lnTo>
                      <a:lnTo>
                        <a:pt x="40" y="148"/>
                      </a:lnTo>
                      <a:lnTo>
                        <a:pt x="53" y="139"/>
                      </a:lnTo>
                      <a:lnTo>
                        <a:pt x="58" y="125"/>
                      </a:lnTo>
                      <a:lnTo>
                        <a:pt x="58" y="108"/>
                      </a:lnTo>
                      <a:lnTo>
                        <a:pt x="80" y="90"/>
                      </a:lnTo>
                      <a:lnTo>
                        <a:pt x="85" y="58"/>
                      </a:lnTo>
                      <a:lnTo>
                        <a:pt x="94" y="27"/>
                      </a:lnTo>
                      <a:lnTo>
                        <a:pt x="94" y="18"/>
                      </a:lnTo>
                      <a:lnTo>
                        <a:pt x="94" y="14"/>
                      </a:lnTo>
                      <a:lnTo>
                        <a:pt x="107" y="0"/>
                      </a:lnTo>
                      <a:lnTo>
                        <a:pt x="116" y="9"/>
                      </a:lnTo>
                      <a:lnTo>
                        <a:pt x="147" y="14"/>
                      </a:lnTo>
                      <a:lnTo>
                        <a:pt x="152" y="5"/>
                      </a:lnTo>
                      <a:lnTo>
                        <a:pt x="161" y="9"/>
                      </a:lnTo>
                      <a:lnTo>
                        <a:pt x="178" y="0"/>
                      </a:lnTo>
                      <a:lnTo>
                        <a:pt x="183" y="5"/>
                      </a:lnTo>
                      <a:lnTo>
                        <a:pt x="192" y="0"/>
                      </a:lnTo>
                      <a:lnTo>
                        <a:pt x="219" y="5"/>
                      </a:lnTo>
                      <a:lnTo>
                        <a:pt x="232" y="14"/>
                      </a:lnTo>
                      <a:lnTo>
                        <a:pt x="254" y="9"/>
                      </a:lnTo>
                      <a:lnTo>
                        <a:pt x="268" y="23"/>
                      </a:lnTo>
                      <a:lnTo>
                        <a:pt x="268" y="41"/>
                      </a:lnTo>
                      <a:lnTo>
                        <a:pt x="272" y="45"/>
                      </a:lnTo>
                      <a:lnTo>
                        <a:pt x="254" y="67"/>
                      </a:lnTo>
                      <a:lnTo>
                        <a:pt x="254" y="99"/>
                      </a:lnTo>
                      <a:lnTo>
                        <a:pt x="245" y="103"/>
                      </a:lnTo>
                      <a:lnTo>
                        <a:pt x="245" y="108"/>
                      </a:lnTo>
                      <a:lnTo>
                        <a:pt x="245" y="116"/>
                      </a:lnTo>
                      <a:lnTo>
                        <a:pt x="250" y="130"/>
                      </a:lnTo>
                      <a:lnTo>
                        <a:pt x="245" y="130"/>
                      </a:lnTo>
                      <a:lnTo>
                        <a:pt x="241" y="143"/>
                      </a:lnTo>
                      <a:lnTo>
                        <a:pt x="245" y="139"/>
                      </a:lnTo>
                      <a:lnTo>
                        <a:pt x="241" y="148"/>
                      </a:lnTo>
                      <a:lnTo>
                        <a:pt x="245" y="166"/>
                      </a:lnTo>
                      <a:lnTo>
                        <a:pt x="259" y="184"/>
                      </a:lnTo>
                      <a:lnTo>
                        <a:pt x="263" y="201"/>
                      </a:lnTo>
                      <a:lnTo>
                        <a:pt x="241" y="206"/>
                      </a:lnTo>
                      <a:lnTo>
                        <a:pt x="236" y="219"/>
                      </a:lnTo>
                      <a:lnTo>
                        <a:pt x="232" y="246"/>
                      </a:lnTo>
                      <a:lnTo>
                        <a:pt x="245" y="259"/>
                      </a:lnTo>
                      <a:lnTo>
                        <a:pt x="259" y="251"/>
                      </a:lnTo>
                      <a:lnTo>
                        <a:pt x="259" y="268"/>
                      </a:lnTo>
                      <a:lnTo>
                        <a:pt x="241" y="268"/>
                      </a:lnTo>
                      <a:lnTo>
                        <a:pt x="232" y="259"/>
                      </a:lnTo>
                      <a:lnTo>
                        <a:pt x="223" y="255"/>
                      </a:lnTo>
                      <a:lnTo>
                        <a:pt x="219" y="246"/>
                      </a:lnTo>
                      <a:lnTo>
                        <a:pt x="196" y="251"/>
                      </a:lnTo>
                      <a:lnTo>
                        <a:pt x="187" y="237"/>
                      </a:lnTo>
                      <a:lnTo>
                        <a:pt x="178" y="242"/>
                      </a:lnTo>
                      <a:lnTo>
                        <a:pt x="169" y="233"/>
                      </a:lnTo>
                      <a:lnTo>
                        <a:pt x="143" y="237"/>
                      </a:lnTo>
                      <a:lnTo>
                        <a:pt x="134" y="184"/>
                      </a:lnTo>
                      <a:lnTo>
                        <a:pt x="125" y="184"/>
                      </a:lnTo>
                      <a:lnTo>
                        <a:pt x="120" y="179"/>
                      </a:lnTo>
                      <a:lnTo>
                        <a:pt x="107" y="179"/>
                      </a:lnTo>
                      <a:lnTo>
                        <a:pt x="102" y="197"/>
                      </a:lnTo>
                      <a:lnTo>
                        <a:pt x="80" y="197"/>
                      </a:lnTo>
                      <a:lnTo>
                        <a:pt x="71" y="184"/>
                      </a:lnTo>
                      <a:lnTo>
                        <a:pt x="71" y="179"/>
                      </a:lnTo>
                      <a:lnTo>
                        <a:pt x="67" y="166"/>
                      </a:lnTo>
                      <a:lnTo>
                        <a:pt x="13" y="166"/>
                      </a:lnTo>
                      <a:lnTo>
                        <a:pt x="0" y="161"/>
                      </a:lnTo>
                      <a:lnTo>
                        <a:pt x="0" y="161"/>
                      </a:lnTo>
                      <a:lnTo>
                        <a:pt x="9" y="143"/>
                      </a:lnTo>
                      <a:close/>
                    </a:path>
                  </a:pathLst>
                </a:custGeom>
                <a:grpFill/>
                <a:ln w="9525" cmpd="sng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>
                    <a:latin typeface="Delivery" panose="020F0503020204020204" pitchFamily="34" charset="0"/>
                  </a:endParaRPr>
                </a:p>
              </p:txBody>
            </p:sp>
            <p:sp>
              <p:nvSpPr>
                <p:cNvPr id="537" name="Freeform 17">
                  <a:extLst>
                    <a:ext uri="{FF2B5EF4-FFF2-40B4-BE49-F238E27FC236}">
                      <a16:creationId xmlns:a16="http://schemas.microsoft.com/office/drawing/2014/main" id="{7DA0C854-6B86-8164-A70A-75551EF69429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2696" y="2596"/>
                  <a:ext cx="45" cy="94"/>
                </a:xfrm>
                <a:custGeom>
                  <a:avLst/>
                  <a:gdLst>
                    <a:gd name="T0" fmla="*/ 0 w 45"/>
                    <a:gd name="T1" fmla="*/ 18 h 94"/>
                    <a:gd name="T2" fmla="*/ 0 w 45"/>
                    <a:gd name="T3" fmla="*/ 31 h 94"/>
                    <a:gd name="T4" fmla="*/ 9 w 45"/>
                    <a:gd name="T5" fmla="*/ 40 h 94"/>
                    <a:gd name="T6" fmla="*/ 9 w 45"/>
                    <a:gd name="T7" fmla="*/ 54 h 94"/>
                    <a:gd name="T8" fmla="*/ 13 w 45"/>
                    <a:gd name="T9" fmla="*/ 54 h 94"/>
                    <a:gd name="T10" fmla="*/ 13 w 45"/>
                    <a:gd name="T11" fmla="*/ 80 h 94"/>
                    <a:gd name="T12" fmla="*/ 18 w 45"/>
                    <a:gd name="T13" fmla="*/ 94 h 94"/>
                    <a:gd name="T14" fmla="*/ 36 w 45"/>
                    <a:gd name="T15" fmla="*/ 89 h 94"/>
                    <a:gd name="T16" fmla="*/ 31 w 45"/>
                    <a:gd name="T17" fmla="*/ 76 h 94"/>
                    <a:gd name="T18" fmla="*/ 31 w 45"/>
                    <a:gd name="T19" fmla="*/ 58 h 94"/>
                    <a:gd name="T20" fmla="*/ 40 w 45"/>
                    <a:gd name="T21" fmla="*/ 54 h 94"/>
                    <a:gd name="T22" fmla="*/ 45 w 45"/>
                    <a:gd name="T23" fmla="*/ 45 h 94"/>
                    <a:gd name="T24" fmla="*/ 45 w 45"/>
                    <a:gd name="T25" fmla="*/ 27 h 94"/>
                    <a:gd name="T26" fmla="*/ 40 w 45"/>
                    <a:gd name="T27" fmla="*/ 18 h 94"/>
                    <a:gd name="T28" fmla="*/ 45 w 45"/>
                    <a:gd name="T29" fmla="*/ 9 h 94"/>
                    <a:gd name="T30" fmla="*/ 31 w 45"/>
                    <a:gd name="T31" fmla="*/ 0 h 94"/>
                    <a:gd name="T32" fmla="*/ 22 w 45"/>
                    <a:gd name="T33" fmla="*/ 9 h 94"/>
                    <a:gd name="T34" fmla="*/ 18 w 45"/>
                    <a:gd name="T35" fmla="*/ 9 h 94"/>
                    <a:gd name="T36" fmla="*/ 9 w 45"/>
                    <a:gd name="T37" fmla="*/ 18 h 94"/>
                    <a:gd name="T38" fmla="*/ 0 w 45"/>
                    <a:gd name="T39" fmla="*/ 18 h 9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45" h="94">
                      <a:moveTo>
                        <a:pt x="0" y="18"/>
                      </a:moveTo>
                      <a:lnTo>
                        <a:pt x="0" y="31"/>
                      </a:lnTo>
                      <a:lnTo>
                        <a:pt x="9" y="40"/>
                      </a:lnTo>
                      <a:lnTo>
                        <a:pt x="9" y="54"/>
                      </a:lnTo>
                      <a:lnTo>
                        <a:pt x="13" y="54"/>
                      </a:lnTo>
                      <a:lnTo>
                        <a:pt x="13" y="80"/>
                      </a:lnTo>
                      <a:lnTo>
                        <a:pt x="18" y="94"/>
                      </a:lnTo>
                      <a:lnTo>
                        <a:pt x="36" y="89"/>
                      </a:lnTo>
                      <a:lnTo>
                        <a:pt x="31" y="76"/>
                      </a:lnTo>
                      <a:lnTo>
                        <a:pt x="31" y="58"/>
                      </a:lnTo>
                      <a:lnTo>
                        <a:pt x="40" y="54"/>
                      </a:lnTo>
                      <a:lnTo>
                        <a:pt x="45" y="45"/>
                      </a:lnTo>
                      <a:lnTo>
                        <a:pt x="45" y="27"/>
                      </a:lnTo>
                      <a:lnTo>
                        <a:pt x="40" y="18"/>
                      </a:lnTo>
                      <a:lnTo>
                        <a:pt x="45" y="9"/>
                      </a:lnTo>
                      <a:lnTo>
                        <a:pt x="31" y="0"/>
                      </a:lnTo>
                      <a:lnTo>
                        <a:pt x="22" y="9"/>
                      </a:lnTo>
                      <a:lnTo>
                        <a:pt x="18" y="9"/>
                      </a:lnTo>
                      <a:lnTo>
                        <a:pt x="9" y="18"/>
                      </a:lnTo>
                      <a:lnTo>
                        <a:pt x="0" y="18"/>
                      </a:lnTo>
                      <a:close/>
                    </a:path>
                  </a:pathLst>
                </a:custGeom>
                <a:grpFill/>
                <a:ln w="9525" cmpd="sng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>
                    <a:latin typeface="Delivery" panose="020F0503020204020204" pitchFamily="34" charset="0"/>
                  </a:endParaRPr>
                </a:p>
              </p:txBody>
            </p:sp>
            <p:sp>
              <p:nvSpPr>
                <p:cNvPr id="538" name="Freeform 18">
                  <a:extLst>
                    <a:ext uri="{FF2B5EF4-FFF2-40B4-BE49-F238E27FC236}">
                      <a16:creationId xmlns:a16="http://schemas.microsoft.com/office/drawing/2014/main" id="{5D99E7B2-75D2-AB1E-5730-74F5ACE35C5E}"/>
                    </a:ext>
                  </a:extLst>
                </p:cNvPr>
                <p:cNvSpPr>
                  <a:spLocks noEditPoints="1"/>
                </p:cNvSpPr>
                <p:nvPr/>
              </p:nvSpPr>
              <p:spPr bwMode="gray">
                <a:xfrm>
                  <a:off x="2803" y="2721"/>
                  <a:ext cx="40" cy="45"/>
                </a:xfrm>
                <a:custGeom>
                  <a:avLst/>
                  <a:gdLst>
                    <a:gd name="T0" fmla="*/ 5 w 40"/>
                    <a:gd name="T1" fmla="*/ 0 h 45"/>
                    <a:gd name="T2" fmla="*/ 0 w 40"/>
                    <a:gd name="T3" fmla="*/ 5 h 45"/>
                    <a:gd name="T4" fmla="*/ 0 w 40"/>
                    <a:gd name="T5" fmla="*/ 9 h 45"/>
                    <a:gd name="T6" fmla="*/ 5 w 40"/>
                    <a:gd name="T7" fmla="*/ 9 h 45"/>
                    <a:gd name="T8" fmla="*/ 9 w 40"/>
                    <a:gd name="T9" fmla="*/ 5 h 45"/>
                    <a:gd name="T10" fmla="*/ 5 w 40"/>
                    <a:gd name="T11" fmla="*/ 0 h 45"/>
                    <a:gd name="T12" fmla="*/ 18 w 40"/>
                    <a:gd name="T13" fmla="*/ 27 h 45"/>
                    <a:gd name="T14" fmla="*/ 40 w 40"/>
                    <a:gd name="T15" fmla="*/ 31 h 45"/>
                    <a:gd name="T16" fmla="*/ 40 w 40"/>
                    <a:gd name="T17" fmla="*/ 45 h 45"/>
                    <a:gd name="T18" fmla="*/ 18 w 40"/>
                    <a:gd name="T19" fmla="*/ 45 h 45"/>
                    <a:gd name="T20" fmla="*/ 14 w 40"/>
                    <a:gd name="T21" fmla="*/ 40 h 45"/>
                    <a:gd name="T22" fmla="*/ 18 w 40"/>
                    <a:gd name="T23" fmla="*/ 27 h 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40" h="45">
                      <a:moveTo>
                        <a:pt x="5" y="0"/>
                      </a:moveTo>
                      <a:lnTo>
                        <a:pt x="0" y="5"/>
                      </a:lnTo>
                      <a:lnTo>
                        <a:pt x="0" y="9"/>
                      </a:lnTo>
                      <a:lnTo>
                        <a:pt x="5" y="9"/>
                      </a:lnTo>
                      <a:lnTo>
                        <a:pt x="9" y="5"/>
                      </a:lnTo>
                      <a:lnTo>
                        <a:pt x="5" y="0"/>
                      </a:lnTo>
                      <a:close/>
                      <a:moveTo>
                        <a:pt x="18" y="27"/>
                      </a:moveTo>
                      <a:lnTo>
                        <a:pt x="40" y="31"/>
                      </a:lnTo>
                      <a:lnTo>
                        <a:pt x="40" y="45"/>
                      </a:lnTo>
                      <a:lnTo>
                        <a:pt x="18" y="45"/>
                      </a:lnTo>
                      <a:lnTo>
                        <a:pt x="14" y="40"/>
                      </a:lnTo>
                      <a:lnTo>
                        <a:pt x="18" y="27"/>
                      </a:lnTo>
                      <a:close/>
                    </a:path>
                  </a:pathLst>
                </a:custGeom>
                <a:grpFill/>
                <a:ln w="9525" cmpd="sng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>
                    <a:latin typeface="Delivery" panose="020F0503020204020204" pitchFamily="34" charset="0"/>
                  </a:endParaRPr>
                </a:p>
              </p:txBody>
            </p:sp>
            <p:sp>
              <p:nvSpPr>
                <p:cNvPr id="539" name="Freeform 19">
                  <a:extLst>
                    <a:ext uri="{FF2B5EF4-FFF2-40B4-BE49-F238E27FC236}">
                      <a16:creationId xmlns:a16="http://schemas.microsoft.com/office/drawing/2014/main" id="{C8E52941-A91C-49F2-7F5F-8DFBFCC6EFC3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3160" y="2569"/>
                  <a:ext cx="215" cy="161"/>
                </a:xfrm>
                <a:custGeom>
                  <a:avLst/>
                  <a:gdLst>
                    <a:gd name="T0" fmla="*/ 36 w 215"/>
                    <a:gd name="T1" fmla="*/ 143 h 161"/>
                    <a:gd name="T2" fmla="*/ 41 w 215"/>
                    <a:gd name="T3" fmla="*/ 148 h 161"/>
                    <a:gd name="T4" fmla="*/ 54 w 215"/>
                    <a:gd name="T5" fmla="*/ 143 h 161"/>
                    <a:gd name="T6" fmla="*/ 72 w 215"/>
                    <a:gd name="T7" fmla="*/ 157 h 161"/>
                    <a:gd name="T8" fmla="*/ 94 w 215"/>
                    <a:gd name="T9" fmla="*/ 161 h 161"/>
                    <a:gd name="T10" fmla="*/ 99 w 215"/>
                    <a:gd name="T11" fmla="*/ 152 h 161"/>
                    <a:gd name="T12" fmla="*/ 108 w 215"/>
                    <a:gd name="T13" fmla="*/ 148 h 161"/>
                    <a:gd name="T14" fmla="*/ 117 w 215"/>
                    <a:gd name="T15" fmla="*/ 152 h 161"/>
                    <a:gd name="T16" fmla="*/ 130 w 215"/>
                    <a:gd name="T17" fmla="*/ 152 h 161"/>
                    <a:gd name="T18" fmla="*/ 139 w 215"/>
                    <a:gd name="T19" fmla="*/ 143 h 161"/>
                    <a:gd name="T20" fmla="*/ 166 w 215"/>
                    <a:gd name="T21" fmla="*/ 139 h 161"/>
                    <a:gd name="T22" fmla="*/ 215 w 215"/>
                    <a:gd name="T23" fmla="*/ 99 h 161"/>
                    <a:gd name="T24" fmla="*/ 193 w 215"/>
                    <a:gd name="T25" fmla="*/ 99 h 161"/>
                    <a:gd name="T26" fmla="*/ 157 w 215"/>
                    <a:gd name="T27" fmla="*/ 81 h 161"/>
                    <a:gd name="T28" fmla="*/ 148 w 215"/>
                    <a:gd name="T29" fmla="*/ 72 h 161"/>
                    <a:gd name="T30" fmla="*/ 139 w 215"/>
                    <a:gd name="T31" fmla="*/ 58 h 161"/>
                    <a:gd name="T32" fmla="*/ 143 w 215"/>
                    <a:gd name="T33" fmla="*/ 49 h 161"/>
                    <a:gd name="T34" fmla="*/ 139 w 215"/>
                    <a:gd name="T35" fmla="*/ 49 h 161"/>
                    <a:gd name="T36" fmla="*/ 126 w 215"/>
                    <a:gd name="T37" fmla="*/ 49 h 161"/>
                    <a:gd name="T38" fmla="*/ 126 w 215"/>
                    <a:gd name="T39" fmla="*/ 36 h 161"/>
                    <a:gd name="T40" fmla="*/ 108 w 215"/>
                    <a:gd name="T41" fmla="*/ 14 h 161"/>
                    <a:gd name="T42" fmla="*/ 94 w 215"/>
                    <a:gd name="T43" fmla="*/ 9 h 161"/>
                    <a:gd name="T44" fmla="*/ 76 w 215"/>
                    <a:gd name="T45" fmla="*/ 9 h 161"/>
                    <a:gd name="T46" fmla="*/ 72 w 215"/>
                    <a:gd name="T47" fmla="*/ 0 h 161"/>
                    <a:gd name="T48" fmla="*/ 63 w 215"/>
                    <a:gd name="T49" fmla="*/ 9 h 161"/>
                    <a:gd name="T50" fmla="*/ 50 w 215"/>
                    <a:gd name="T51" fmla="*/ 5 h 161"/>
                    <a:gd name="T52" fmla="*/ 45 w 215"/>
                    <a:gd name="T53" fmla="*/ 23 h 161"/>
                    <a:gd name="T54" fmla="*/ 32 w 215"/>
                    <a:gd name="T55" fmla="*/ 23 h 161"/>
                    <a:gd name="T56" fmla="*/ 23 w 215"/>
                    <a:gd name="T57" fmla="*/ 45 h 161"/>
                    <a:gd name="T58" fmla="*/ 23 w 215"/>
                    <a:gd name="T59" fmla="*/ 54 h 161"/>
                    <a:gd name="T60" fmla="*/ 14 w 215"/>
                    <a:gd name="T61" fmla="*/ 54 h 161"/>
                    <a:gd name="T62" fmla="*/ 14 w 215"/>
                    <a:gd name="T63" fmla="*/ 90 h 161"/>
                    <a:gd name="T64" fmla="*/ 0 w 215"/>
                    <a:gd name="T65" fmla="*/ 90 h 161"/>
                    <a:gd name="T66" fmla="*/ 0 w 215"/>
                    <a:gd name="T67" fmla="*/ 103 h 161"/>
                    <a:gd name="T68" fmla="*/ 14 w 215"/>
                    <a:gd name="T69" fmla="*/ 107 h 161"/>
                    <a:gd name="T70" fmla="*/ 27 w 215"/>
                    <a:gd name="T71" fmla="*/ 121 h 161"/>
                    <a:gd name="T72" fmla="*/ 23 w 215"/>
                    <a:gd name="T73" fmla="*/ 130 h 161"/>
                    <a:gd name="T74" fmla="*/ 36 w 215"/>
                    <a:gd name="T75" fmla="*/ 134 h 161"/>
                    <a:gd name="T76" fmla="*/ 36 w 215"/>
                    <a:gd name="T77" fmla="*/ 143 h 16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</a:cxnLst>
                  <a:rect l="0" t="0" r="r" b="b"/>
                  <a:pathLst>
                    <a:path w="215" h="161">
                      <a:moveTo>
                        <a:pt x="36" y="143"/>
                      </a:moveTo>
                      <a:lnTo>
                        <a:pt x="41" y="148"/>
                      </a:lnTo>
                      <a:lnTo>
                        <a:pt x="54" y="143"/>
                      </a:lnTo>
                      <a:lnTo>
                        <a:pt x="72" y="157"/>
                      </a:lnTo>
                      <a:lnTo>
                        <a:pt x="94" y="161"/>
                      </a:lnTo>
                      <a:lnTo>
                        <a:pt x="99" y="152"/>
                      </a:lnTo>
                      <a:lnTo>
                        <a:pt x="108" y="148"/>
                      </a:lnTo>
                      <a:lnTo>
                        <a:pt x="117" y="152"/>
                      </a:lnTo>
                      <a:lnTo>
                        <a:pt x="130" y="152"/>
                      </a:lnTo>
                      <a:lnTo>
                        <a:pt x="139" y="143"/>
                      </a:lnTo>
                      <a:lnTo>
                        <a:pt x="166" y="139"/>
                      </a:lnTo>
                      <a:lnTo>
                        <a:pt x="215" y="99"/>
                      </a:lnTo>
                      <a:lnTo>
                        <a:pt x="193" y="99"/>
                      </a:lnTo>
                      <a:lnTo>
                        <a:pt x="157" y="81"/>
                      </a:lnTo>
                      <a:lnTo>
                        <a:pt x="148" y="72"/>
                      </a:lnTo>
                      <a:lnTo>
                        <a:pt x="139" y="58"/>
                      </a:lnTo>
                      <a:lnTo>
                        <a:pt x="143" y="49"/>
                      </a:lnTo>
                      <a:lnTo>
                        <a:pt x="139" y="49"/>
                      </a:lnTo>
                      <a:lnTo>
                        <a:pt x="126" y="49"/>
                      </a:lnTo>
                      <a:lnTo>
                        <a:pt x="126" y="36"/>
                      </a:lnTo>
                      <a:lnTo>
                        <a:pt x="108" y="14"/>
                      </a:lnTo>
                      <a:lnTo>
                        <a:pt x="94" y="9"/>
                      </a:lnTo>
                      <a:lnTo>
                        <a:pt x="76" y="9"/>
                      </a:lnTo>
                      <a:lnTo>
                        <a:pt x="72" y="0"/>
                      </a:lnTo>
                      <a:lnTo>
                        <a:pt x="63" y="9"/>
                      </a:lnTo>
                      <a:lnTo>
                        <a:pt x="50" y="5"/>
                      </a:lnTo>
                      <a:lnTo>
                        <a:pt x="45" y="23"/>
                      </a:lnTo>
                      <a:lnTo>
                        <a:pt x="32" y="23"/>
                      </a:lnTo>
                      <a:lnTo>
                        <a:pt x="23" y="45"/>
                      </a:lnTo>
                      <a:lnTo>
                        <a:pt x="23" y="54"/>
                      </a:lnTo>
                      <a:lnTo>
                        <a:pt x="14" y="54"/>
                      </a:lnTo>
                      <a:lnTo>
                        <a:pt x="14" y="90"/>
                      </a:lnTo>
                      <a:lnTo>
                        <a:pt x="0" y="90"/>
                      </a:lnTo>
                      <a:lnTo>
                        <a:pt x="0" y="103"/>
                      </a:lnTo>
                      <a:lnTo>
                        <a:pt x="14" y="107"/>
                      </a:lnTo>
                      <a:lnTo>
                        <a:pt x="27" y="121"/>
                      </a:lnTo>
                      <a:lnTo>
                        <a:pt x="23" y="130"/>
                      </a:lnTo>
                      <a:lnTo>
                        <a:pt x="36" y="134"/>
                      </a:lnTo>
                      <a:lnTo>
                        <a:pt x="36" y="143"/>
                      </a:lnTo>
                      <a:close/>
                    </a:path>
                  </a:pathLst>
                </a:custGeom>
                <a:grpFill/>
                <a:ln w="9525" cmpd="sng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>
                    <a:latin typeface="Delivery" panose="020F0503020204020204" pitchFamily="34" charset="0"/>
                  </a:endParaRPr>
                </a:p>
              </p:txBody>
            </p:sp>
            <p:sp>
              <p:nvSpPr>
                <p:cNvPr id="540" name="Freeform 20">
                  <a:extLst>
                    <a:ext uri="{FF2B5EF4-FFF2-40B4-BE49-F238E27FC236}">
                      <a16:creationId xmlns:a16="http://schemas.microsoft.com/office/drawing/2014/main" id="{1F9B9357-6F7D-3705-02F2-DDD7304AFCD6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3205" y="2516"/>
                  <a:ext cx="98" cy="89"/>
                </a:xfrm>
                <a:custGeom>
                  <a:avLst/>
                  <a:gdLst>
                    <a:gd name="T0" fmla="*/ 31 w 98"/>
                    <a:gd name="T1" fmla="*/ 0 h 89"/>
                    <a:gd name="T2" fmla="*/ 18 w 98"/>
                    <a:gd name="T3" fmla="*/ 4 h 89"/>
                    <a:gd name="T4" fmla="*/ 9 w 98"/>
                    <a:gd name="T5" fmla="*/ 13 h 89"/>
                    <a:gd name="T6" fmla="*/ 9 w 98"/>
                    <a:gd name="T7" fmla="*/ 31 h 89"/>
                    <a:gd name="T8" fmla="*/ 0 w 98"/>
                    <a:gd name="T9" fmla="*/ 40 h 89"/>
                    <a:gd name="T10" fmla="*/ 5 w 98"/>
                    <a:gd name="T11" fmla="*/ 58 h 89"/>
                    <a:gd name="T12" fmla="*/ 18 w 98"/>
                    <a:gd name="T13" fmla="*/ 62 h 89"/>
                    <a:gd name="T14" fmla="*/ 27 w 98"/>
                    <a:gd name="T15" fmla="*/ 53 h 89"/>
                    <a:gd name="T16" fmla="*/ 31 w 98"/>
                    <a:gd name="T17" fmla="*/ 62 h 89"/>
                    <a:gd name="T18" fmla="*/ 49 w 98"/>
                    <a:gd name="T19" fmla="*/ 62 h 89"/>
                    <a:gd name="T20" fmla="*/ 63 w 98"/>
                    <a:gd name="T21" fmla="*/ 67 h 89"/>
                    <a:gd name="T22" fmla="*/ 81 w 98"/>
                    <a:gd name="T23" fmla="*/ 89 h 89"/>
                    <a:gd name="T24" fmla="*/ 98 w 98"/>
                    <a:gd name="T25" fmla="*/ 80 h 89"/>
                    <a:gd name="T26" fmla="*/ 76 w 98"/>
                    <a:gd name="T27" fmla="*/ 58 h 89"/>
                    <a:gd name="T28" fmla="*/ 58 w 98"/>
                    <a:gd name="T29" fmla="*/ 44 h 89"/>
                    <a:gd name="T30" fmla="*/ 54 w 98"/>
                    <a:gd name="T31" fmla="*/ 49 h 89"/>
                    <a:gd name="T32" fmla="*/ 54 w 98"/>
                    <a:gd name="T33" fmla="*/ 35 h 89"/>
                    <a:gd name="T34" fmla="*/ 58 w 98"/>
                    <a:gd name="T35" fmla="*/ 35 h 89"/>
                    <a:gd name="T36" fmla="*/ 54 w 98"/>
                    <a:gd name="T37" fmla="*/ 31 h 89"/>
                    <a:gd name="T38" fmla="*/ 54 w 98"/>
                    <a:gd name="T39" fmla="*/ 22 h 89"/>
                    <a:gd name="T40" fmla="*/ 49 w 98"/>
                    <a:gd name="T41" fmla="*/ 31 h 89"/>
                    <a:gd name="T42" fmla="*/ 45 w 98"/>
                    <a:gd name="T43" fmla="*/ 40 h 89"/>
                    <a:gd name="T44" fmla="*/ 36 w 98"/>
                    <a:gd name="T45" fmla="*/ 13 h 89"/>
                    <a:gd name="T46" fmla="*/ 31 w 98"/>
                    <a:gd name="T47" fmla="*/ 0 h 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98" h="89">
                      <a:moveTo>
                        <a:pt x="31" y="0"/>
                      </a:moveTo>
                      <a:lnTo>
                        <a:pt x="18" y="4"/>
                      </a:lnTo>
                      <a:lnTo>
                        <a:pt x="9" y="13"/>
                      </a:lnTo>
                      <a:lnTo>
                        <a:pt x="9" y="31"/>
                      </a:lnTo>
                      <a:lnTo>
                        <a:pt x="0" y="40"/>
                      </a:lnTo>
                      <a:lnTo>
                        <a:pt x="5" y="58"/>
                      </a:lnTo>
                      <a:lnTo>
                        <a:pt x="18" y="62"/>
                      </a:lnTo>
                      <a:lnTo>
                        <a:pt x="27" y="53"/>
                      </a:lnTo>
                      <a:lnTo>
                        <a:pt x="31" y="62"/>
                      </a:lnTo>
                      <a:lnTo>
                        <a:pt x="49" y="62"/>
                      </a:lnTo>
                      <a:lnTo>
                        <a:pt x="63" y="67"/>
                      </a:lnTo>
                      <a:lnTo>
                        <a:pt x="81" y="89"/>
                      </a:lnTo>
                      <a:lnTo>
                        <a:pt x="98" y="80"/>
                      </a:lnTo>
                      <a:lnTo>
                        <a:pt x="76" y="58"/>
                      </a:lnTo>
                      <a:lnTo>
                        <a:pt x="58" y="44"/>
                      </a:lnTo>
                      <a:lnTo>
                        <a:pt x="54" y="49"/>
                      </a:lnTo>
                      <a:lnTo>
                        <a:pt x="54" y="35"/>
                      </a:lnTo>
                      <a:lnTo>
                        <a:pt x="58" y="35"/>
                      </a:lnTo>
                      <a:lnTo>
                        <a:pt x="54" y="31"/>
                      </a:lnTo>
                      <a:lnTo>
                        <a:pt x="54" y="22"/>
                      </a:lnTo>
                      <a:lnTo>
                        <a:pt x="49" y="31"/>
                      </a:lnTo>
                      <a:lnTo>
                        <a:pt x="45" y="40"/>
                      </a:lnTo>
                      <a:lnTo>
                        <a:pt x="36" y="13"/>
                      </a:lnTo>
                      <a:lnTo>
                        <a:pt x="31" y="0"/>
                      </a:lnTo>
                      <a:close/>
                    </a:path>
                  </a:pathLst>
                </a:custGeom>
                <a:grpFill/>
                <a:ln w="9525" cmpd="sng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>
                    <a:latin typeface="Delivery" panose="020F0503020204020204" pitchFamily="34" charset="0"/>
                  </a:endParaRPr>
                </a:p>
              </p:txBody>
            </p:sp>
            <p:sp>
              <p:nvSpPr>
                <p:cNvPr id="541" name="Freeform 21">
                  <a:extLst>
                    <a:ext uri="{FF2B5EF4-FFF2-40B4-BE49-F238E27FC236}">
                      <a16:creationId xmlns:a16="http://schemas.microsoft.com/office/drawing/2014/main" id="{1E068DFA-BAC4-BC96-8A69-9865E685B621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3286" y="2596"/>
                  <a:ext cx="22" cy="22"/>
                </a:xfrm>
                <a:custGeom>
                  <a:avLst/>
                  <a:gdLst>
                    <a:gd name="T0" fmla="*/ 0 w 22"/>
                    <a:gd name="T1" fmla="*/ 9 h 22"/>
                    <a:gd name="T2" fmla="*/ 17 w 22"/>
                    <a:gd name="T3" fmla="*/ 0 h 22"/>
                    <a:gd name="T4" fmla="*/ 22 w 22"/>
                    <a:gd name="T5" fmla="*/ 5 h 22"/>
                    <a:gd name="T6" fmla="*/ 8 w 22"/>
                    <a:gd name="T7" fmla="*/ 13 h 22"/>
                    <a:gd name="T8" fmla="*/ 17 w 22"/>
                    <a:gd name="T9" fmla="*/ 13 h 22"/>
                    <a:gd name="T10" fmla="*/ 22 w 22"/>
                    <a:gd name="T11" fmla="*/ 18 h 22"/>
                    <a:gd name="T12" fmla="*/ 17 w 22"/>
                    <a:gd name="T13" fmla="*/ 22 h 22"/>
                    <a:gd name="T14" fmla="*/ 13 w 22"/>
                    <a:gd name="T15" fmla="*/ 22 h 22"/>
                    <a:gd name="T16" fmla="*/ 0 w 22"/>
                    <a:gd name="T17" fmla="*/ 22 h 22"/>
                    <a:gd name="T18" fmla="*/ 0 w 22"/>
                    <a:gd name="T19" fmla="*/ 9 h 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2" h="22">
                      <a:moveTo>
                        <a:pt x="0" y="9"/>
                      </a:moveTo>
                      <a:lnTo>
                        <a:pt x="17" y="0"/>
                      </a:lnTo>
                      <a:lnTo>
                        <a:pt x="22" y="5"/>
                      </a:lnTo>
                      <a:lnTo>
                        <a:pt x="8" y="13"/>
                      </a:lnTo>
                      <a:lnTo>
                        <a:pt x="17" y="13"/>
                      </a:lnTo>
                      <a:lnTo>
                        <a:pt x="22" y="18"/>
                      </a:lnTo>
                      <a:lnTo>
                        <a:pt x="17" y="22"/>
                      </a:lnTo>
                      <a:lnTo>
                        <a:pt x="13" y="22"/>
                      </a:lnTo>
                      <a:lnTo>
                        <a:pt x="0" y="22"/>
                      </a:lnTo>
                      <a:lnTo>
                        <a:pt x="0" y="9"/>
                      </a:lnTo>
                      <a:close/>
                    </a:path>
                  </a:pathLst>
                </a:custGeom>
                <a:grpFill/>
                <a:ln w="9525" cmpd="sng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>
                    <a:latin typeface="Delivery" panose="020F0503020204020204" pitchFamily="34" charset="0"/>
                  </a:endParaRPr>
                </a:p>
              </p:txBody>
            </p:sp>
            <p:sp>
              <p:nvSpPr>
                <p:cNvPr id="542" name="Freeform 22">
                  <a:extLst>
                    <a:ext uri="{FF2B5EF4-FFF2-40B4-BE49-F238E27FC236}">
                      <a16:creationId xmlns:a16="http://schemas.microsoft.com/office/drawing/2014/main" id="{B94E5CD1-F4F1-0143-052D-BF50B6ECCFD5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2808" y="2748"/>
                  <a:ext cx="80" cy="85"/>
                </a:xfrm>
                <a:custGeom>
                  <a:avLst/>
                  <a:gdLst>
                    <a:gd name="T0" fmla="*/ 13 w 80"/>
                    <a:gd name="T1" fmla="*/ 18 h 85"/>
                    <a:gd name="T2" fmla="*/ 9 w 80"/>
                    <a:gd name="T3" fmla="*/ 22 h 85"/>
                    <a:gd name="T4" fmla="*/ 4 w 80"/>
                    <a:gd name="T5" fmla="*/ 36 h 85"/>
                    <a:gd name="T6" fmla="*/ 0 w 80"/>
                    <a:gd name="T7" fmla="*/ 40 h 85"/>
                    <a:gd name="T8" fmla="*/ 0 w 80"/>
                    <a:gd name="T9" fmla="*/ 45 h 85"/>
                    <a:gd name="T10" fmla="*/ 13 w 80"/>
                    <a:gd name="T11" fmla="*/ 49 h 85"/>
                    <a:gd name="T12" fmla="*/ 9 w 80"/>
                    <a:gd name="T13" fmla="*/ 54 h 85"/>
                    <a:gd name="T14" fmla="*/ 17 w 80"/>
                    <a:gd name="T15" fmla="*/ 71 h 85"/>
                    <a:gd name="T16" fmla="*/ 31 w 80"/>
                    <a:gd name="T17" fmla="*/ 85 h 85"/>
                    <a:gd name="T18" fmla="*/ 35 w 80"/>
                    <a:gd name="T19" fmla="*/ 80 h 85"/>
                    <a:gd name="T20" fmla="*/ 40 w 80"/>
                    <a:gd name="T21" fmla="*/ 80 h 85"/>
                    <a:gd name="T22" fmla="*/ 40 w 80"/>
                    <a:gd name="T23" fmla="*/ 71 h 85"/>
                    <a:gd name="T24" fmla="*/ 35 w 80"/>
                    <a:gd name="T25" fmla="*/ 67 h 85"/>
                    <a:gd name="T26" fmla="*/ 44 w 80"/>
                    <a:gd name="T27" fmla="*/ 67 h 85"/>
                    <a:gd name="T28" fmla="*/ 53 w 80"/>
                    <a:gd name="T29" fmla="*/ 58 h 85"/>
                    <a:gd name="T30" fmla="*/ 62 w 80"/>
                    <a:gd name="T31" fmla="*/ 67 h 85"/>
                    <a:gd name="T32" fmla="*/ 80 w 80"/>
                    <a:gd name="T33" fmla="*/ 63 h 85"/>
                    <a:gd name="T34" fmla="*/ 80 w 80"/>
                    <a:gd name="T35" fmla="*/ 49 h 85"/>
                    <a:gd name="T36" fmla="*/ 76 w 80"/>
                    <a:gd name="T37" fmla="*/ 27 h 85"/>
                    <a:gd name="T38" fmla="*/ 80 w 80"/>
                    <a:gd name="T39" fmla="*/ 22 h 85"/>
                    <a:gd name="T40" fmla="*/ 80 w 80"/>
                    <a:gd name="T41" fmla="*/ 13 h 85"/>
                    <a:gd name="T42" fmla="*/ 62 w 80"/>
                    <a:gd name="T43" fmla="*/ 13 h 85"/>
                    <a:gd name="T44" fmla="*/ 67 w 80"/>
                    <a:gd name="T45" fmla="*/ 0 h 85"/>
                    <a:gd name="T46" fmla="*/ 53 w 80"/>
                    <a:gd name="T47" fmla="*/ 0 h 85"/>
                    <a:gd name="T48" fmla="*/ 35 w 80"/>
                    <a:gd name="T49" fmla="*/ 4 h 85"/>
                    <a:gd name="T50" fmla="*/ 35 w 80"/>
                    <a:gd name="T51" fmla="*/ 18 h 85"/>
                    <a:gd name="T52" fmla="*/ 13 w 80"/>
                    <a:gd name="T53" fmla="*/ 18 h 8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80" h="85">
                      <a:moveTo>
                        <a:pt x="13" y="18"/>
                      </a:moveTo>
                      <a:lnTo>
                        <a:pt x="9" y="22"/>
                      </a:lnTo>
                      <a:lnTo>
                        <a:pt x="4" y="36"/>
                      </a:lnTo>
                      <a:lnTo>
                        <a:pt x="0" y="40"/>
                      </a:lnTo>
                      <a:lnTo>
                        <a:pt x="0" y="45"/>
                      </a:lnTo>
                      <a:lnTo>
                        <a:pt x="13" y="49"/>
                      </a:lnTo>
                      <a:lnTo>
                        <a:pt x="9" y="54"/>
                      </a:lnTo>
                      <a:lnTo>
                        <a:pt x="17" y="71"/>
                      </a:lnTo>
                      <a:lnTo>
                        <a:pt x="31" y="85"/>
                      </a:lnTo>
                      <a:lnTo>
                        <a:pt x="35" y="80"/>
                      </a:lnTo>
                      <a:lnTo>
                        <a:pt x="40" y="80"/>
                      </a:lnTo>
                      <a:lnTo>
                        <a:pt x="40" y="71"/>
                      </a:lnTo>
                      <a:lnTo>
                        <a:pt x="35" y="67"/>
                      </a:lnTo>
                      <a:lnTo>
                        <a:pt x="44" y="67"/>
                      </a:lnTo>
                      <a:lnTo>
                        <a:pt x="53" y="58"/>
                      </a:lnTo>
                      <a:lnTo>
                        <a:pt x="62" y="67"/>
                      </a:lnTo>
                      <a:lnTo>
                        <a:pt x="80" y="63"/>
                      </a:lnTo>
                      <a:lnTo>
                        <a:pt x="80" y="49"/>
                      </a:lnTo>
                      <a:lnTo>
                        <a:pt x="76" y="27"/>
                      </a:lnTo>
                      <a:lnTo>
                        <a:pt x="80" y="22"/>
                      </a:lnTo>
                      <a:lnTo>
                        <a:pt x="80" y="13"/>
                      </a:lnTo>
                      <a:lnTo>
                        <a:pt x="62" y="13"/>
                      </a:lnTo>
                      <a:lnTo>
                        <a:pt x="67" y="0"/>
                      </a:lnTo>
                      <a:lnTo>
                        <a:pt x="53" y="0"/>
                      </a:lnTo>
                      <a:lnTo>
                        <a:pt x="35" y="4"/>
                      </a:lnTo>
                      <a:lnTo>
                        <a:pt x="35" y="18"/>
                      </a:lnTo>
                      <a:lnTo>
                        <a:pt x="13" y="18"/>
                      </a:lnTo>
                      <a:close/>
                    </a:path>
                  </a:pathLst>
                </a:custGeom>
                <a:grpFill/>
                <a:ln w="9525" cmpd="sng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>
                    <a:latin typeface="Delivery" panose="020F0503020204020204" pitchFamily="34" charset="0"/>
                  </a:endParaRPr>
                </a:p>
              </p:txBody>
            </p:sp>
            <p:sp>
              <p:nvSpPr>
                <p:cNvPr id="543" name="Freeform 23">
                  <a:extLst>
                    <a:ext uri="{FF2B5EF4-FFF2-40B4-BE49-F238E27FC236}">
                      <a16:creationId xmlns:a16="http://schemas.microsoft.com/office/drawing/2014/main" id="{B839AFA5-E9AA-2643-18A8-341532042DF4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2446" y="2578"/>
                  <a:ext cx="40" cy="14"/>
                </a:xfrm>
                <a:custGeom>
                  <a:avLst/>
                  <a:gdLst>
                    <a:gd name="T0" fmla="*/ 0 w 40"/>
                    <a:gd name="T1" fmla="*/ 9 h 14"/>
                    <a:gd name="T2" fmla="*/ 18 w 40"/>
                    <a:gd name="T3" fmla="*/ 14 h 14"/>
                    <a:gd name="T4" fmla="*/ 27 w 40"/>
                    <a:gd name="T5" fmla="*/ 5 h 14"/>
                    <a:gd name="T6" fmla="*/ 36 w 40"/>
                    <a:gd name="T7" fmla="*/ 9 h 14"/>
                    <a:gd name="T8" fmla="*/ 40 w 40"/>
                    <a:gd name="T9" fmla="*/ 5 h 14"/>
                    <a:gd name="T10" fmla="*/ 36 w 40"/>
                    <a:gd name="T11" fmla="*/ 0 h 14"/>
                    <a:gd name="T12" fmla="*/ 27 w 40"/>
                    <a:gd name="T13" fmla="*/ 0 h 14"/>
                    <a:gd name="T14" fmla="*/ 4 w 40"/>
                    <a:gd name="T15" fmla="*/ 0 h 14"/>
                    <a:gd name="T16" fmla="*/ 4 w 40"/>
                    <a:gd name="T17" fmla="*/ 5 h 14"/>
                    <a:gd name="T18" fmla="*/ 0 w 40"/>
                    <a:gd name="T19" fmla="*/ 5 h 14"/>
                    <a:gd name="T20" fmla="*/ 0 w 40"/>
                    <a:gd name="T21" fmla="*/ 9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40" h="14">
                      <a:moveTo>
                        <a:pt x="0" y="9"/>
                      </a:moveTo>
                      <a:lnTo>
                        <a:pt x="18" y="14"/>
                      </a:lnTo>
                      <a:lnTo>
                        <a:pt x="27" y="5"/>
                      </a:lnTo>
                      <a:lnTo>
                        <a:pt x="36" y="9"/>
                      </a:lnTo>
                      <a:lnTo>
                        <a:pt x="40" y="5"/>
                      </a:lnTo>
                      <a:lnTo>
                        <a:pt x="36" y="0"/>
                      </a:lnTo>
                      <a:lnTo>
                        <a:pt x="27" y="0"/>
                      </a:lnTo>
                      <a:lnTo>
                        <a:pt x="4" y="0"/>
                      </a:lnTo>
                      <a:lnTo>
                        <a:pt x="4" y="5"/>
                      </a:lnTo>
                      <a:lnTo>
                        <a:pt x="0" y="5"/>
                      </a:lnTo>
                      <a:lnTo>
                        <a:pt x="0" y="9"/>
                      </a:lnTo>
                      <a:close/>
                    </a:path>
                  </a:pathLst>
                </a:custGeom>
                <a:grpFill/>
                <a:ln w="9525" cmpd="sng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>
                    <a:latin typeface="Delivery" panose="020F0503020204020204" pitchFamily="34" charset="0"/>
                  </a:endParaRPr>
                </a:p>
              </p:txBody>
            </p:sp>
            <p:sp>
              <p:nvSpPr>
                <p:cNvPr id="544" name="Freeform 24">
                  <a:extLst>
                    <a:ext uri="{FF2B5EF4-FFF2-40B4-BE49-F238E27FC236}">
                      <a16:creationId xmlns:a16="http://schemas.microsoft.com/office/drawing/2014/main" id="{984657BD-6150-7825-3938-C9301125A33A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2638" y="2614"/>
                  <a:ext cx="62" cy="98"/>
                </a:xfrm>
                <a:custGeom>
                  <a:avLst/>
                  <a:gdLst>
                    <a:gd name="T0" fmla="*/ 4 w 62"/>
                    <a:gd name="T1" fmla="*/ 89 h 98"/>
                    <a:gd name="T2" fmla="*/ 13 w 62"/>
                    <a:gd name="T3" fmla="*/ 98 h 98"/>
                    <a:gd name="T4" fmla="*/ 18 w 62"/>
                    <a:gd name="T5" fmla="*/ 89 h 98"/>
                    <a:gd name="T6" fmla="*/ 31 w 62"/>
                    <a:gd name="T7" fmla="*/ 89 h 98"/>
                    <a:gd name="T8" fmla="*/ 45 w 62"/>
                    <a:gd name="T9" fmla="*/ 80 h 98"/>
                    <a:gd name="T10" fmla="*/ 58 w 62"/>
                    <a:gd name="T11" fmla="*/ 80 h 98"/>
                    <a:gd name="T12" fmla="*/ 62 w 62"/>
                    <a:gd name="T13" fmla="*/ 76 h 98"/>
                    <a:gd name="T14" fmla="*/ 58 w 62"/>
                    <a:gd name="T15" fmla="*/ 71 h 98"/>
                    <a:gd name="T16" fmla="*/ 53 w 62"/>
                    <a:gd name="T17" fmla="*/ 62 h 98"/>
                    <a:gd name="T18" fmla="*/ 53 w 62"/>
                    <a:gd name="T19" fmla="*/ 54 h 98"/>
                    <a:gd name="T20" fmla="*/ 49 w 62"/>
                    <a:gd name="T21" fmla="*/ 40 h 98"/>
                    <a:gd name="T22" fmla="*/ 53 w 62"/>
                    <a:gd name="T23" fmla="*/ 36 h 98"/>
                    <a:gd name="T24" fmla="*/ 53 w 62"/>
                    <a:gd name="T25" fmla="*/ 13 h 98"/>
                    <a:gd name="T26" fmla="*/ 45 w 62"/>
                    <a:gd name="T27" fmla="*/ 9 h 98"/>
                    <a:gd name="T28" fmla="*/ 49 w 62"/>
                    <a:gd name="T29" fmla="*/ 0 h 98"/>
                    <a:gd name="T30" fmla="*/ 45 w 62"/>
                    <a:gd name="T31" fmla="*/ 0 h 98"/>
                    <a:gd name="T32" fmla="*/ 36 w 62"/>
                    <a:gd name="T33" fmla="*/ 4 h 98"/>
                    <a:gd name="T34" fmla="*/ 4 w 62"/>
                    <a:gd name="T35" fmla="*/ 4 h 98"/>
                    <a:gd name="T36" fmla="*/ 4 w 62"/>
                    <a:gd name="T37" fmla="*/ 18 h 98"/>
                    <a:gd name="T38" fmla="*/ 4 w 62"/>
                    <a:gd name="T39" fmla="*/ 31 h 98"/>
                    <a:gd name="T40" fmla="*/ 9 w 62"/>
                    <a:gd name="T41" fmla="*/ 45 h 98"/>
                    <a:gd name="T42" fmla="*/ 4 w 62"/>
                    <a:gd name="T43" fmla="*/ 54 h 98"/>
                    <a:gd name="T44" fmla="*/ 0 w 62"/>
                    <a:gd name="T45" fmla="*/ 67 h 98"/>
                    <a:gd name="T46" fmla="*/ 4 w 62"/>
                    <a:gd name="T47" fmla="*/ 85 h 98"/>
                    <a:gd name="T48" fmla="*/ 4 w 62"/>
                    <a:gd name="T49" fmla="*/ 89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</a:cxnLst>
                  <a:rect l="0" t="0" r="r" b="b"/>
                  <a:pathLst>
                    <a:path w="62" h="98">
                      <a:moveTo>
                        <a:pt x="4" y="89"/>
                      </a:moveTo>
                      <a:lnTo>
                        <a:pt x="13" y="98"/>
                      </a:lnTo>
                      <a:lnTo>
                        <a:pt x="18" y="89"/>
                      </a:lnTo>
                      <a:lnTo>
                        <a:pt x="31" y="89"/>
                      </a:lnTo>
                      <a:lnTo>
                        <a:pt x="45" y="80"/>
                      </a:lnTo>
                      <a:lnTo>
                        <a:pt x="58" y="80"/>
                      </a:lnTo>
                      <a:lnTo>
                        <a:pt x="62" y="76"/>
                      </a:lnTo>
                      <a:lnTo>
                        <a:pt x="58" y="71"/>
                      </a:lnTo>
                      <a:lnTo>
                        <a:pt x="53" y="62"/>
                      </a:lnTo>
                      <a:lnTo>
                        <a:pt x="53" y="54"/>
                      </a:lnTo>
                      <a:lnTo>
                        <a:pt x="49" y="40"/>
                      </a:lnTo>
                      <a:lnTo>
                        <a:pt x="53" y="36"/>
                      </a:lnTo>
                      <a:lnTo>
                        <a:pt x="53" y="13"/>
                      </a:lnTo>
                      <a:lnTo>
                        <a:pt x="45" y="9"/>
                      </a:lnTo>
                      <a:lnTo>
                        <a:pt x="49" y="0"/>
                      </a:lnTo>
                      <a:lnTo>
                        <a:pt x="45" y="0"/>
                      </a:lnTo>
                      <a:lnTo>
                        <a:pt x="36" y="4"/>
                      </a:lnTo>
                      <a:lnTo>
                        <a:pt x="4" y="4"/>
                      </a:lnTo>
                      <a:lnTo>
                        <a:pt x="4" y="18"/>
                      </a:lnTo>
                      <a:lnTo>
                        <a:pt x="4" y="31"/>
                      </a:lnTo>
                      <a:lnTo>
                        <a:pt x="9" y="45"/>
                      </a:lnTo>
                      <a:lnTo>
                        <a:pt x="4" y="54"/>
                      </a:lnTo>
                      <a:lnTo>
                        <a:pt x="0" y="67"/>
                      </a:lnTo>
                      <a:lnTo>
                        <a:pt x="4" y="85"/>
                      </a:lnTo>
                      <a:lnTo>
                        <a:pt x="4" y="89"/>
                      </a:lnTo>
                      <a:close/>
                    </a:path>
                  </a:pathLst>
                </a:custGeom>
                <a:grpFill/>
                <a:ln w="9525" cmpd="sng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>
                    <a:latin typeface="Delivery" panose="020F0503020204020204" pitchFamily="34" charset="0"/>
                  </a:endParaRPr>
                </a:p>
              </p:txBody>
            </p:sp>
            <p:sp>
              <p:nvSpPr>
                <p:cNvPr id="545" name="Freeform 25">
                  <a:extLst>
                    <a:ext uri="{FF2B5EF4-FFF2-40B4-BE49-F238E27FC236}">
                      <a16:creationId xmlns:a16="http://schemas.microsoft.com/office/drawing/2014/main" id="{D1205BA2-B2DC-8260-B9F5-CCE8FD748F1B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2473" y="2596"/>
                  <a:ext cx="98" cy="76"/>
                </a:xfrm>
                <a:custGeom>
                  <a:avLst/>
                  <a:gdLst>
                    <a:gd name="T0" fmla="*/ 0 w 98"/>
                    <a:gd name="T1" fmla="*/ 31 h 76"/>
                    <a:gd name="T2" fmla="*/ 4 w 98"/>
                    <a:gd name="T3" fmla="*/ 40 h 76"/>
                    <a:gd name="T4" fmla="*/ 17 w 98"/>
                    <a:gd name="T5" fmla="*/ 45 h 76"/>
                    <a:gd name="T6" fmla="*/ 17 w 98"/>
                    <a:gd name="T7" fmla="*/ 54 h 76"/>
                    <a:gd name="T8" fmla="*/ 26 w 98"/>
                    <a:gd name="T9" fmla="*/ 49 h 76"/>
                    <a:gd name="T10" fmla="*/ 31 w 98"/>
                    <a:gd name="T11" fmla="*/ 45 h 76"/>
                    <a:gd name="T12" fmla="*/ 49 w 98"/>
                    <a:gd name="T13" fmla="*/ 40 h 76"/>
                    <a:gd name="T14" fmla="*/ 53 w 98"/>
                    <a:gd name="T15" fmla="*/ 45 h 76"/>
                    <a:gd name="T16" fmla="*/ 58 w 98"/>
                    <a:gd name="T17" fmla="*/ 54 h 76"/>
                    <a:gd name="T18" fmla="*/ 58 w 98"/>
                    <a:gd name="T19" fmla="*/ 63 h 76"/>
                    <a:gd name="T20" fmla="*/ 62 w 98"/>
                    <a:gd name="T21" fmla="*/ 63 h 76"/>
                    <a:gd name="T22" fmla="*/ 76 w 98"/>
                    <a:gd name="T23" fmla="*/ 63 h 76"/>
                    <a:gd name="T24" fmla="*/ 76 w 98"/>
                    <a:gd name="T25" fmla="*/ 76 h 76"/>
                    <a:gd name="T26" fmla="*/ 84 w 98"/>
                    <a:gd name="T27" fmla="*/ 76 h 76"/>
                    <a:gd name="T28" fmla="*/ 89 w 98"/>
                    <a:gd name="T29" fmla="*/ 72 h 76"/>
                    <a:gd name="T30" fmla="*/ 89 w 98"/>
                    <a:gd name="T31" fmla="*/ 58 h 76"/>
                    <a:gd name="T32" fmla="*/ 98 w 98"/>
                    <a:gd name="T33" fmla="*/ 58 h 76"/>
                    <a:gd name="T34" fmla="*/ 93 w 98"/>
                    <a:gd name="T35" fmla="*/ 45 h 76"/>
                    <a:gd name="T36" fmla="*/ 98 w 98"/>
                    <a:gd name="T37" fmla="*/ 31 h 76"/>
                    <a:gd name="T38" fmla="*/ 89 w 98"/>
                    <a:gd name="T39" fmla="*/ 27 h 76"/>
                    <a:gd name="T40" fmla="*/ 89 w 98"/>
                    <a:gd name="T41" fmla="*/ 18 h 76"/>
                    <a:gd name="T42" fmla="*/ 84 w 98"/>
                    <a:gd name="T43" fmla="*/ 13 h 76"/>
                    <a:gd name="T44" fmla="*/ 80 w 98"/>
                    <a:gd name="T45" fmla="*/ 0 h 76"/>
                    <a:gd name="T46" fmla="*/ 62 w 98"/>
                    <a:gd name="T47" fmla="*/ 9 h 76"/>
                    <a:gd name="T48" fmla="*/ 53 w 98"/>
                    <a:gd name="T49" fmla="*/ 9 h 76"/>
                    <a:gd name="T50" fmla="*/ 49 w 98"/>
                    <a:gd name="T51" fmla="*/ 13 h 76"/>
                    <a:gd name="T52" fmla="*/ 44 w 98"/>
                    <a:gd name="T53" fmla="*/ 5 h 76"/>
                    <a:gd name="T54" fmla="*/ 17 w 98"/>
                    <a:gd name="T55" fmla="*/ 5 h 76"/>
                    <a:gd name="T56" fmla="*/ 17 w 98"/>
                    <a:gd name="T57" fmla="*/ 13 h 76"/>
                    <a:gd name="T58" fmla="*/ 4 w 98"/>
                    <a:gd name="T59" fmla="*/ 22 h 76"/>
                    <a:gd name="T60" fmla="*/ 0 w 98"/>
                    <a:gd name="T61" fmla="*/ 31 h 7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</a:cxnLst>
                  <a:rect l="0" t="0" r="r" b="b"/>
                  <a:pathLst>
                    <a:path w="98" h="76">
                      <a:moveTo>
                        <a:pt x="0" y="31"/>
                      </a:moveTo>
                      <a:lnTo>
                        <a:pt x="4" y="40"/>
                      </a:lnTo>
                      <a:lnTo>
                        <a:pt x="17" y="45"/>
                      </a:lnTo>
                      <a:lnTo>
                        <a:pt x="17" y="54"/>
                      </a:lnTo>
                      <a:lnTo>
                        <a:pt x="26" y="49"/>
                      </a:lnTo>
                      <a:lnTo>
                        <a:pt x="31" y="45"/>
                      </a:lnTo>
                      <a:lnTo>
                        <a:pt x="49" y="40"/>
                      </a:lnTo>
                      <a:lnTo>
                        <a:pt x="53" y="45"/>
                      </a:lnTo>
                      <a:lnTo>
                        <a:pt x="58" y="54"/>
                      </a:lnTo>
                      <a:lnTo>
                        <a:pt x="58" y="63"/>
                      </a:lnTo>
                      <a:lnTo>
                        <a:pt x="62" y="63"/>
                      </a:lnTo>
                      <a:lnTo>
                        <a:pt x="76" y="63"/>
                      </a:lnTo>
                      <a:lnTo>
                        <a:pt x="76" y="76"/>
                      </a:lnTo>
                      <a:lnTo>
                        <a:pt x="84" y="76"/>
                      </a:lnTo>
                      <a:lnTo>
                        <a:pt x="89" y="72"/>
                      </a:lnTo>
                      <a:lnTo>
                        <a:pt x="89" y="58"/>
                      </a:lnTo>
                      <a:lnTo>
                        <a:pt x="98" y="58"/>
                      </a:lnTo>
                      <a:lnTo>
                        <a:pt x="93" y="45"/>
                      </a:lnTo>
                      <a:lnTo>
                        <a:pt x="98" y="31"/>
                      </a:lnTo>
                      <a:lnTo>
                        <a:pt x="89" y="27"/>
                      </a:lnTo>
                      <a:lnTo>
                        <a:pt x="89" y="18"/>
                      </a:lnTo>
                      <a:lnTo>
                        <a:pt x="84" y="13"/>
                      </a:lnTo>
                      <a:lnTo>
                        <a:pt x="80" y="0"/>
                      </a:lnTo>
                      <a:lnTo>
                        <a:pt x="62" y="9"/>
                      </a:lnTo>
                      <a:lnTo>
                        <a:pt x="53" y="9"/>
                      </a:lnTo>
                      <a:lnTo>
                        <a:pt x="49" y="13"/>
                      </a:lnTo>
                      <a:lnTo>
                        <a:pt x="44" y="5"/>
                      </a:lnTo>
                      <a:lnTo>
                        <a:pt x="17" y="5"/>
                      </a:lnTo>
                      <a:lnTo>
                        <a:pt x="17" y="13"/>
                      </a:lnTo>
                      <a:lnTo>
                        <a:pt x="4" y="22"/>
                      </a:lnTo>
                      <a:lnTo>
                        <a:pt x="0" y="31"/>
                      </a:lnTo>
                      <a:close/>
                    </a:path>
                  </a:pathLst>
                </a:custGeom>
                <a:grpFill/>
                <a:ln w="9525" cmpd="sng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>
                    <a:latin typeface="Delivery" panose="020F0503020204020204" pitchFamily="34" charset="0"/>
                  </a:endParaRPr>
                </a:p>
              </p:txBody>
            </p:sp>
            <p:sp>
              <p:nvSpPr>
                <p:cNvPr id="546" name="Freeform 26">
                  <a:extLst>
                    <a:ext uri="{FF2B5EF4-FFF2-40B4-BE49-F238E27FC236}">
                      <a16:creationId xmlns:a16="http://schemas.microsoft.com/office/drawing/2014/main" id="{4104D8F1-5DE1-363C-62F1-E14DD2BD45E2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2562" y="2627"/>
                  <a:ext cx="85" cy="90"/>
                </a:xfrm>
                <a:custGeom>
                  <a:avLst/>
                  <a:gdLst>
                    <a:gd name="T0" fmla="*/ 0 w 85"/>
                    <a:gd name="T1" fmla="*/ 41 h 90"/>
                    <a:gd name="T2" fmla="*/ 0 w 85"/>
                    <a:gd name="T3" fmla="*/ 54 h 90"/>
                    <a:gd name="T4" fmla="*/ 18 w 85"/>
                    <a:gd name="T5" fmla="*/ 67 h 90"/>
                    <a:gd name="T6" fmla="*/ 13 w 85"/>
                    <a:gd name="T7" fmla="*/ 90 h 90"/>
                    <a:gd name="T8" fmla="*/ 18 w 85"/>
                    <a:gd name="T9" fmla="*/ 90 h 90"/>
                    <a:gd name="T10" fmla="*/ 36 w 85"/>
                    <a:gd name="T11" fmla="*/ 76 h 90"/>
                    <a:gd name="T12" fmla="*/ 58 w 85"/>
                    <a:gd name="T13" fmla="*/ 72 h 90"/>
                    <a:gd name="T14" fmla="*/ 80 w 85"/>
                    <a:gd name="T15" fmla="*/ 76 h 90"/>
                    <a:gd name="T16" fmla="*/ 80 w 85"/>
                    <a:gd name="T17" fmla="*/ 72 h 90"/>
                    <a:gd name="T18" fmla="*/ 76 w 85"/>
                    <a:gd name="T19" fmla="*/ 54 h 90"/>
                    <a:gd name="T20" fmla="*/ 80 w 85"/>
                    <a:gd name="T21" fmla="*/ 41 h 90"/>
                    <a:gd name="T22" fmla="*/ 85 w 85"/>
                    <a:gd name="T23" fmla="*/ 32 h 90"/>
                    <a:gd name="T24" fmla="*/ 80 w 85"/>
                    <a:gd name="T25" fmla="*/ 18 h 90"/>
                    <a:gd name="T26" fmla="*/ 76 w 85"/>
                    <a:gd name="T27" fmla="*/ 14 h 90"/>
                    <a:gd name="T28" fmla="*/ 71 w 85"/>
                    <a:gd name="T29" fmla="*/ 9 h 90"/>
                    <a:gd name="T30" fmla="*/ 58 w 85"/>
                    <a:gd name="T31" fmla="*/ 14 h 90"/>
                    <a:gd name="T32" fmla="*/ 40 w 85"/>
                    <a:gd name="T33" fmla="*/ 0 h 90"/>
                    <a:gd name="T34" fmla="*/ 36 w 85"/>
                    <a:gd name="T35" fmla="*/ 5 h 90"/>
                    <a:gd name="T36" fmla="*/ 31 w 85"/>
                    <a:gd name="T37" fmla="*/ 0 h 90"/>
                    <a:gd name="T38" fmla="*/ 13 w 85"/>
                    <a:gd name="T39" fmla="*/ 5 h 90"/>
                    <a:gd name="T40" fmla="*/ 9 w 85"/>
                    <a:gd name="T41" fmla="*/ 0 h 90"/>
                    <a:gd name="T42" fmla="*/ 4 w 85"/>
                    <a:gd name="T43" fmla="*/ 14 h 90"/>
                    <a:gd name="T44" fmla="*/ 9 w 85"/>
                    <a:gd name="T45" fmla="*/ 27 h 90"/>
                    <a:gd name="T46" fmla="*/ 0 w 85"/>
                    <a:gd name="T47" fmla="*/ 27 h 90"/>
                    <a:gd name="T48" fmla="*/ 0 w 85"/>
                    <a:gd name="T49" fmla="*/ 41 h 9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</a:cxnLst>
                  <a:rect l="0" t="0" r="r" b="b"/>
                  <a:pathLst>
                    <a:path w="85" h="90">
                      <a:moveTo>
                        <a:pt x="0" y="41"/>
                      </a:moveTo>
                      <a:lnTo>
                        <a:pt x="0" y="54"/>
                      </a:lnTo>
                      <a:lnTo>
                        <a:pt x="18" y="67"/>
                      </a:lnTo>
                      <a:lnTo>
                        <a:pt x="13" y="90"/>
                      </a:lnTo>
                      <a:lnTo>
                        <a:pt x="18" y="90"/>
                      </a:lnTo>
                      <a:lnTo>
                        <a:pt x="36" y="76"/>
                      </a:lnTo>
                      <a:lnTo>
                        <a:pt x="58" y="72"/>
                      </a:lnTo>
                      <a:lnTo>
                        <a:pt x="80" y="76"/>
                      </a:lnTo>
                      <a:lnTo>
                        <a:pt x="80" y="72"/>
                      </a:lnTo>
                      <a:lnTo>
                        <a:pt x="76" y="54"/>
                      </a:lnTo>
                      <a:lnTo>
                        <a:pt x="80" y="41"/>
                      </a:lnTo>
                      <a:lnTo>
                        <a:pt x="85" y="32"/>
                      </a:lnTo>
                      <a:lnTo>
                        <a:pt x="80" y="18"/>
                      </a:lnTo>
                      <a:lnTo>
                        <a:pt x="76" y="14"/>
                      </a:lnTo>
                      <a:lnTo>
                        <a:pt x="71" y="9"/>
                      </a:lnTo>
                      <a:lnTo>
                        <a:pt x="58" y="14"/>
                      </a:lnTo>
                      <a:lnTo>
                        <a:pt x="40" y="0"/>
                      </a:lnTo>
                      <a:lnTo>
                        <a:pt x="36" y="5"/>
                      </a:lnTo>
                      <a:lnTo>
                        <a:pt x="31" y="0"/>
                      </a:lnTo>
                      <a:lnTo>
                        <a:pt x="13" y="5"/>
                      </a:lnTo>
                      <a:lnTo>
                        <a:pt x="9" y="0"/>
                      </a:lnTo>
                      <a:lnTo>
                        <a:pt x="4" y="14"/>
                      </a:lnTo>
                      <a:lnTo>
                        <a:pt x="9" y="27"/>
                      </a:lnTo>
                      <a:lnTo>
                        <a:pt x="0" y="27"/>
                      </a:lnTo>
                      <a:lnTo>
                        <a:pt x="0" y="41"/>
                      </a:lnTo>
                      <a:close/>
                    </a:path>
                  </a:pathLst>
                </a:custGeom>
                <a:grpFill/>
                <a:ln w="9525" cmpd="sng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>
                    <a:latin typeface="Delivery" panose="020F0503020204020204" pitchFamily="34" charset="0"/>
                  </a:endParaRPr>
                </a:p>
              </p:txBody>
            </p:sp>
            <p:sp>
              <p:nvSpPr>
                <p:cNvPr id="547" name="Freeform 27">
                  <a:extLst>
                    <a:ext uri="{FF2B5EF4-FFF2-40B4-BE49-F238E27FC236}">
                      <a16:creationId xmlns:a16="http://schemas.microsoft.com/office/drawing/2014/main" id="{60234C51-B98B-FE9F-7972-5D8ACC063414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3169" y="2712"/>
                  <a:ext cx="121" cy="134"/>
                </a:xfrm>
                <a:custGeom>
                  <a:avLst/>
                  <a:gdLst>
                    <a:gd name="T0" fmla="*/ 0 w 121"/>
                    <a:gd name="T1" fmla="*/ 5 h 134"/>
                    <a:gd name="T2" fmla="*/ 9 w 121"/>
                    <a:gd name="T3" fmla="*/ 14 h 134"/>
                    <a:gd name="T4" fmla="*/ 14 w 121"/>
                    <a:gd name="T5" fmla="*/ 27 h 134"/>
                    <a:gd name="T6" fmla="*/ 9 w 121"/>
                    <a:gd name="T7" fmla="*/ 49 h 134"/>
                    <a:gd name="T8" fmla="*/ 5 w 121"/>
                    <a:gd name="T9" fmla="*/ 63 h 134"/>
                    <a:gd name="T10" fmla="*/ 5 w 121"/>
                    <a:gd name="T11" fmla="*/ 72 h 134"/>
                    <a:gd name="T12" fmla="*/ 9 w 121"/>
                    <a:gd name="T13" fmla="*/ 72 h 134"/>
                    <a:gd name="T14" fmla="*/ 5 w 121"/>
                    <a:gd name="T15" fmla="*/ 76 h 134"/>
                    <a:gd name="T16" fmla="*/ 0 w 121"/>
                    <a:gd name="T17" fmla="*/ 81 h 134"/>
                    <a:gd name="T18" fmla="*/ 41 w 121"/>
                    <a:gd name="T19" fmla="*/ 107 h 134"/>
                    <a:gd name="T20" fmla="*/ 76 w 121"/>
                    <a:gd name="T21" fmla="*/ 134 h 134"/>
                    <a:gd name="T22" fmla="*/ 85 w 121"/>
                    <a:gd name="T23" fmla="*/ 134 h 134"/>
                    <a:gd name="T24" fmla="*/ 90 w 121"/>
                    <a:gd name="T25" fmla="*/ 121 h 134"/>
                    <a:gd name="T26" fmla="*/ 94 w 121"/>
                    <a:gd name="T27" fmla="*/ 121 h 134"/>
                    <a:gd name="T28" fmla="*/ 94 w 121"/>
                    <a:gd name="T29" fmla="*/ 107 h 134"/>
                    <a:gd name="T30" fmla="*/ 103 w 121"/>
                    <a:gd name="T31" fmla="*/ 103 h 134"/>
                    <a:gd name="T32" fmla="*/ 103 w 121"/>
                    <a:gd name="T33" fmla="*/ 99 h 134"/>
                    <a:gd name="T34" fmla="*/ 112 w 121"/>
                    <a:gd name="T35" fmla="*/ 94 h 134"/>
                    <a:gd name="T36" fmla="*/ 108 w 121"/>
                    <a:gd name="T37" fmla="*/ 76 h 134"/>
                    <a:gd name="T38" fmla="*/ 103 w 121"/>
                    <a:gd name="T39" fmla="*/ 23 h 134"/>
                    <a:gd name="T40" fmla="*/ 121 w 121"/>
                    <a:gd name="T41" fmla="*/ 9 h 134"/>
                    <a:gd name="T42" fmla="*/ 108 w 121"/>
                    <a:gd name="T43" fmla="*/ 9 h 134"/>
                    <a:gd name="T44" fmla="*/ 99 w 121"/>
                    <a:gd name="T45" fmla="*/ 5 h 134"/>
                    <a:gd name="T46" fmla="*/ 90 w 121"/>
                    <a:gd name="T47" fmla="*/ 9 h 134"/>
                    <a:gd name="T48" fmla="*/ 85 w 121"/>
                    <a:gd name="T49" fmla="*/ 18 h 134"/>
                    <a:gd name="T50" fmla="*/ 63 w 121"/>
                    <a:gd name="T51" fmla="*/ 14 h 134"/>
                    <a:gd name="T52" fmla="*/ 45 w 121"/>
                    <a:gd name="T53" fmla="*/ 0 h 134"/>
                    <a:gd name="T54" fmla="*/ 32 w 121"/>
                    <a:gd name="T55" fmla="*/ 5 h 134"/>
                    <a:gd name="T56" fmla="*/ 27 w 121"/>
                    <a:gd name="T57" fmla="*/ 0 h 134"/>
                    <a:gd name="T58" fmla="*/ 5 w 121"/>
                    <a:gd name="T59" fmla="*/ 0 h 134"/>
                    <a:gd name="T60" fmla="*/ 0 w 121"/>
                    <a:gd name="T61" fmla="*/ 5 h 1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</a:cxnLst>
                  <a:rect l="0" t="0" r="r" b="b"/>
                  <a:pathLst>
                    <a:path w="121" h="134">
                      <a:moveTo>
                        <a:pt x="0" y="5"/>
                      </a:moveTo>
                      <a:lnTo>
                        <a:pt x="9" y="14"/>
                      </a:lnTo>
                      <a:lnTo>
                        <a:pt x="14" y="27"/>
                      </a:lnTo>
                      <a:lnTo>
                        <a:pt x="9" y="49"/>
                      </a:lnTo>
                      <a:lnTo>
                        <a:pt x="5" y="63"/>
                      </a:lnTo>
                      <a:lnTo>
                        <a:pt x="5" y="72"/>
                      </a:lnTo>
                      <a:lnTo>
                        <a:pt x="9" y="72"/>
                      </a:lnTo>
                      <a:lnTo>
                        <a:pt x="5" y="76"/>
                      </a:lnTo>
                      <a:lnTo>
                        <a:pt x="0" y="81"/>
                      </a:lnTo>
                      <a:lnTo>
                        <a:pt x="41" y="107"/>
                      </a:lnTo>
                      <a:lnTo>
                        <a:pt x="76" y="134"/>
                      </a:lnTo>
                      <a:lnTo>
                        <a:pt x="85" y="134"/>
                      </a:lnTo>
                      <a:lnTo>
                        <a:pt x="90" y="121"/>
                      </a:lnTo>
                      <a:lnTo>
                        <a:pt x="94" y="121"/>
                      </a:lnTo>
                      <a:lnTo>
                        <a:pt x="94" y="107"/>
                      </a:lnTo>
                      <a:lnTo>
                        <a:pt x="103" y="103"/>
                      </a:lnTo>
                      <a:lnTo>
                        <a:pt x="103" y="99"/>
                      </a:lnTo>
                      <a:lnTo>
                        <a:pt x="112" y="94"/>
                      </a:lnTo>
                      <a:lnTo>
                        <a:pt x="108" y="76"/>
                      </a:lnTo>
                      <a:lnTo>
                        <a:pt x="103" y="23"/>
                      </a:lnTo>
                      <a:lnTo>
                        <a:pt x="121" y="9"/>
                      </a:lnTo>
                      <a:lnTo>
                        <a:pt x="108" y="9"/>
                      </a:lnTo>
                      <a:lnTo>
                        <a:pt x="99" y="5"/>
                      </a:lnTo>
                      <a:lnTo>
                        <a:pt x="90" y="9"/>
                      </a:lnTo>
                      <a:lnTo>
                        <a:pt x="85" y="18"/>
                      </a:lnTo>
                      <a:lnTo>
                        <a:pt x="63" y="14"/>
                      </a:lnTo>
                      <a:lnTo>
                        <a:pt x="45" y="0"/>
                      </a:lnTo>
                      <a:lnTo>
                        <a:pt x="32" y="5"/>
                      </a:lnTo>
                      <a:lnTo>
                        <a:pt x="27" y="0"/>
                      </a:lnTo>
                      <a:lnTo>
                        <a:pt x="5" y="0"/>
                      </a:lnTo>
                      <a:lnTo>
                        <a:pt x="0" y="5"/>
                      </a:lnTo>
                      <a:close/>
                    </a:path>
                  </a:pathLst>
                </a:custGeom>
                <a:grpFill/>
                <a:ln w="9525" cmpd="sng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>
                    <a:latin typeface="Delivery" panose="020F0503020204020204" pitchFamily="34" charset="0"/>
                  </a:endParaRPr>
                </a:p>
              </p:txBody>
            </p:sp>
            <p:sp>
              <p:nvSpPr>
                <p:cNvPr id="548" name="Freeform 28">
                  <a:extLst>
                    <a:ext uri="{FF2B5EF4-FFF2-40B4-BE49-F238E27FC236}">
                      <a16:creationId xmlns:a16="http://schemas.microsoft.com/office/drawing/2014/main" id="{9CA68458-470D-ED4A-5907-9E3BCE366F33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3071" y="3217"/>
                  <a:ext cx="40" cy="31"/>
                </a:xfrm>
                <a:custGeom>
                  <a:avLst/>
                  <a:gdLst>
                    <a:gd name="T0" fmla="*/ 9 w 40"/>
                    <a:gd name="T1" fmla="*/ 27 h 31"/>
                    <a:gd name="T2" fmla="*/ 14 w 40"/>
                    <a:gd name="T3" fmla="*/ 31 h 31"/>
                    <a:gd name="T4" fmla="*/ 18 w 40"/>
                    <a:gd name="T5" fmla="*/ 27 h 31"/>
                    <a:gd name="T6" fmla="*/ 31 w 40"/>
                    <a:gd name="T7" fmla="*/ 23 h 31"/>
                    <a:gd name="T8" fmla="*/ 40 w 40"/>
                    <a:gd name="T9" fmla="*/ 14 h 31"/>
                    <a:gd name="T10" fmla="*/ 27 w 40"/>
                    <a:gd name="T11" fmla="*/ 0 h 31"/>
                    <a:gd name="T12" fmla="*/ 9 w 40"/>
                    <a:gd name="T13" fmla="*/ 5 h 31"/>
                    <a:gd name="T14" fmla="*/ 0 w 40"/>
                    <a:gd name="T15" fmla="*/ 14 h 31"/>
                    <a:gd name="T16" fmla="*/ 9 w 40"/>
                    <a:gd name="T17" fmla="*/ 27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40" h="31">
                      <a:moveTo>
                        <a:pt x="9" y="27"/>
                      </a:moveTo>
                      <a:lnTo>
                        <a:pt x="14" y="31"/>
                      </a:lnTo>
                      <a:lnTo>
                        <a:pt x="18" y="27"/>
                      </a:lnTo>
                      <a:lnTo>
                        <a:pt x="31" y="23"/>
                      </a:lnTo>
                      <a:lnTo>
                        <a:pt x="40" y="14"/>
                      </a:lnTo>
                      <a:lnTo>
                        <a:pt x="27" y="0"/>
                      </a:lnTo>
                      <a:lnTo>
                        <a:pt x="9" y="5"/>
                      </a:lnTo>
                      <a:lnTo>
                        <a:pt x="0" y="14"/>
                      </a:lnTo>
                      <a:lnTo>
                        <a:pt x="9" y="27"/>
                      </a:lnTo>
                      <a:close/>
                    </a:path>
                  </a:pathLst>
                </a:custGeom>
                <a:grpFill/>
                <a:ln w="9525" cmpd="sng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>
                    <a:latin typeface="Delivery" panose="020F0503020204020204" pitchFamily="34" charset="0"/>
                  </a:endParaRPr>
                </a:p>
              </p:txBody>
            </p:sp>
            <p:sp>
              <p:nvSpPr>
                <p:cNvPr id="549" name="Freeform 29">
                  <a:extLst>
                    <a:ext uri="{FF2B5EF4-FFF2-40B4-BE49-F238E27FC236}">
                      <a16:creationId xmlns:a16="http://schemas.microsoft.com/office/drawing/2014/main" id="{F83D5EE9-F074-9165-31F6-89B901366209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2517" y="2659"/>
                  <a:ext cx="63" cy="58"/>
                </a:xfrm>
                <a:custGeom>
                  <a:avLst/>
                  <a:gdLst>
                    <a:gd name="T0" fmla="*/ 0 w 63"/>
                    <a:gd name="T1" fmla="*/ 22 h 58"/>
                    <a:gd name="T2" fmla="*/ 9 w 63"/>
                    <a:gd name="T3" fmla="*/ 26 h 58"/>
                    <a:gd name="T4" fmla="*/ 49 w 63"/>
                    <a:gd name="T5" fmla="*/ 58 h 58"/>
                    <a:gd name="T6" fmla="*/ 58 w 63"/>
                    <a:gd name="T7" fmla="*/ 58 h 58"/>
                    <a:gd name="T8" fmla="*/ 63 w 63"/>
                    <a:gd name="T9" fmla="*/ 35 h 58"/>
                    <a:gd name="T10" fmla="*/ 45 w 63"/>
                    <a:gd name="T11" fmla="*/ 22 h 58"/>
                    <a:gd name="T12" fmla="*/ 45 w 63"/>
                    <a:gd name="T13" fmla="*/ 9 h 58"/>
                    <a:gd name="T14" fmla="*/ 40 w 63"/>
                    <a:gd name="T15" fmla="*/ 13 h 58"/>
                    <a:gd name="T16" fmla="*/ 32 w 63"/>
                    <a:gd name="T17" fmla="*/ 13 h 58"/>
                    <a:gd name="T18" fmla="*/ 32 w 63"/>
                    <a:gd name="T19" fmla="*/ 0 h 58"/>
                    <a:gd name="T20" fmla="*/ 18 w 63"/>
                    <a:gd name="T21" fmla="*/ 0 h 58"/>
                    <a:gd name="T22" fmla="*/ 18 w 63"/>
                    <a:gd name="T23" fmla="*/ 9 h 58"/>
                    <a:gd name="T24" fmla="*/ 14 w 63"/>
                    <a:gd name="T25" fmla="*/ 9 h 58"/>
                    <a:gd name="T26" fmla="*/ 14 w 63"/>
                    <a:gd name="T27" fmla="*/ 13 h 58"/>
                    <a:gd name="T28" fmla="*/ 5 w 63"/>
                    <a:gd name="T29" fmla="*/ 17 h 58"/>
                    <a:gd name="T30" fmla="*/ 0 w 63"/>
                    <a:gd name="T31" fmla="*/ 22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63" h="58">
                      <a:moveTo>
                        <a:pt x="0" y="22"/>
                      </a:moveTo>
                      <a:lnTo>
                        <a:pt x="9" y="26"/>
                      </a:lnTo>
                      <a:lnTo>
                        <a:pt x="49" y="58"/>
                      </a:lnTo>
                      <a:lnTo>
                        <a:pt x="58" y="58"/>
                      </a:lnTo>
                      <a:lnTo>
                        <a:pt x="63" y="35"/>
                      </a:lnTo>
                      <a:lnTo>
                        <a:pt x="45" y="22"/>
                      </a:lnTo>
                      <a:lnTo>
                        <a:pt x="45" y="9"/>
                      </a:lnTo>
                      <a:lnTo>
                        <a:pt x="40" y="13"/>
                      </a:lnTo>
                      <a:lnTo>
                        <a:pt x="32" y="13"/>
                      </a:lnTo>
                      <a:lnTo>
                        <a:pt x="32" y="0"/>
                      </a:lnTo>
                      <a:lnTo>
                        <a:pt x="18" y="0"/>
                      </a:lnTo>
                      <a:lnTo>
                        <a:pt x="18" y="9"/>
                      </a:lnTo>
                      <a:lnTo>
                        <a:pt x="14" y="9"/>
                      </a:lnTo>
                      <a:lnTo>
                        <a:pt x="14" y="13"/>
                      </a:lnTo>
                      <a:lnTo>
                        <a:pt x="5" y="17"/>
                      </a:lnTo>
                      <a:lnTo>
                        <a:pt x="0" y="22"/>
                      </a:lnTo>
                      <a:close/>
                    </a:path>
                  </a:pathLst>
                </a:custGeom>
                <a:grpFill/>
                <a:ln w="9525" cmpd="sng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>
                    <a:latin typeface="Delivery" panose="020F0503020204020204" pitchFamily="34" charset="0"/>
                  </a:endParaRPr>
                </a:p>
              </p:txBody>
            </p:sp>
            <p:sp>
              <p:nvSpPr>
                <p:cNvPr id="550" name="Freeform 30">
                  <a:extLst>
                    <a:ext uri="{FF2B5EF4-FFF2-40B4-BE49-F238E27FC236}">
                      <a16:creationId xmlns:a16="http://schemas.microsoft.com/office/drawing/2014/main" id="{A1527848-A392-1914-95CB-7B498777BBE2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2812" y="2265"/>
                  <a:ext cx="232" cy="228"/>
                </a:xfrm>
                <a:custGeom>
                  <a:avLst/>
                  <a:gdLst>
                    <a:gd name="T0" fmla="*/ 40 w 232"/>
                    <a:gd name="T1" fmla="*/ 0 h 228"/>
                    <a:gd name="T2" fmla="*/ 36 w 232"/>
                    <a:gd name="T3" fmla="*/ 5 h 228"/>
                    <a:gd name="T4" fmla="*/ 36 w 232"/>
                    <a:gd name="T5" fmla="*/ 14 h 228"/>
                    <a:gd name="T6" fmla="*/ 27 w 232"/>
                    <a:gd name="T7" fmla="*/ 23 h 228"/>
                    <a:gd name="T8" fmla="*/ 18 w 232"/>
                    <a:gd name="T9" fmla="*/ 27 h 228"/>
                    <a:gd name="T10" fmla="*/ 18 w 232"/>
                    <a:gd name="T11" fmla="*/ 50 h 228"/>
                    <a:gd name="T12" fmla="*/ 5 w 232"/>
                    <a:gd name="T13" fmla="*/ 54 h 228"/>
                    <a:gd name="T14" fmla="*/ 0 w 232"/>
                    <a:gd name="T15" fmla="*/ 58 h 228"/>
                    <a:gd name="T16" fmla="*/ 5 w 232"/>
                    <a:gd name="T17" fmla="*/ 67 h 228"/>
                    <a:gd name="T18" fmla="*/ 5 w 232"/>
                    <a:gd name="T19" fmla="*/ 85 h 228"/>
                    <a:gd name="T20" fmla="*/ 9 w 232"/>
                    <a:gd name="T21" fmla="*/ 99 h 228"/>
                    <a:gd name="T22" fmla="*/ 5 w 232"/>
                    <a:gd name="T23" fmla="*/ 112 h 228"/>
                    <a:gd name="T24" fmla="*/ 0 w 232"/>
                    <a:gd name="T25" fmla="*/ 121 h 228"/>
                    <a:gd name="T26" fmla="*/ 13 w 232"/>
                    <a:gd name="T27" fmla="*/ 139 h 228"/>
                    <a:gd name="T28" fmla="*/ 9 w 232"/>
                    <a:gd name="T29" fmla="*/ 143 h 228"/>
                    <a:gd name="T30" fmla="*/ 18 w 232"/>
                    <a:gd name="T31" fmla="*/ 148 h 228"/>
                    <a:gd name="T32" fmla="*/ 27 w 232"/>
                    <a:gd name="T33" fmla="*/ 148 h 228"/>
                    <a:gd name="T34" fmla="*/ 45 w 232"/>
                    <a:gd name="T35" fmla="*/ 161 h 228"/>
                    <a:gd name="T36" fmla="*/ 45 w 232"/>
                    <a:gd name="T37" fmla="*/ 166 h 228"/>
                    <a:gd name="T38" fmla="*/ 67 w 232"/>
                    <a:gd name="T39" fmla="*/ 166 h 228"/>
                    <a:gd name="T40" fmla="*/ 72 w 232"/>
                    <a:gd name="T41" fmla="*/ 179 h 228"/>
                    <a:gd name="T42" fmla="*/ 85 w 232"/>
                    <a:gd name="T43" fmla="*/ 170 h 228"/>
                    <a:gd name="T44" fmla="*/ 98 w 232"/>
                    <a:gd name="T45" fmla="*/ 161 h 228"/>
                    <a:gd name="T46" fmla="*/ 210 w 232"/>
                    <a:gd name="T47" fmla="*/ 228 h 228"/>
                    <a:gd name="T48" fmla="*/ 210 w 232"/>
                    <a:gd name="T49" fmla="*/ 219 h 228"/>
                    <a:gd name="T50" fmla="*/ 232 w 232"/>
                    <a:gd name="T51" fmla="*/ 219 h 228"/>
                    <a:gd name="T52" fmla="*/ 228 w 232"/>
                    <a:gd name="T53" fmla="*/ 193 h 228"/>
                    <a:gd name="T54" fmla="*/ 228 w 232"/>
                    <a:gd name="T55" fmla="*/ 67 h 228"/>
                    <a:gd name="T56" fmla="*/ 223 w 232"/>
                    <a:gd name="T57" fmla="*/ 58 h 228"/>
                    <a:gd name="T58" fmla="*/ 228 w 232"/>
                    <a:gd name="T59" fmla="*/ 50 h 228"/>
                    <a:gd name="T60" fmla="*/ 223 w 232"/>
                    <a:gd name="T61" fmla="*/ 41 h 228"/>
                    <a:gd name="T62" fmla="*/ 232 w 232"/>
                    <a:gd name="T63" fmla="*/ 27 h 228"/>
                    <a:gd name="T64" fmla="*/ 228 w 232"/>
                    <a:gd name="T65" fmla="*/ 23 h 228"/>
                    <a:gd name="T66" fmla="*/ 197 w 232"/>
                    <a:gd name="T67" fmla="*/ 18 h 228"/>
                    <a:gd name="T68" fmla="*/ 197 w 232"/>
                    <a:gd name="T69" fmla="*/ 9 h 228"/>
                    <a:gd name="T70" fmla="*/ 183 w 232"/>
                    <a:gd name="T71" fmla="*/ 5 h 228"/>
                    <a:gd name="T72" fmla="*/ 174 w 232"/>
                    <a:gd name="T73" fmla="*/ 5 h 228"/>
                    <a:gd name="T74" fmla="*/ 152 w 232"/>
                    <a:gd name="T75" fmla="*/ 18 h 228"/>
                    <a:gd name="T76" fmla="*/ 156 w 232"/>
                    <a:gd name="T77" fmla="*/ 41 h 228"/>
                    <a:gd name="T78" fmla="*/ 147 w 232"/>
                    <a:gd name="T79" fmla="*/ 50 h 228"/>
                    <a:gd name="T80" fmla="*/ 125 w 232"/>
                    <a:gd name="T81" fmla="*/ 41 h 228"/>
                    <a:gd name="T82" fmla="*/ 98 w 232"/>
                    <a:gd name="T83" fmla="*/ 36 h 228"/>
                    <a:gd name="T84" fmla="*/ 94 w 232"/>
                    <a:gd name="T85" fmla="*/ 32 h 228"/>
                    <a:gd name="T86" fmla="*/ 85 w 232"/>
                    <a:gd name="T87" fmla="*/ 14 h 228"/>
                    <a:gd name="T88" fmla="*/ 72 w 232"/>
                    <a:gd name="T89" fmla="*/ 5 h 228"/>
                    <a:gd name="T90" fmla="*/ 49 w 232"/>
                    <a:gd name="T91" fmla="*/ 5 h 228"/>
                    <a:gd name="T92" fmla="*/ 40 w 232"/>
                    <a:gd name="T93" fmla="*/ 0 h 2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232" h="228">
                      <a:moveTo>
                        <a:pt x="40" y="0"/>
                      </a:moveTo>
                      <a:lnTo>
                        <a:pt x="36" y="5"/>
                      </a:lnTo>
                      <a:lnTo>
                        <a:pt x="36" y="14"/>
                      </a:lnTo>
                      <a:lnTo>
                        <a:pt x="27" y="23"/>
                      </a:lnTo>
                      <a:lnTo>
                        <a:pt x="18" y="27"/>
                      </a:lnTo>
                      <a:lnTo>
                        <a:pt x="18" y="50"/>
                      </a:lnTo>
                      <a:lnTo>
                        <a:pt x="5" y="54"/>
                      </a:lnTo>
                      <a:lnTo>
                        <a:pt x="0" y="58"/>
                      </a:lnTo>
                      <a:lnTo>
                        <a:pt x="5" y="67"/>
                      </a:lnTo>
                      <a:lnTo>
                        <a:pt x="5" y="85"/>
                      </a:lnTo>
                      <a:lnTo>
                        <a:pt x="9" y="99"/>
                      </a:lnTo>
                      <a:lnTo>
                        <a:pt x="5" y="112"/>
                      </a:lnTo>
                      <a:lnTo>
                        <a:pt x="0" y="121"/>
                      </a:lnTo>
                      <a:lnTo>
                        <a:pt x="13" y="139"/>
                      </a:lnTo>
                      <a:lnTo>
                        <a:pt x="9" y="143"/>
                      </a:lnTo>
                      <a:lnTo>
                        <a:pt x="18" y="148"/>
                      </a:lnTo>
                      <a:lnTo>
                        <a:pt x="27" y="148"/>
                      </a:lnTo>
                      <a:lnTo>
                        <a:pt x="45" y="161"/>
                      </a:lnTo>
                      <a:lnTo>
                        <a:pt x="45" y="166"/>
                      </a:lnTo>
                      <a:lnTo>
                        <a:pt x="67" y="166"/>
                      </a:lnTo>
                      <a:lnTo>
                        <a:pt x="72" y="179"/>
                      </a:lnTo>
                      <a:lnTo>
                        <a:pt x="85" y="170"/>
                      </a:lnTo>
                      <a:lnTo>
                        <a:pt x="98" y="161"/>
                      </a:lnTo>
                      <a:lnTo>
                        <a:pt x="210" y="228"/>
                      </a:lnTo>
                      <a:lnTo>
                        <a:pt x="210" y="219"/>
                      </a:lnTo>
                      <a:lnTo>
                        <a:pt x="232" y="219"/>
                      </a:lnTo>
                      <a:lnTo>
                        <a:pt x="228" y="193"/>
                      </a:lnTo>
                      <a:lnTo>
                        <a:pt x="228" y="67"/>
                      </a:lnTo>
                      <a:lnTo>
                        <a:pt x="223" y="58"/>
                      </a:lnTo>
                      <a:lnTo>
                        <a:pt x="228" y="50"/>
                      </a:lnTo>
                      <a:lnTo>
                        <a:pt x="223" y="41"/>
                      </a:lnTo>
                      <a:lnTo>
                        <a:pt x="232" y="27"/>
                      </a:lnTo>
                      <a:lnTo>
                        <a:pt x="228" y="23"/>
                      </a:lnTo>
                      <a:lnTo>
                        <a:pt x="197" y="18"/>
                      </a:lnTo>
                      <a:lnTo>
                        <a:pt x="197" y="9"/>
                      </a:lnTo>
                      <a:lnTo>
                        <a:pt x="183" y="5"/>
                      </a:lnTo>
                      <a:lnTo>
                        <a:pt x="174" y="5"/>
                      </a:lnTo>
                      <a:lnTo>
                        <a:pt x="152" y="18"/>
                      </a:lnTo>
                      <a:lnTo>
                        <a:pt x="156" y="41"/>
                      </a:lnTo>
                      <a:lnTo>
                        <a:pt x="147" y="50"/>
                      </a:lnTo>
                      <a:lnTo>
                        <a:pt x="125" y="41"/>
                      </a:lnTo>
                      <a:lnTo>
                        <a:pt x="98" y="36"/>
                      </a:lnTo>
                      <a:lnTo>
                        <a:pt x="94" y="32"/>
                      </a:lnTo>
                      <a:lnTo>
                        <a:pt x="85" y="14"/>
                      </a:lnTo>
                      <a:lnTo>
                        <a:pt x="72" y="5"/>
                      </a:lnTo>
                      <a:lnTo>
                        <a:pt x="49" y="5"/>
                      </a:lnTo>
                      <a:lnTo>
                        <a:pt x="40" y="0"/>
                      </a:lnTo>
                      <a:close/>
                    </a:path>
                  </a:pathLst>
                </a:custGeom>
                <a:grpFill/>
                <a:ln w="9525" cmpd="sng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>
                    <a:latin typeface="Delivery" panose="020F0503020204020204" pitchFamily="34" charset="0"/>
                  </a:endParaRPr>
                </a:p>
              </p:txBody>
            </p:sp>
            <p:sp>
              <p:nvSpPr>
                <p:cNvPr id="551" name="Freeform 31">
                  <a:extLst>
                    <a:ext uri="{FF2B5EF4-FFF2-40B4-BE49-F238E27FC236}">
                      <a16:creationId xmlns:a16="http://schemas.microsoft.com/office/drawing/2014/main" id="{85DD36FC-F148-AE42-D578-013E4D7E7535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3303" y="2954"/>
                  <a:ext cx="108" cy="219"/>
                </a:xfrm>
                <a:custGeom>
                  <a:avLst/>
                  <a:gdLst>
                    <a:gd name="T0" fmla="*/ 27 w 108"/>
                    <a:gd name="T1" fmla="*/ 219 h 219"/>
                    <a:gd name="T2" fmla="*/ 41 w 108"/>
                    <a:gd name="T3" fmla="*/ 210 h 219"/>
                    <a:gd name="T4" fmla="*/ 58 w 108"/>
                    <a:gd name="T5" fmla="*/ 205 h 219"/>
                    <a:gd name="T6" fmla="*/ 72 w 108"/>
                    <a:gd name="T7" fmla="*/ 174 h 219"/>
                    <a:gd name="T8" fmla="*/ 76 w 108"/>
                    <a:gd name="T9" fmla="*/ 151 h 219"/>
                    <a:gd name="T10" fmla="*/ 94 w 108"/>
                    <a:gd name="T11" fmla="*/ 93 h 219"/>
                    <a:gd name="T12" fmla="*/ 94 w 108"/>
                    <a:gd name="T13" fmla="*/ 80 h 219"/>
                    <a:gd name="T14" fmla="*/ 99 w 108"/>
                    <a:gd name="T15" fmla="*/ 71 h 219"/>
                    <a:gd name="T16" fmla="*/ 94 w 108"/>
                    <a:gd name="T17" fmla="*/ 58 h 219"/>
                    <a:gd name="T18" fmla="*/ 103 w 108"/>
                    <a:gd name="T19" fmla="*/ 67 h 219"/>
                    <a:gd name="T20" fmla="*/ 108 w 108"/>
                    <a:gd name="T21" fmla="*/ 53 h 219"/>
                    <a:gd name="T22" fmla="*/ 103 w 108"/>
                    <a:gd name="T23" fmla="*/ 35 h 219"/>
                    <a:gd name="T24" fmla="*/ 103 w 108"/>
                    <a:gd name="T25" fmla="*/ 26 h 219"/>
                    <a:gd name="T26" fmla="*/ 90 w 108"/>
                    <a:gd name="T27" fmla="*/ 0 h 219"/>
                    <a:gd name="T28" fmla="*/ 81 w 108"/>
                    <a:gd name="T29" fmla="*/ 8 h 219"/>
                    <a:gd name="T30" fmla="*/ 85 w 108"/>
                    <a:gd name="T31" fmla="*/ 17 h 219"/>
                    <a:gd name="T32" fmla="*/ 76 w 108"/>
                    <a:gd name="T33" fmla="*/ 22 h 219"/>
                    <a:gd name="T34" fmla="*/ 67 w 108"/>
                    <a:gd name="T35" fmla="*/ 22 h 219"/>
                    <a:gd name="T36" fmla="*/ 72 w 108"/>
                    <a:gd name="T37" fmla="*/ 35 h 219"/>
                    <a:gd name="T38" fmla="*/ 54 w 108"/>
                    <a:gd name="T39" fmla="*/ 53 h 219"/>
                    <a:gd name="T40" fmla="*/ 27 w 108"/>
                    <a:gd name="T41" fmla="*/ 67 h 219"/>
                    <a:gd name="T42" fmla="*/ 18 w 108"/>
                    <a:gd name="T43" fmla="*/ 67 h 219"/>
                    <a:gd name="T44" fmla="*/ 18 w 108"/>
                    <a:gd name="T45" fmla="*/ 76 h 219"/>
                    <a:gd name="T46" fmla="*/ 9 w 108"/>
                    <a:gd name="T47" fmla="*/ 84 h 219"/>
                    <a:gd name="T48" fmla="*/ 18 w 108"/>
                    <a:gd name="T49" fmla="*/ 120 h 219"/>
                    <a:gd name="T50" fmla="*/ 9 w 108"/>
                    <a:gd name="T51" fmla="*/ 143 h 219"/>
                    <a:gd name="T52" fmla="*/ 5 w 108"/>
                    <a:gd name="T53" fmla="*/ 147 h 219"/>
                    <a:gd name="T54" fmla="*/ 5 w 108"/>
                    <a:gd name="T55" fmla="*/ 156 h 219"/>
                    <a:gd name="T56" fmla="*/ 0 w 108"/>
                    <a:gd name="T57" fmla="*/ 165 h 219"/>
                    <a:gd name="T58" fmla="*/ 9 w 108"/>
                    <a:gd name="T59" fmla="*/ 183 h 219"/>
                    <a:gd name="T60" fmla="*/ 5 w 108"/>
                    <a:gd name="T61" fmla="*/ 187 h 219"/>
                    <a:gd name="T62" fmla="*/ 9 w 108"/>
                    <a:gd name="T63" fmla="*/ 201 h 219"/>
                    <a:gd name="T64" fmla="*/ 27 w 108"/>
                    <a:gd name="T65" fmla="*/ 219 h 2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108" h="219">
                      <a:moveTo>
                        <a:pt x="27" y="219"/>
                      </a:moveTo>
                      <a:lnTo>
                        <a:pt x="41" y="210"/>
                      </a:lnTo>
                      <a:lnTo>
                        <a:pt x="58" y="205"/>
                      </a:lnTo>
                      <a:lnTo>
                        <a:pt x="72" y="174"/>
                      </a:lnTo>
                      <a:lnTo>
                        <a:pt x="76" y="151"/>
                      </a:lnTo>
                      <a:lnTo>
                        <a:pt x="94" y="93"/>
                      </a:lnTo>
                      <a:lnTo>
                        <a:pt x="94" y="80"/>
                      </a:lnTo>
                      <a:lnTo>
                        <a:pt x="99" y="71"/>
                      </a:lnTo>
                      <a:lnTo>
                        <a:pt x="94" y="58"/>
                      </a:lnTo>
                      <a:lnTo>
                        <a:pt x="103" y="67"/>
                      </a:lnTo>
                      <a:lnTo>
                        <a:pt x="108" y="53"/>
                      </a:lnTo>
                      <a:lnTo>
                        <a:pt x="103" y="35"/>
                      </a:lnTo>
                      <a:lnTo>
                        <a:pt x="103" y="26"/>
                      </a:lnTo>
                      <a:lnTo>
                        <a:pt x="90" y="0"/>
                      </a:lnTo>
                      <a:lnTo>
                        <a:pt x="81" y="8"/>
                      </a:lnTo>
                      <a:lnTo>
                        <a:pt x="85" y="17"/>
                      </a:lnTo>
                      <a:lnTo>
                        <a:pt x="76" y="22"/>
                      </a:lnTo>
                      <a:lnTo>
                        <a:pt x="67" y="22"/>
                      </a:lnTo>
                      <a:lnTo>
                        <a:pt x="72" y="35"/>
                      </a:lnTo>
                      <a:lnTo>
                        <a:pt x="54" y="53"/>
                      </a:lnTo>
                      <a:lnTo>
                        <a:pt x="27" y="67"/>
                      </a:lnTo>
                      <a:lnTo>
                        <a:pt x="18" y="67"/>
                      </a:lnTo>
                      <a:lnTo>
                        <a:pt x="18" y="76"/>
                      </a:lnTo>
                      <a:lnTo>
                        <a:pt x="9" y="84"/>
                      </a:lnTo>
                      <a:lnTo>
                        <a:pt x="18" y="120"/>
                      </a:lnTo>
                      <a:lnTo>
                        <a:pt x="9" y="143"/>
                      </a:lnTo>
                      <a:lnTo>
                        <a:pt x="5" y="147"/>
                      </a:lnTo>
                      <a:lnTo>
                        <a:pt x="5" y="156"/>
                      </a:lnTo>
                      <a:lnTo>
                        <a:pt x="0" y="165"/>
                      </a:lnTo>
                      <a:lnTo>
                        <a:pt x="9" y="183"/>
                      </a:lnTo>
                      <a:lnTo>
                        <a:pt x="5" y="187"/>
                      </a:lnTo>
                      <a:lnTo>
                        <a:pt x="9" y="201"/>
                      </a:lnTo>
                      <a:lnTo>
                        <a:pt x="27" y="219"/>
                      </a:lnTo>
                      <a:close/>
                    </a:path>
                  </a:pathLst>
                </a:custGeom>
                <a:grpFill/>
                <a:ln w="9525" cmpd="sng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>
                    <a:latin typeface="Delivery" panose="020F0503020204020204" pitchFamily="34" charset="0"/>
                  </a:endParaRPr>
                </a:p>
              </p:txBody>
            </p:sp>
            <p:sp>
              <p:nvSpPr>
                <p:cNvPr id="552" name="Freeform 32">
                  <a:extLst>
                    <a:ext uri="{FF2B5EF4-FFF2-40B4-BE49-F238E27FC236}">
                      <a16:creationId xmlns:a16="http://schemas.microsoft.com/office/drawing/2014/main" id="{746C9D91-7BF1-3727-9014-50943743364E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3152" y="2913"/>
                  <a:ext cx="44" cy="121"/>
                </a:xfrm>
                <a:custGeom>
                  <a:avLst/>
                  <a:gdLst>
                    <a:gd name="T0" fmla="*/ 4 w 44"/>
                    <a:gd name="T1" fmla="*/ 5 h 121"/>
                    <a:gd name="T2" fmla="*/ 13 w 44"/>
                    <a:gd name="T3" fmla="*/ 18 h 121"/>
                    <a:gd name="T4" fmla="*/ 13 w 44"/>
                    <a:gd name="T5" fmla="*/ 27 h 121"/>
                    <a:gd name="T6" fmla="*/ 8 w 44"/>
                    <a:gd name="T7" fmla="*/ 27 h 121"/>
                    <a:gd name="T8" fmla="*/ 8 w 44"/>
                    <a:gd name="T9" fmla="*/ 49 h 121"/>
                    <a:gd name="T10" fmla="*/ 4 w 44"/>
                    <a:gd name="T11" fmla="*/ 54 h 121"/>
                    <a:gd name="T12" fmla="*/ 0 w 44"/>
                    <a:gd name="T13" fmla="*/ 67 h 121"/>
                    <a:gd name="T14" fmla="*/ 4 w 44"/>
                    <a:gd name="T15" fmla="*/ 72 h 121"/>
                    <a:gd name="T16" fmla="*/ 13 w 44"/>
                    <a:gd name="T17" fmla="*/ 81 h 121"/>
                    <a:gd name="T18" fmla="*/ 22 w 44"/>
                    <a:gd name="T19" fmla="*/ 81 h 121"/>
                    <a:gd name="T20" fmla="*/ 26 w 44"/>
                    <a:gd name="T21" fmla="*/ 90 h 121"/>
                    <a:gd name="T22" fmla="*/ 22 w 44"/>
                    <a:gd name="T23" fmla="*/ 103 h 121"/>
                    <a:gd name="T24" fmla="*/ 31 w 44"/>
                    <a:gd name="T25" fmla="*/ 121 h 121"/>
                    <a:gd name="T26" fmla="*/ 40 w 44"/>
                    <a:gd name="T27" fmla="*/ 117 h 121"/>
                    <a:gd name="T28" fmla="*/ 35 w 44"/>
                    <a:gd name="T29" fmla="*/ 108 h 121"/>
                    <a:gd name="T30" fmla="*/ 44 w 44"/>
                    <a:gd name="T31" fmla="*/ 103 h 121"/>
                    <a:gd name="T32" fmla="*/ 44 w 44"/>
                    <a:gd name="T33" fmla="*/ 76 h 121"/>
                    <a:gd name="T34" fmla="*/ 35 w 44"/>
                    <a:gd name="T35" fmla="*/ 63 h 121"/>
                    <a:gd name="T36" fmla="*/ 26 w 44"/>
                    <a:gd name="T37" fmla="*/ 58 h 121"/>
                    <a:gd name="T38" fmla="*/ 31 w 44"/>
                    <a:gd name="T39" fmla="*/ 67 h 121"/>
                    <a:gd name="T40" fmla="*/ 31 w 44"/>
                    <a:gd name="T41" fmla="*/ 67 h 121"/>
                    <a:gd name="T42" fmla="*/ 35 w 44"/>
                    <a:gd name="T43" fmla="*/ 81 h 121"/>
                    <a:gd name="T44" fmla="*/ 31 w 44"/>
                    <a:gd name="T45" fmla="*/ 85 h 121"/>
                    <a:gd name="T46" fmla="*/ 31 w 44"/>
                    <a:gd name="T47" fmla="*/ 76 h 121"/>
                    <a:gd name="T48" fmla="*/ 22 w 44"/>
                    <a:gd name="T49" fmla="*/ 72 h 121"/>
                    <a:gd name="T50" fmla="*/ 22 w 44"/>
                    <a:gd name="T51" fmla="*/ 54 h 121"/>
                    <a:gd name="T52" fmla="*/ 13 w 44"/>
                    <a:gd name="T53" fmla="*/ 45 h 121"/>
                    <a:gd name="T54" fmla="*/ 17 w 44"/>
                    <a:gd name="T55" fmla="*/ 41 h 121"/>
                    <a:gd name="T56" fmla="*/ 17 w 44"/>
                    <a:gd name="T57" fmla="*/ 18 h 121"/>
                    <a:gd name="T58" fmla="*/ 17 w 44"/>
                    <a:gd name="T59" fmla="*/ 18 h 121"/>
                    <a:gd name="T60" fmla="*/ 17 w 44"/>
                    <a:gd name="T61" fmla="*/ 9 h 121"/>
                    <a:gd name="T62" fmla="*/ 8 w 44"/>
                    <a:gd name="T63" fmla="*/ 0 h 121"/>
                    <a:gd name="T64" fmla="*/ 4 w 44"/>
                    <a:gd name="T65" fmla="*/ 5 h 1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44" h="121">
                      <a:moveTo>
                        <a:pt x="4" y="5"/>
                      </a:moveTo>
                      <a:lnTo>
                        <a:pt x="13" y="18"/>
                      </a:lnTo>
                      <a:lnTo>
                        <a:pt x="13" y="27"/>
                      </a:lnTo>
                      <a:lnTo>
                        <a:pt x="8" y="27"/>
                      </a:lnTo>
                      <a:lnTo>
                        <a:pt x="8" y="49"/>
                      </a:lnTo>
                      <a:lnTo>
                        <a:pt x="4" y="54"/>
                      </a:lnTo>
                      <a:lnTo>
                        <a:pt x="0" y="67"/>
                      </a:lnTo>
                      <a:lnTo>
                        <a:pt x="4" y="72"/>
                      </a:lnTo>
                      <a:lnTo>
                        <a:pt x="13" y="81"/>
                      </a:lnTo>
                      <a:lnTo>
                        <a:pt x="22" y="81"/>
                      </a:lnTo>
                      <a:lnTo>
                        <a:pt x="26" y="90"/>
                      </a:lnTo>
                      <a:lnTo>
                        <a:pt x="22" y="103"/>
                      </a:lnTo>
                      <a:lnTo>
                        <a:pt x="31" y="121"/>
                      </a:lnTo>
                      <a:lnTo>
                        <a:pt x="40" y="117"/>
                      </a:lnTo>
                      <a:lnTo>
                        <a:pt x="35" y="108"/>
                      </a:lnTo>
                      <a:lnTo>
                        <a:pt x="44" y="103"/>
                      </a:lnTo>
                      <a:lnTo>
                        <a:pt x="44" y="76"/>
                      </a:lnTo>
                      <a:lnTo>
                        <a:pt x="35" y="63"/>
                      </a:lnTo>
                      <a:lnTo>
                        <a:pt x="26" y="58"/>
                      </a:lnTo>
                      <a:lnTo>
                        <a:pt x="31" y="67"/>
                      </a:lnTo>
                      <a:lnTo>
                        <a:pt x="31" y="67"/>
                      </a:lnTo>
                      <a:lnTo>
                        <a:pt x="35" y="81"/>
                      </a:lnTo>
                      <a:lnTo>
                        <a:pt x="31" y="85"/>
                      </a:lnTo>
                      <a:lnTo>
                        <a:pt x="31" y="76"/>
                      </a:lnTo>
                      <a:lnTo>
                        <a:pt x="22" y="72"/>
                      </a:lnTo>
                      <a:lnTo>
                        <a:pt x="22" y="54"/>
                      </a:lnTo>
                      <a:lnTo>
                        <a:pt x="13" y="45"/>
                      </a:lnTo>
                      <a:lnTo>
                        <a:pt x="17" y="41"/>
                      </a:lnTo>
                      <a:lnTo>
                        <a:pt x="17" y="18"/>
                      </a:lnTo>
                      <a:lnTo>
                        <a:pt x="17" y="18"/>
                      </a:lnTo>
                      <a:lnTo>
                        <a:pt x="17" y="9"/>
                      </a:lnTo>
                      <a:lnTo>
                        <a:pt x="8" y="0"/>
                      </a:lnTo>
                      <a:lnTo>
                        <a:pt x="4" y="5"/>
                      </a:lnTo>
                      <a:close/>
                    </a:path>
                  </a:pathLst>
                </a:custGeom>
                <a:grpFill/>
                <a:ln w="9525" cmpd="sng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>
                    <a:latin typeface="Delivery" panose="020F0503020204020204" pitchFamily="34" charset="0"/>
                  </a:endParaRPr>
                </a:p>
              </p:txBody>
            </p:sp>
            <p:sp>
              <p:nvSpPr>
                <p:cNvPr id="553" name="Freeform 33">
                  <a:extLst>
                    <a:ext uri="{FF2B5EF4-FFF2-40B4-BE49-F238E27FC236}">
                      <a16:creationId xmlns:a16="http://schemas.microsoft.com/office/drawing/2014/main" id="{2C0F8E55-AEE1-C332-697D-F9DE7707F3C8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2508" y="2408"/>
                  <a:ext cx="237" cy="224"/>
                </a:xfrm>
                <a:custGeom>
                  <a:avLst/>
                  <a:gdLst>
                    <a:gd name="T0" fmla="*/ 5 w 237"/>
                    <a:gd name="T1" fmla="*/ 152 h 224"/>
                    <a:gd name="T2" fmla="*/ 0 w 237"/>
                    <a:gd name="T3" fmla="*/ 161 h 224"/>
                    <a:gd name="T4" fmla="*/ 5 w 237"/>
                    <a:gd name="T5" fmla="*/ 175 h 224"/>
                    <a:gd name="T6" fmla="*/ 14 w 237"/>
                    <a:gd name="T7" fmla="*/ 184 h 224"/>
                    <a:gd name="T8" fmla="*/ 18 w 237"/>
                    <a:gd name="T9" fmla="*/ 197 h 224"/>
                    <a:gd name="T10" fmla="*/ 27 w 237"/>
                    <a:gd name="T11" fmla="*/ 197 h 224"/>
                    <a:gd name="T12" fmla="*/ 45 w 237"/>
                    <a:gd name="T13" fmla="*/ 188 h 224"/>
                    <a:gd name="T14" fmla="*/ 49 w 237"/>
                    <a:gd name="T15" fmla="*/ 201 h 224"/>
                    <a:gd name="T16" fmla="*/ 54 w 237"/>
                    <a:gd name="T17" fmla="*/ 206 h 224"/>
                    <a:gd name="T18" fmla="*/ 54 w 237"/>
                    <a:gd name="T19" fmla="*/ 215 h 224"/>
                    <a:gd name="T20" fmla="*/ 63 w 237"/>
                    <a:gd name="T21" fmla="*/ 219 h 224"/>
                    <a:gd name="T22" fmla="*/ 67 w 237"/>
                    <a:gd name="T23" fmla="*/ 224 h 224"/>
                    <a:gd name="T24" fmla="*/ 85 w 237"/>
                    <a:gd name="T25" fmla="*/ 219 h 224"/>
                    <a:gd name="T26" fmla="*/ 90 w 237"/>
                    <a:gd name="T27" fmla="*/ 224 h 224"/>
                    <a:gd name="T28" fmla="*/ 94 w 237"/>
                    <a:gd name="T29" fmla="*/ 219 h 224"/>
                    <a:gd name="T30" fmla="*/ 103 w 237"/>
                    <a:gd name="T31" fmla="*/ 193 h 224"/>
                    <a:gd name="T32" fmla="*/ 112 w 237"/>
                    <a:gd name="T33" fmla="*/ 188 h 224"/>
                    <a:gd name="T34" fmla="*/ 116 w 237"/>
                    <a:gd name="T35" fmla="*/ 170 h 224"/>
                    <a:gd name="T36" fmla="*/ 125 w 237"/>
                    <a:gd name="T37" fmla="*/ 175 h 224"/>
                    <a:gd name="T38" fmla="*/ 161 w 237"/>
                    <a:gd name="T39" fmla="*/ 148 h 224"/>
                    <a:gd name="T40" fmla="*/ 179 w 237"/>
                    <a:gd name="T41" fmla="*/ 152 h 224"/>
                    <a:gd name="T42" fmla="*/ 188 w 237"/>
                    <a:gd name="T43" fmla="*/ 152 h 224"/>
                    <a:gd name="T44" fmla="*/ 192 w 237"/>
                    <a:gd name="T45" fmla="*/ 143 h 224"/>
                    <a:gd name="T46" fmla="*/ 201 w 237"/>
                    <a:gd name="T47" fmla="*/ 143 h 224"/>
                    <a:gd name="T48" fmla="*/ 228 w 237"/>
                    <a:gd name="T49" fmla="*/ 143 h 224"/>
                    <a:gd name="T50" fmla="*/ 237 w 237"/>
                    <a:gd name="T51" fmla="*/ 134 h 224"/>
                    <a:gd name="T52" fmla="*/ 237 w 237"/>
                    <a:gd name="T53" fmla="*/ 121 h 224"/>
                    <a:gd name="T54" fmla="*/ 237 w 237"/>
                    <a:gd name="T55" fmla="*/ 85 h 224"/>
                    <a:gd name="T56" fmla="*/ 224 w 237"/>
                    <a:gd name="T57" fmla="*/ 94 h 224"/>
                    <a:gd name="T58" fmla="*/ 219 w 237"/>
                    <a:gd name="T59" fmla="*/ 90 h 224"/>
                    <a:gd name="T60" fmla="*/ 224 w 237"/>
                    <a:gd name="T61" fmla="*/ 76 h 224"/>
                    <a:gd name="T62" fmla="*/ 210 w 237"/>
                    <a:gd name="T63" fmla="*/ 72 h 224"/>
                    <a:gd name="T64" fmla="*/ 206 w 237"/>
                    <a:gd name="T65" fmla="*/ 76 h 224"/>
                    <a:gd name="T66" fmla="*/ 201 w 237"/>
                    <a:gd name="T67" fmla="*/ 67 h 224"/>
                    <a:gd name="T68" fmla="*/ 188 w 237"/>
                    <a:gd name="T69" fmla="*/ 67 h 224"/>
                    <a:gd name="T70" fmla="*/ 188 w 237"/>
                    <a:gd name="T71" fmla="*/ 58 h 224"/>
                    <a:gd name="T72" fmla="*/ 103 w 237"/>
                    <a:gd name="T73" fmla="*/ 0 h 224"/>
                    <a:gd name="T74" fmla="*/ 85 w 237"/>
                    <a:gd name="T75" fmla="*/ 0 h 224"/>
                    <a:gd name="T76" fmla="*/ 94 w 237"/>
                    <a:gd name="T77" fmla="*/ 130 h 224"/>
                    <a:gd name="T78" fmla="*/ 99 w 237"/>
                    <a:gd name="T79" fmla="*/ 134 h 224"/>
                    <a:gd name="T80" fmla="*/ 99 w 237"/>
                    <a:gd name="T81" fmla="*/ 139 h 224"/>
                    <a:gd name="T82" fmla="*/ 45 w 237"/>
                    <a:gd name="T83" fmla="*/ 143 h 224"/>
                    <a:gd name="T84" fmla="*/ 41 w 237"/>
                    <a:gd name="T85" fmla="*/ 134 h 224"/>
                    <a:gd name="T86" fmla="*/ 32 w 237"/>
                    <a:gd name="T87" fmla="*/ 143 h 224"/>
                    <a:gd name="T88" fmla="*/ 23 w 237"/>
                    <a:gd name="T89" fmla="*/ 139 h 224"/>
                    <a:gd name="T90" fmla="*/ 18 w 237"/>
                    <a:gd name="T91" fmla="*/ 148 h 224"/>
                    <a:gd name="T92" fmla="*/ 14 w 237"/>
                    <a:gd name="T93" fmla="*/ 134 h 224"/>
                    <a:gd name="T94" fmla="*/ 9 w 237"/>
                    <a:gd name="T95" fmla="*/ 139 h 224"/>
                    <a:gd name="T96" fmla="*/ 14 w 237"/>
                    <a:gd name="T97" fmla="*/ 152 h 224"/>
                    <a:gd name="T98" fmla="*/ 5 w 237"/>
                    <a:gd name="T99" fmla="*/ 152 h 2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</a:cxnLst>
                  <a:rect l="0" t="0" r="r" b="b"/>
                  <a:pathLst>
                    <a:path w="237" h="224">
                      <a:moveTo>
                        <a:pt x="5" y="152"/>
                      </a:moveTo>
                      <a:lnTo>
                        <a:pt x="0" y="161"/>
                      </a:lnTo>
                      <a:lnTo>
                        <a:pt x="5" y="175"/>
                      </a:lnTo>
                      <a:lnTo>
                        <a:pt x="14" y="184"/>
                      </a:lnTo>
                      <a:lnTo>
                        <a:pt x="18" y="197"/>
                      </a:lnTo>
                      <a:lnTo>
                        <a:pt x="27" y="197"/>
                      </a:lnTo>
                      <a:lnTo>
                        <a:pt x="45" y="188"/>
                      </a:lnTo>
                      <a:lnTo>
                        <a:pt x="49" y="201"/>
                      </a:lnTo>
                      <a:lnTo>
                        <a:pt x="54" y="206"/>
                      </a:lnTo>
                      <a:lnTo>
                        <a:pt x="54" y="215"/>
                      </a:lnTo>
                      <a:lnTo>
                        <a:pt x="63" y="219"/>
                      </a:lnTo>
                      <a:lnTo>
                        <a:pt x="67" y="224"/>
                      </a:lnTo>
                      <a:lnTo>
                        <a:pt x="85" y="219"/>
                      </a:lnTo>
                      <a:lnTo>
                        <a:pt x="90" y="224"/>
                      </a:lnTo>
                      <a:lnTo>
                        <a:pt x="94" y="219"/>
                      </a:lnTo>
                      <a:lnTo>
                        <a:pt x="103" y="193"/>
                      </a:lnTo>
                      <a:lnTo>
                        <a:pt x="112" y="188"/>
                      </a:lnTo>
                      <a:lnTo>
                        <a:pt x="116" y="170"/>
                      </a:lnTo>
                      <a:lnTo>
                        <a:pt x="125" y="175"/>
                      </a:lnTo>
                      <a:lnTo>
                        <a:pt x="161" y="148"/>
                      </a:lnTo>
                      <a:lnTo>
                        <a:pt x="179" y="152"/>
                      </a:lnTo>
                      <a:lnTo>
                        <a:pt x="188" y="152"/>
                      </a:lnTo>
                      <a:lnTo>
                        <a:pt x="192" y="143"/>
                      </a:lnTo>
                      <a:lnTo>
                        <a:pt x="201" y="143"/>
                      </a:lnTo>
                      <a:lnTo>
                        <a:pt x="228" y="143"/>
                      </a:lnTo>
                      <a:lnTo>
                        <a:pt x="237" y="134"/>
                      </a:lnTo>
                      <a:lnTo>
                        <a:pt x="237" y="121"/>
                      </a:lnTo>
                      <a:lnTo>
                        <a:pt x="237" y="85"/>
                      </a:lnTo>
                      <a:lnTo>
                        <a:pt x="224" y="94"/>
                      </a:lnTo>
                      <a:lnTo>
                        <a:pt x="219" y="90"/>
                      </a:lnTo>
                      <a:lnTo>
                        <a:pt x="224" y="76"/>
                      </a:lnTo>
                      <a:lnTo>
                        <a:pt x="210" y="72"/>
                      </a:lnTo>
                      <a:lnTo>
                        <a:pt x="206" y="76"/>
                      </a:lnTo>
                      <a:lnTo>
                        <a:pt x="201" y="67"/>
                      </a:lnTo>
                      <a:lnTo>
                        <a:pt x="188" y="67"/>
                      </a:lnTo>
                      <a:lnTo>
                        <a:pt x="188" y="58"/>
                      </a:lnTo>
                      <a:lnTo>
                        <a:pt x="103" y="0"/>
                      </a:lnTo>
                      <a:lnTo>
                        <a:pt x="85" y="0"/>
                      </a:lnTo>
                      <a:lnTo>
                        <a:pt x="94" y="130"/>
                      </a:lnTo>
                      <a:lnTo>
                        <a:pt x="99" y="134"/>
                      </a:lnTo>
                      <a:lnTo>
                        <a:pt x="99" y="139"/>
                      </a:lnTo>
                      <a:lnTo>
                        <a:pt x="45" y="143"/>
                      </a:lnTo>
                      <a:lnTo>
                        <a:pt x="41" y="134"/>
                      </a:lnTo>
                      <a:lnTo>
                        <a:pt x="32" y="143"/>
                      </a:lnTo>
                      <a:lnTo>
                        <a:pt x="23" y="139"/>
                      </a:lnTo>
                      <a:lnTo>
                        <a:pt x="18" y="148"/>
                      </a:lnTo>
                      <a:lnTo>
                        <a:pt x="14" y="134"/>
                      </a:lnTo>
                      <a:lnTo>
                        <a:pt x="9" y="139"/>
                      </a:lnTo>
                      <a:lnTo>
                        <a:pt x="14" y="152"/>
                      </a:lnTo>
                      <a:lnTo>
                        <a:pt x="5" y="152"/>
                      </a:lnTo>
                      <a:close/>
                    </a:path>
                  </a:pathLst>
                </a:custGeom>
                <a:grpFill/>
                <a:ln w="9525" cmpd="sng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>
                    <a:latin typeface="Delivery" panose="020F0503020204020204" pitchFamily="34" charset="0"/>
                  </a:endParaRPr>
                </a:p>
              </p:txBody>
            </p:sp>
            <p:sp>
              <p:nvSpPr>
                <p:cNvPr id="554" name="Freeform 34">
                  <a:extLst>
                    <a:ext uri="{FF2B5EF4-FFF2-40B4-BE49-F238E27FC236}">
                      <a16:creationId xmlns:a16="http://schemas.microsoft.com/office/drawing/2014/main" id="{82AB376D-7B74-7762-CE5C-89B3FAA27161}"/>
                    </a:ext>
                  </a:extLst>
                </p:cNvPr>
                <p:cNvSpPr>
                  <a:spLocks noEditPoints="1"/>
                </p:cNvSpPr>
                <p:nvPr/>
              </p:nvSpPr>
              <p:spPr bwMode="gray">
                <a:xfrm>
                  <a:off x="2879" y="2216"/>
                  <a:ext cx="9" cy="9"/>
                </a:xfrm>
                <a:custGeom>
                  <a:avLst/>
                  <a:gdLst>
                    <a:gd name="T0" fmla="*/ 0 w 9"/>
                    <a:gd name="T1" fmla="*/ 0 h 9"/>
                    <a:gd name="T2" fmla="*/ 0 w 9"/>
                    <a:gd name="T3" fmla="*/ 0 h 9"/>
                    <a:gd name="T4" fmla="*/ 0 w 9"/>
                    <a:gd name="T5" fmla="*/ 0 h 9"/>
                    <a:gd name="T6" fmla="*/ 0 w 9"/>
                    <a:gd name="T7" fmla="*/ 0 h 9"/>
                    <a:gd name="T8" fmla="*/ 5 w 9"/>
                    <a:gd name="T9" fmla="*/ 5 h 9"/>
                    <a:gd name="T10" fmla="*/ 0 w 9"/>
                    <a:gd name="T11" fmla="*/ 5 h 9"/>
                    <a:gd name="T12" fmla="*/ 5 w 9"/>
                    <a:gd name="T13" fmla="*/ 9 h 9"/>
                    <a:gd name="T14" fmla="*/ 9 w 9"/>
                    <a:gd name="T15" fmla="*/ 9 h 9"/>
                    <a:gd name="T16" fmla="*/ 5 w 9"/>
                    <a:gd name="T17" fmla="*/ 5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9" h="9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  <a:moveTo>
                        <a:pt x="5" y="5"/>
                      </a:moveTo>
                      <a:lnTo>
                        <a:pt x="0" y="5"/>
                      </a:lnTo>
                      <a:lnTo>
                        <a:pt x="5" y="9"/>
                      </a:lnTo>
                      <a:lnTo>
                        <a:pt x="9" y="9"/>
                      </a:lnTo>
                      <a:lnTo>
                        <a:pt x="5" y="5"/>
                      </a:lnTo>
                      <a:close/>
                    </a:path>
                  </a:pathLst>
                </a:custGeom>
                <a:grpFill/>
                <a:ln w="9525" cmpd="sng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>
                    <a:latin typeface="Delivery" panose="020F0503020204020204" pitchFamily="34" charset="0"/>
                  </a:endParaRPr>
                </a:p>
              </p:txBody>
            </p:sp>
            <p:sp>
              <p:nvSpPr>
                <p:cNvPr id="555" name="Freeform 35">
                  <a:extLst>
                    <a:ext uri="{FF2B5EF4-FFF2-40B4-BE49-F238E27FC236}">
                      <a16:creationId xmlns:a16="http://schemas.microsoft.com/office/drawing/2014/main" id="{2BDB3269-F562-2AB5-C291-816645F71BDE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2441" y="2373"/>
                  <a:ext cx="170" cy="187"/>
                </a:xfrm>
                <a:custGeom>
                  <a:avLst/>
                  <a:gdLst>
                    <a:gd name="T0" fmla="*/ 0 w 170"/>
                    <a:gd name="T1" fmla="*/ 89 h 187"/>
                    <a:gd name="T2" fmla="*/ 5 w 170"/>
                    <a:gd name="T3" fmla="*/ 98 h 187"/>
                    <a:gd name="T4" fmla="*/ 9 w 170"/>
                    <a:gd name="T5" fmla="*/ 98 h 187"/>
                    <a:gd name="T6" fmla="*/ 9 w 170"/>
                    <a:gd name="T7" fmla="*/ 107 h 187"/>
                    <a:gd name="T8" fmla="*/ 5 w 170"/>
                    <a:gd name="T9" fmla="*/ 120 h 187"/>
                    <a:gd name="T10" fmla="*/ 14 w 170"/>
                    <a:gd name="T11" fmla="*/ 125 h 187"/>
                    <a:gd name="T12" fmla="*/ 9 w 170"/>
                    <a:gd name="T13" fmla="*/ 147 h 187"/>
                    <a:gd name="T14" fmla="*/ 14 w 170"/>
                    <a:gd name="T15" fmla="*/ 152 h 187"/>
                    <a:gd name="T16" fmla="*/ 9 w 170"/>
                    <a:gd name="T17" fmla="*/ 160 h 187"/>
                    <a:gd name="T18" fmla="*/ 9 w 170"/>
                    <a:gd name="T19" fmla="*/ 169 h 187"/>
                    <a:gd name="T20" fmla="*/ 14 w 170"/>
                    <a:gd name="T21" fmla="*/ 165 h 187"/>
                    <a:gd name="T22" fmla="*/ 41 w 170"/>
                    <a:gd name="T23" fmla="*/ 160 h 187"/>
                    <a:gd name="T24" fmla="*/ 45 w 170"/>
                    <a:gd name="T25" fmla="*/ 169 h 187"/>
                    <a:gd name="T26" fmla="*/ 54 w 170"/>
                    <a:gd name="T27" fmla="*/ 169 h 187"/>
                    <a:gd name="T28" fmla="*/ 72 w 170"/>
                    <a:gd name="T29" fmla="*/ 187 h 187"/>
                    <a:gd name="T30" fmla="*/ 81 w 170"/>
                    <a:gd name="T31" fmla="*/ 187 h 187"/>
                    <a:gd name="T32" fmla="*/ 76 w 170"/>
                    <a:gd name="T33" fmla="*/ 174 h 187"/>
                    <a:gd name="T34" fmla="*/ 81 w 170"/>
                    <a:gd name="T35" fmla="*/ 169 h 187"/>
                    <a:gd name="T36" fmla="*/ 85 w 170"/>
                    <a:gd name="T37" fmla="*/ 183 h 187"/>
                    <a:gd name="T38" fmla="*/ 90 w 170"/>
                    <a:gd name="T39" fmla="*/ 174 h 187"/>
                    <a:gd name="T40" fmla="*/ 99 w 170"/>
                    <a:gd name="T41" fmla="*/ 178 h 187"/>
                    <a:gd name="T42" fmla="*/ 108 w 170"/>
                    <a:gd name="T43" fmla="*/ 169 h 187"/>
                    <a:gd name="T44" fmla="*/ 112 w 170"/>
                    <a:gd name="T45" fmla="*/ 178 h 187"/>
                    <a:gd name="T46" fmla="*/ 166 w 170"/>
                    <a:gd name="T47" fmla="*/ 174 h 187"/>
                    <a:gd name="T48" fmla="*/ 166 w 170"/>
                    <a:gd name="T49" fmla="*/ 169 h 187"/>
                    <a:gd name="T50" fmla="*/ 161 w 170"/>
                    <a:gd name="T51" fmla="*/ 165 h 187"/>
                    <a:gd name="T52" fmla="*/ 152 w 170"/>
                    <a:gd name="T53" fmla="*/ 35 h 187"/>
                    <a:gd name="T54" fmla="*/ 170 w 170"/>
                    <a:gd name="T55" fmla="*/ 35 h 187"/>
                    <a:gd name="T56" fmla="*/ 116 w 170"/>
                    <a:gd name="T57" fmla="*/ 0 h 187"/>
                    <a:gd name="T58" fmla="*/ 116 w 170"/>
                    <a:gd name="T59" fmla="*/ 17 h 187"/>
                    <a:gd name="T60" fmla="*/ 72 w 170"/>
                    <a:gd name="T61" fmla="*/ 17 h 187"/>
                    <a:gd name="T62" fmla="*/ 67 w 170"/>
                    <a:gd name="T63" fmla="*/ 58 h 187"/>
                    <a:gd name="T64" fmla="*/ 58 w 170"/>
                    <a:gd name="T65" fmla="*/ 58 h 187"/>
                    <a:gd name="T66" fmla="*/ 54 w 170"/>
                    <a:gd name="T67" fmla="*/ 62 h 187"/>
                    <a:gd name="T68" fmla="*/ 54 w 170"/>
                    <a:gd name="T69" fmla="*/ 89 h 187"/>
                    <a:gd name="T70" fmla="*/ 5 w 170"/>
                    <a:gd name="T71" fmla="*/ 93 h 187"/>
                    <a:gd name="T72" fmla="*/ 0 w 170"/>
                    <a:gd name="T73" fmla="*/ 89 h 18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</a:cxnLst>
                  <a:rect l="0" t="0" r="r" b="b"/>
                  <a:pathLst>
                    <a:path w="170" h="187">
                      <a:moveTo>
                        <a:pt x="0" y="89"/>
                      </a:moveTo>
                      <a:lnTo>
                        <a:pt x="5" y="98"/>
                      </a:lnTo>
                      <a:lnTo>
                        <a:pt x="9" y="98"/>
                      </a:lnTo>
                      <a:lnTo>
                        <a:pt x="9" y="107"/>
                      </a:lnTo>
                      <a:lnTo>
                        <a:pt x="5" y="120"/>
                      </a:lnTo>
                      <a:lnTo>
                        <a:pt x="14" y="125"/>
                      </a:lnTo>
                      <a:lnTo>
                        <a:pt x="9" y="147"/>
                      </a:lnTo>
                      <a:lnTo>
                        <a:pt x="14" y="152"/>
                      </a:lnTo>
                      <a:lnTo>
                        <a:pt x="9" y="160"/>
                      </a:lnTo>
                      <a:lnTo>
                        <a:pt x="9" y="169"/>
                      </a:lnTo>
                      <a:lnTo>
                        <a:pt x="14" y="165"/>
                      </a:lnTo>
                      <a:lnTo>
                        <a:pt x="41" y="160"/>
                      </a:lnTo>
                      <a:lnTo>
                        <a:pt x="45" y="169"/>
                      </a:lnTo>
                      <a:lnTo>
                        <a:pt x="54" y="169"/>
                      </a:lnTo>
                      <a:lnTo>
                        <a:pt x="72" y="187"/>
                      </a:lnTo>
                      <a:lnTo>
                        <a:pt x="81" y="187"/>
                      </a:lnTo>
                      <a:lnTo>
                        <a:pt x="76" y="174"/>
                      </a:lnTo>
                      <a:lnTo>
                        <a:pt x="81" y="169"/>
                      </a:lnTo>
                      <a:lnTo>
                        <a:pt x="85" y="183"/>
                      </a:lnTo>
                      <a:lnTo>
                        <a:pt x="90" y="174"/>
                      </a:lnTo>
                      <a:lnTo>
                        <a:pt x="99" y="178"/>
                      </a:lnTo>
                      <a:lnTo>
                        <a:pt x="108" y="169"/>
                      </a:lnTo>
                      <a:lnTo>
                        <a:pt x="112" y="178"/>
                      </a:lnTo>
                      <a:lnTo>
                        <a:pt x="166" y="174"/>
                      </a:lnTo>
                      <a:lnTo>
                        <a:pt x="166" y="169"/>
                      </a:lnTo>
                      <a:lnTo>
                        <a:pt x="161" y="165"/>
                      </a:lnTo>
                      <a:lnTo>
                        <a:pt x="152" y="35"/>
                      </a:lnTo>
                      <a:lnTo>
                        <a:pt x="170" y="35"/>
                      </a:lnTo>
                      <a:lnTo>
                        <a:pt x="116" y="0"/>
                      </a:lnTo>
                      <a:lnTo>
                        <a:pt x="116" y="17"/>
                      </a:lnTo>
                      <a:lnTo>
                        <a:pt x="72" y="17"/>
                      </a:lnTo>
                      <a:lnTo>
                        <a:pt x="67" y="58"/>
                      </a:lnTo>
                      <a:lnTo>
                        <a:pt x="58" y="58"/>
                      </a:lnTo>
                      <a:lnTo>
                        <a:pt x="54" y="62"/>
                      </a:lnTo>
                      <a:lnTo>
                        <a:pt x="54" y="89"/>
                      </a:lnTo>
                      <a:lnTo>
                        <a:pt x="5" y="93"/>
                      </a:lnTo>
                      <a:lnTo>
                        <a:pt x="0" y="89"/>
                      </a:lnTo>
                      <a:close/>
                    </a:path>
                  </a:pathLst>
                </a:custGeom>
                <a:grpFill/>
                <a:ln w="9525" cmpd="sng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>
                    <a:latin typeface="Delivery" panose="020F0503020204020204" pitchFamily="34" charset="0"/>
                  </a:endParaRPr>
                </a:p>
              </p:txBody>
            </p:sp>
            <p:sp>
              <p:nvSpPr>
                <p:cNvPr id="556" name="Freeform 36">
                  <a:extLst>
                    <a:ext uri="{FF2B5EF4-FFF2-40B4-BE49-F238E27FC236}">
                      <a16:creationId xmlns:a16="http://schemas.microsoft.com/office/drawing/2014/main" id="{5F7EF646-3844-1A98-CEFF-22BFFAC4DB92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3509" y="3079"/>
                  <a:ext cx="9" cy="13"/>
                </a:xfrm>
                <a:custGeom>
                  <a:avLst/>
                  <a:gdLst>
                    <a:gd name="T0" fmla="*/ 0 w 9"/>
                    <a:gd name="T1" fmla="*/ 13 h 13"/>
                    <a:gd name="T2" fmla="*/ 9 w 9"/>
                    <a:gd name="T3" fmla="*/ 4 h 13"/>
                    <a:gd name="T4" fmla="*/ 4 w 9"/>
                    <a:gd name="T5" fmla="*/ 0 h 13"/>
                    <a:gd name="T6" fmla="*/ 0 w 9"/>
                    <a:gd name="T7" fmla="*/ 0 h 13"/>
                    <a:gd name="T8" fmla="*/ 0 w 9"/>
                    <a:gd name="T9" fmla="*/ 4 h 13"/>
                    <a:gd name="T10" fmla="*/ 0 w 9"/>
                    <a:gd name="T11" fmla="*/ 13 h 13"/>
                    <a:gd name="T12" fmla="*/ 0 w 9"/>
                    <a:gd name="T13" fmla="*/ 13 h 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9" h="13">
                      <a:moveTo>
                        <a:pt x="0" y="13"/>
                      </a:moveTo>
                      <a:lnTo>
                        <a:pt x="9" y="4"/>
                      </a:lnTo>
                      <a:lnTo>
                        <a:pt x="4" y="0"/>
                      </a:lnTo>
                      <a:lnTo>
                        <a:pt x="0" y="0"/>
                      </a:lnTo>
                      <a:lnTo>
                        <a:pt x="0" y="4"/>
                      </a:lnTo>
                      <a:lnTo>
                        <a:pt x="0" y="13"/>
                      </a:lnTo>
                      <a:lnTo>
                        <a:pt x="0" y="13"/>
                      </a:lnTo>
                      <a:close/>
                    </a:path>
                  </a:pathLst>
                </a:custGeom>
                <a:grpFill/>
                <a:ln w="9525" cmpd="sng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>
                    <a:latin typeface="Delivery" panose="020F0503020204020204" pitchFamily="34" charset="0"/>
                  </a:endParaRPr>
                </a:p>
              </p:txBody>
            </p:sp>
            <p:sp>
              <p:nvSpPr>
                <p:cNvPr id="557" name="Freeform 38">
                  <a:extLst>
                    <a:ext uri="{FF2B5EF4-FFF2-40B4-BE49-F238E27FC236}">
                      <a16:creationId xmlns:a16="http://schemas.microsoft.com/office/drawing/2014/main" id="{CF2B8726-BC86-C6D4-AF32-1C8A1EA10AC1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3120" y="2931"/>
                  <a:ext cx="148" cy="259"/>
                </a:xfrm>
                <a:custGeom>
                  <a:avLst/>
                  <a:gdLst>
                    <a:gd name="T0" fmla="*/ 0 w 148"/>
                    <a:gd name="T1" fmla="*/ 81 h 259"/>
                    <a:gd name="T2" fmla="*/ 5 w 148"/>
                    <a:gd name="T3" fmla="*/ 85 h 259"/>
                    <a:gd name="T4" fmla="*/ 18 w 148"/>
                    <a:gd name="T5" fmla="*/ 85 h 259"/>
                    <a:gd name="T6" fmla="*/ 36 w 148"/>
                    <a:gd name="T7" fmla="*/ 94 h 259"/>
                    <a:gd name="T8" fmla="*/ 40 w 148"/>
                    <a:gd name="T9" fmla="*/ 130 h 259"/>
                    <a:gd name="T10" fmla="*/ 36 w 148"/>
                    <a:gd name="T11" fmla="*/ 139 h 259"/>
                    <a:gd name="T12" fmla="*/ 40 w 148"/>
                    <a:gd name="T13" fmla="*/ 148 h 259"/>
                    <a:gd name="T14" fmla="*/ 32 w 148"/>
                    <a:gd name="T15" fmla="*/ 170 h 259"/>
                    <a:gd name="T16" fmla="*/ 18 w 148"/>
                    <a:gd name="T17" fmla="*/ 188 h 259"/>
                    <a:gd name="T18" fmla="*/ 18 w 148"/>
                    <a:gd name="T19" fmla="*/ 192 h 259"/>
                    <a:gd name="T20" fmla="*/ 23 w 148"/>
                    <a:gd name="T21" fmla="*/ 228 h 259"/>
                    <a:gd name="T22" fmla="*/ 23 w 148"/>
                    <a:gd name="T23" fmla="*/ 237 h 259"/>
                    <a:gd name="T24" fmla="*/ 23 w 148"/>
                    <a:gd name="T25" fmla="*/ 242 h 259"/>
                    <a:gd name="T26" fmla="*/ 23 w 148"/>
                    <a:gd name="T27" fmla="*/ 246 h 259"/>
                    <a:gd name="T28" fmla="*/ 23 w 148"/>
                    <a:gd name="T29" fmla="*/ 259 h 259"/>
                    <a:gd name="T30" fmla="*/ 36 w 148"/>
                    <a:gd name="T31" fmla="*/ 255 h 259"/>
                    <a:gd name="T32" fmla="*/ 36 w 148"/>
                    <a:gd name="T33" fmla="*/ 242 h 259"/>
                    <a:gd name="T34" fmla="*/ 27 w 148"/>
                    <a:gd name="T35" fmla="*/ 242 h 259"/>
                    <a:gd name="T36" fmla="*/ 36 w 148"/>
                    <a:gd name="T37" fmla="*/ 233 h 259"/>
                    <a:gd name="T38" fmla="*/ 67 w 148"/>
                    <a:gd name="T39" fmla="*/ 219 h 259"/>
                    <a:gd name="T40" fmla="*/ 72 w 148"/>
                    <a:gd name="T41" fmla="*/ 210 h 259"/>
                    <a:gd name="T42" fmla="*/ 67 w 148"/>
                    <a:gd name="T43" fmla="*/ 210 h 259"/>
                    <a:gd name="T44" fmla="*/ 72 w 148"/>
                    <a:gd name="T45" fmla="*/ 201 h 259"/>
                    <a:gd name="T46" fmla="*/ 72 w 148"/>
                    <a:gd name="T47" fmla="*/ 183 h 259"/>
                    <a:gd name="T48" fmla="*/ 67 w 148"/>
                    <a:gd name="T49" fmla="*/ 179 h 259"/>
                    <a:gd name="T50" fmla="*/ 67 w 148"/>
                    <a:gd name="T51" fmla="*/ 183 h 259"/>
                    <a:gd name="T52" fmla="*/ 63 w 148"/>
                    <a:gd name="T53" fmla="*/ 157 h 259"/>
                    <a:gd name="T54" fmla="*/ 58 w 148"/>
                    <a:gd name="T55" fmla="*/ 152 h 259"/>
                    <a:gd name="T56" fmla="*/ 72 w 148"/>
                    <a:gd name="T57" fmla="*/ 134 h 259"/>
                    <a:gd name="T58" fmla="*/ 85 w 148"/>
                    <a:gd name="T59" fmla="*/ 130 h 259"/>
                    <a:gd name="T60" fmla="*/ 99 w 148"/>
                    <a:gd name="T61" fmla="*/ 112 h 259"/>
                    <a:gd name="T62" fmla="*/ 134 w 148"/>
                    <a:gd name="T63" fmla="*/ 94 h 259"/>
                    <a:gd name="T64" fmla="*/ 148 w 148"/>
                    <a:gd name="T65" fmla="*/ 76 h 259"/>
                    <a:gd name="T66" fmla="*/ 148 w 148"/>
                    <a:gd name="T67" fmla="*/ 54 h 259"/>
                    <a:gd name="T68" fmla="*/ 143 w 148"/>
                    <a:gd name="T69" fmla="*/ 54 h 259"/>
                    <a:gd name="T70" fmla="*/ 148 w 148"/>
                    <a:gd name="T71" fmla="*/ 5 h 259"/>
                    <a:gd name="T72" fmla="*/ 143 w 148"/>
                    <a:gd name="T73" fmla="*/ 0 h 259"/>
                    <a:gd name="T74" fmla="*/ 130 w 148"/>
                    <a:gd name="T75" fmla="*/ 9 h 259"/>
                    <a:gd name="T76" fmla="*/ 107 w 148"/>
                    <a:gd name="T77" fmla="*/ 9 h 259"/>
                    <a:gd name="T78" fmla="*/ 103 w 148"/>
                    <a:gd name="T79" fmla="*/ 18 h 259"/>
                    <a:gd name="T80" fmla="*/ 94 w 148"/>
                    <a:gd name="T81" fmla="*/ 14 h 259"/>
                    <a:gd name="T82" fmla="*/ 85 w 148"/>
                    <a:gd name="T83" fmla="*/ 23 h 259"/>
                    <a:gd name="T84" fmla="*/ 76 w 148"/>
                    <a:gd name="T85" fmla="*/ 14 h 259"/>
                    <a:gd name="T86" fmla="*/ 63 w 148"/>
                    <a:gd name="T87" fmla="*/ 18 h 259"/>
                    <a:gd name="T88" fmla="*/ 63 w 148"/>
                    <a:gd name="T89" fmla="*/ 23 h 259"/>
                    <a:gd name="T90" fmla="*/ 58 w 148"/>
                    <a:gd name="T91" fmla="*/ 31 h 259"/>
                    <a:gd name="T92" fmla="*/ 58 w 148"/>
                    <a:gd name="T93" fmla="*/ 40 h 259"/>
                    <a:gd name="T94" fmla="*/ 67 w 148"/>
                    <a:gd name="T95" fmla="*/ 45 h 259"/>
                    <a:gd name="T96" fmla="*/ 76 w 148"/>
                    <a:gd name="T97" fmla="*/ 58 h 259"/>
                    <a:gd name="T98" fmla="*/ 76 w 148"/>
                    <a:gd name="T99" fmla="*/ 85 h 259"/>
                    <a:gd name="T100" fmla="*/ 67 w 148"/>
                    <a:gd name="T101" fmla="*/ 90 h 259"/>
                    <a:gd name="T102" fmla="*/ 72 w 148"/>
                    <a:gd name="T103" fmla="*/ 99 h 259"/>
                    <a:gd name="T104" fmla="*/ 63 w 148"/>
                    <a:gd name="T105" fmla="*/ 103 h 259"/>
                    <a:gd name="T106" fmla="*/ 54 w 148"/>
                    <a:gd name="T107" fmla="*/ 85 h 259"/>
                    <a:gd name="T108" fmla="*/ 58 w 148"/>
                    <a:gd name="T109" fmla="*/ 72 h 259"/>
                    <a:gd name="T110" fmla="*/ 54 w 148"/>
                    <a:gd name="T111" fmla="*/ 63 h 259"/>
                    <a:gd name="T112" fmla="*/ 45 w 148"/>
                    <a:gd name="T113" fmla="*/ 63 h 259"/>
                    <a:gd name="T114" fmla="*/ 36 w 148"/>
                    <a:gd name="T115" fmla="*/ 54 h 259"/>
                    <a:gd name="T116" fmla="*/ 0 w 148"/>
                    <a:gd name="T117" fmla="*/ 72 h 259"/>
                    <a:gd name="T118" fmla="*/ 0 w 148"/>
                    <a:gd name="T119" fmla="*/ 81 h 25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</a:cxnLst>
                  <a:rect l="0" t="0" r="r" b="b"/>
                  <a:pathLst>
                    <a:path w="148" h="259">
                      <a:moveTo>
                        <a:pt x="0" y="81"/>
                      </a:moveTo>
                      <a:lnTo>
                        <a:pt x="5" y="85"/>
                      </a:lnTo>
                      <a:lnTo>
                        <a:pt x="18" y="85"/>
                      </a:lnTo>
                      <a:lnTo>
                        <a:pt x="36" y="94"/>
                      </a:lnTo>
                      <a:lnTo>
                        <a:pt x="40" y="130"/>
                      </a:lnTo>
                      <a:lnTo>
                        <a:pt x="36" y="139"/>
                      </a:lnTo>
                      <a:lnTo>
                        <a:pt x="40" y="148"/>
                      </a:lnTo>
                      <a:lnTo>
                        <a:pt x="32" y="170"/>
                      </a:lnTo>
                      <a:lnTo>
                        <a:pt x="18" y="188"/>
                      </a:lnTo>
                      <a:lnTo>
                        <a:pt x="18" y="192"/>
                      </a:lnTo>
                      <a:lnTo>
                        <a:pt x="23" y="228"/>
                      </a:lnTo>
                      <a:lnTo>
                        <a:pt x="23" y="237"/>
                      </a:lnTo>
                      <a:lnTo>
                        <a:pt x="23" y="242"/>
                      </a:lnTo>
                      <a:lnTo>
                        <a:pt x="23" y="246"/>
                      </a:lnTo>
                      <a:lnTo>
                        <a:pt x="23" y="259"/>
                      </a:lnTo>
                      <a:lnTo>
                        <a:pt x="36" y="255"/>
                      </a:lnTo>
                      <a:lnTo>
                        <a:pt x="36" y="242"/>
                      </a:lnTo>
                      <a:lnTo>
                        <a:pt x="27" y="242"/>
                      </a:lnTo>
                      <a:lnTo>
                        <a:pt x="36" y="233"/>
                      </a:lnTo>
                      <a:lnTo>
                        <a:pt x="67" y="219"/>
                      </a:lnTo>
                      <a:lnTo>
                        <a:pt x="72" y="210"/>
                      </a:lnTo>
                      <a:lnTo>
                        <a:pt x="67" y="210"/>
                      </a:lnTo>
                      <a:lnTo>
                        <a:pt x="72" y="201"/>
                      </a:lnTo>
                      <a:lnTo>
                        <a:pt x="72" y="183"/>
                      </a:lnTo>
                      <a:lnTo>
                        <a:pt x="67" y="179"/>
                      </a:lnTo>
                      <a:lnTo>
                        <a:pt x="67" y="183"/>
                      </a:lnTo>
                      <a:lnTo>
                        <a:pt x="63" y="157"/>
                      </a:lnTo>
                      <a:lnTo>
                        <a:pt x="58" y="152"/>
                      </a:lnTo>
                      <a:lnTo>
                        <a:pt x="72" y="134"/>
                      </a:lnTo>
                      <a:lnTo>
                        <a:pt x="85" y="130"/>
                      </a:lnTo>
                      <a:lnTo>
                        <a:pt x="99" y="112"/>
                      </a:lnTo>
                      <a:lnTo>
                        <a:pt x="134" y="94"/>
                      </a:lnTo>
                      <a:lnTo>
                        <a:pt x="148" y="76"/>
                      </a:lnTo>
                      <a:lnTo>
                        <a:pt x="148" y="54"/>
                      </a:lnTo>
                      <a:lnTo>
                        <a:pt x="143" y="54"/>
                      </a:lnTo>
                      <a:lnTo>
                        <a:pt x="148" y="5"/>
                      </a:lnTo>
                      <a:lnTo>
                        <a:pt x="143" y="0"/>
                      </a:lnTo>
                      <a:lnTo>
                        <a:pt x="130" y="9"/>
                      </a:lnTo>
                      <a:lnTo>
                        <a:pt x="107" y="9"/>
                      </a:lnTo>
                      <a:lnTo>
                        <a:pt x="103" y="18"/>
                      </a:lnTo>
                      <a:lnTo>
                        <a:pt x="94" y="14"/>
                      </a:lnTo>
                      <a:lnTo>
                        <a:pt x="85" y="23"/>
                      </a:lnTo>
                      <a:lnTo>
                        <a:pt x="76" y="14"/>
                      </a:lnTo>
                      <a:lnTo>
                        <a:pt x="63" y="18"/>
                      </a:lnTo>
                      <a:lnTo>
                        <a:pt x="63" y="23"/>
                      </a:lnTo>
                      <a:lnTo>
                        <a:pt x="58" y="31"/>
                      </a:lnTo>
                      <a:lnTo>
                        <a:pt x="58" y="40"/>
                      </a:lnTo>
                      <a:lnTo>
                        <a:pt x="67" y="45"/>
                      </a:lnTo>
                      <a:lnTo>
                        <a:pt x="76" y="58"/>
                      </a:lnTo>
                      <a:lnTo>
                        <a:pt x="76" y="85"/>
                      </a:lnTo>
                      <a:lnTo>
                        <a:pt x="67" y="90"/>
                      </a:lnTo>
                      <a:lnTo>
                        <a:pt x="72" y="99"/>
                      </a:lnTo>
                      <a:lnTo>
                        <a:pt x="63" y="103"/>
                      </a:lnTo>
                      <a:lnTo>
                        <a:pt x="54" y="85"/>
                      </a:lnTo>
                      <a:lnTo>
                        <a:pt x="58" y="72"/>
                      </a:lnTo>
                      <a:lnTo>
                        <a:pt x="54" y="63"/>
                      </a:lnTo>
                      <a:lnTo>
                        <a:pt x="45" y="63"/>
                      </a:lnTo>
                      <a:lnTo>
                        <a:pt x="36" y="54"/>
                      </a:lnTo>
                      <a:lnTo>
                        <a:pt x="0" y="72"/>
                      </a:lnTo>
                      <a:lnTo>
                        <a:pt x="0" y="81"/>
                      </a:lnTo>
                      <a:close/>
                    </a:path>
                  </a:pathLst>
                </a:custGeom>
                <a:grpFill/>
                <a:ln w="9525" cmpd="sng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>
                    <a:latin typeface="Delivery" panose="020F0503020204020204" pitchFamily="34" charset="0"/>
                  </a:endParaRPr>
                </a:p>
              </p:txBody>
            </p:sp>
            <p:sp>
              <p:nvSpPr>
                <p:cNvPr id="558" name="Freeform 39">
                  <a:extLst>
                    <a:ext uri="{FF2B5EF4-FFF2-40B4-BE49-F238E27FC236}">
                      <a16:creationId xmlns:a16="http://schemas.microsoft.com/office/drawing/2014/main" id="{117AF984-075E-8512-602B-5B72185E73E4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2848" y="3030"/>
                  <a:ext cx="192" cy="196"/>
                </a:xfrm>
                <a:custGeom>
                  <a:avLst/>
                  <a:gdLst>
                    <a:gd name="T0" fmla="*/ 4 w 192"/>
                    <a:gd name="T1" fmla="*/ 4 h 196"/>
                    <a:gd name="T2" fmla="*/ 9 w 192"/>
                    <a:gd name="T3" fmla="*/ 0 h 196"/>
                    <a:gd name="T4" fmla="*/ 27 w 192"/>
                    <a:gd name="T5" fmla="*/ 0 h 196"/>
                    <a:gd name="T6" fmla="*/ 40 w 192"/>
                    <a:gd name="T7" fmla="*/ 8 h 196"/>
                    <a:gd name="T8" fmla="*/ 49 w 192"/>
                    <a:gd name="T9" fmla="*/ 4 h 196"/>
                    <a:gd name="T10" fmla="*/ 103 w 192"/>
                    <a:gd name="T11" fmla="*/ 4 h 196"/>
                    <a:gd name="T12" fmla="*/ 116 w 192"/>
                    <a:gd name="T13" fmla="*/ 17 h 196"/>
                    <a:gd name="T14" fmla="*/ 134 w 192"/>
                    <a:gd name="T15" fmla="*/ 17 h 196"/>
                    <a:gd name="T16" fmla="*/ 170 w 192"/>
                    <a:gd name="T17" fmla="*/ 8 h 196"/>
                    <a:gd name="T18" fmla="*/ 178 w 192"/>
                    <a:gd name="T19" fmla="*/ 4 h 196"/>
                    <a:gd name="T20" fmla="*/ 192 w 192"/>
                    <a:gd name="T21" fmla="*/ 13 h 196"/>
                    <a:gd name="T22" fmla="*/ 178 w 192"/>
                    <a:gd name="T23" fmla="*/ 17 h 196"/>
                    <a:gd name="T24" fmla="*/ 174 w 192"/>
                    <a:gd name="T25" fmla="*/ 26 h 196"/>
                    <a:gd name="T26" fmla="*/ 165 w 192"/>
                    <a:gd name="T27" fmla="*/ 17 h 196"/>
                    <a:gd name="T28" fmla="*/ 147 w 192"/>
                    <a:gd name="T29" fmla="*/ 22 h 196"/>
                    <a:gd name="T30" fmla="*/ 138 w 192"/>
                    <a:gd name="T31" fmla="*/ 22 h 196"/>
                    <a:gd name="T32" fmla="*/ 138 w 192"/>
                    <a:gd name="T33" fmla="*/ 80 h 196"/>
                    <a:gd name="T34" fmla="*/ 125 w 192"/>
                    <a:gd name="T35" fmla="*/ 80 h 196"/>
                    <a:gd name="T36" fmla="*/ 120 w 192"/>
                    <a:gd name="T37" fmla="*/ 125 h 196"/>
                    <a:gd name="T38" fmla="*/ 120 w 192"/>
                    <a:gd name="T39" fmla="*/ 187 h 196"/>
                    <a:gd name="T40" fmla="*/ 111 w 192"/>
                    <a:gd name="T41" fmla="*/ 187 h 196"/>
                    <a:gd name="T42" fmla="*/ 111 w 192"/>
                    <a:gd name="T43" fmla="*/ 196 h 196"/>
                    <a:gd name="T44" fmla="*/ 94 w 192"/>
                    <a:gd name="T45" fmla="*/ 192 h 196"/>
                    <a:gd name="T46" fmla="*/ 80 w 192"/>
                    <a:gd name="T47" fmla="*/ 192 h 196"/>
                    <a:gd name="T48" fmla="*/ 80 w 192"/>
                    <a:gd name="T49" fmla="*/ 183 h 196"/>
                    <a:gd name="T50" fmla="*/ 76 w 192"/>
                    <a:gd name="T51" fmla="*/ 183 h 196"/>
                    <a:gd name="T52" fmla="*/ 67 w 192"/>
                    <a:gd name="T53" fmla="*/ 187 h 196"/>
                    <a:gd name="T54" fmla="*/ 53 w 192"/>
                    <a:gd name="T55" fmla="*/ 169 h 196"/>
                    <a:gd name="T56" fmla="*/ 49 w 192"/>
                    <a:gd name="T57" fmla="*/ 160 h 196"/>
                    <a:gd name="T58" fmla="*/ 40 w 192"/>
                    <a:gd name="T59" fmla="*/ 111 h 196"/>
                    <a:gd name="T60" fmla="*/ 40 w 192"/>
                    <a:gd name="T61" fmla="*/ 93 h 196"/>
                    <a:gd name="T62" fmla="*/ 22 w 192"/>
                    <a:gd name="T63" fmla="*/ 44 h 196"/>
                    <a:gd name="T64" fmla="*/ 0 w 192"/>
                    <a:gd name="T65" fmla="*/ 22 h 196"/>
                    <a:gd name="T66" fmla="*/ 4 w 192"/>
                    <a:gd name="T67" fmla="*/ 4 h 1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</a:cxnLst>
                  <a:rect l="0" t="0" r="r" b="b"/>
                  <a:pathLst>
                    <a:path w="192" h="196">
                      <a:moveTo>
                        <a:pt x="4" y="4"/>
                      </a:moveTo>
                      <a:lnTo>
                        <a:pt x="9" y="0"/>
                      </a:lnTo>
                      <a:lnTo>
                        <a:pt x="27" y="0"/>
                      </a:lnTo>
                      <a:lnTo>
                        <a:pt x="40" y="8"/>
                      </a:lnTo>
                      <a:lnTo>
                        <a:pt x="49" y="4"/>
                      </a:lnTo>
                      <a:lnTo>
                        <a:pt x="103" y="4"/>
                      </a:lnTo>
                      <a:lnTo>
                        <a:pt x="116" y="17"/>
                      </a:lnTo>
                      <a:lnTo>
                        <a:pt x="134" y="17"/>
                      </a:lnTo>
                      <a:lnTo>
                        <a:pt x="170" y="8"/>
                      </a:lnTo>
                      <a:lnTo>
                        <a:pt x="178" y="4"/>
                      </a:lnTo>
                      <a:lnTo>
                        <a:pt x="192" y="13"/>
                      </a:lnTo>
                      <a:lnTo>
                        <a:pt x="178" y="17"/>
                      </a:lnTo>
                      <a:lnTo>
                        <a:pt x="174" y="26"/>
                      </a:lnTo>
                      <a:lnTo>
                        <a:pt x="165" y="17"/>
                      </a:lnTo>
                      <a:lnTo>
                        <a:pt x="147" y="22"/>
                      </a:lnTo>
                      <a:lnTo>
                        <a:pt x="138" y="22"/>
                      </a:lnTo>
                      <a:lnTo>
                        <a:pt x="138" y="80"/>
                      </a:lnTo>
                      <a:lnTo>
                        <a:pt x="125" y="80"/>
                      </a:lnTo>
                      <a:lnTo>
                        <a:pt x="120" y="125"/>
                      </a:lnTo>
                      <a:lnTo>
                        <a:pt x="120" y="187"/>
                      </a:lnTo>
                      <a:lnTo>
                        <a:pt x="111" y="187"/>
                      </a:lnTo>
                      <a:lnTo>
                        <a:pt x="111" y="196"/>
                      </a:lnTo>
                      <a:lnTo>
                        <a:pt x="94" y="192"/>
                      </a:lnTo>
                      <a:lnTo>
                        <a:pt x="80" y="192"/>
                      </a:lnTo>
                      <a:lnTo>
                        <a:pt x="80" y="183"/>
                      </a:lnTo>
                      <a:lnTo>
                        <a:pt x="76" y="183"/>
                      </a:lnTo>
                      <a:lnTo>
                        <a:pt x="67" y="187"/>
                      </a:lnTo>
                      <a:lnTo>
                        <a:pt x="53" y="169"/>
                      </a:lnTo>
                      <a:lnTo>
                        <a:pt x="49" y="160"/>
                      </a:lnTo>
                      <a:lnTo>
                        <a:pt x="40" y="111"/>
                      </a:lnTo>
                      <a:lnTo>
                        <a:pt x="40" y="93"/>
                      </a:lnTo>
                      <a:lnTo>
                        <a:pt x="22" y="44"/>
                      </a:lnTo>
                      <a:lnTo>
                        <a:pt x="0" y="22"/>
                      </a:lnTo>
                      <a:lnTo>
                        <a:pt x="4" y="4"/>
                      </a:lnTo>
                      <a:close/>
                    </a:path>
                  </a:pathLst>
                </a:custGeom>
                <a:grpFill/>
                <a:ln w="9525" cmpd="sng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>
                    <a:latin typeface="Delivery" panose="020F0503020204020204" pitchFamily="34" charset="0"/>
                  </a:endParaRPr>
                </a:p>
              </p:txBody>
            </p:sp>
            <p:sp>
              <p:nvSpPr>
                <p:cNvPr id="559" name="Freeform 40">
                  <a:extLst>
                    <a:ext uri="{FF2B5EF4-FFF2-40B4-BE49-F238E27FC236}">
                      <a16:creationId xmlns:a16="http://schemas.microsoft.com/office/drawing/2014/main" id="{18FC4D30-3185-6E85-395E-5583A8C04457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2687" y="2431"/>
                  <a:ext cx="228" cy="174"/>
                </a:xfrm>
                <a:custGeom>
                  <a:avLst/>
                  <a:gdLst>
                    <a:gd name="T0" fmla="*/ 0 w 228"/>
                    <a:gd name="T1" fmla="*/ 129 h 174"/>
                    <a:gd name="T2" fmla="*/ 0 w 228"/>
                    <a:gd name="T3" fmla="*/ 138 h 174"/>
                    <a:gd name="T4" fmla="*/ 9 w 228"/>
                    <a:gd name="T5" fmla="*/ 152 h 174"/>
                    <a:gd name="T6" fmla="*/ 9 w 228"/>
                    <a:gd name="T7" fmla="*/ 161 h 174"/>
                    <a:gd name="T8" fmla="*/ 18 w 228"/>
                    <a:gd name="T9" fmla="*/ 165 h 174"/>
                    <a:gd name="T10" fmla="*/ 27 w 228"/>
                    <a:gd name="T11" fmla="*/ 161 h 174"/>
                    <a:gd name="T12" fmla="*/ 27 w 228"/>
                    <a:gd name="T13" fmla="*/ 174 h 174"/>
                    <a:gd name="T14" fmla="*/ 31 w 228"/>
                    <a:gd name="T15" fmla="*/ 174 h 174"/>
                    <a:gd name="T16" fmla="*/ 40 w 228"/>
                    <a:gd name="T17" fmla="*/ 165 h 174"/>
                    <a:gd name="T18" fmla="*/ 54 w 228"/>
                    <a:gd name="T19" fmla="*/ 174 h 174"/>
                    <a:gd name="T20" fmla="*/ 54 w 228"/>
                    <a:gd name="T21" fmla="*/ 165 h 174"/>
                    <a:gd name="T22" fmla="*/ 58 w 228"/>
                    <a:gd name="T23" fmla="*/ 156 h 174"/>
                    <a:gd name="T24" fmla="*/ 58 w 228"/>
                    <a:gd name="T25" fmla="*/ 147 h 174"/>
                    <a:gd name="T26" fmla="*/ 71 w 228"/>
                    <a:gd name="T27" fmla="*/ 143 h 174"/>
                    <a:gd name="T28" fmla="*/ 94 w 228"/>
                    <a:gd name="T29" fmla="*/ 147 h 174"/>
                    <a:gd name="T30" fmla="*/ 107 w 228"/>
                    <a:gd name="T31" fmla="*/ 161 h 174"/>
                    <a:gd name="T32" fmla="*/ 121 w 228"/>
                    <a:gd name="T33" fmla="*/ 156 h 174"/>
                    <a:gd name="T34" fmla="*/ 138 w 228"/>
                    <a:gd name="T35" fmla="*/ 156 h 174"/>
                    <a:gd name="T36" fmla="*/ 156 w 228"/>
                    <a:gd name="T37" fmla="*/ 152 h 174"/>
                    <a:gd name="T38" fmla="*/ 170 w 228"/>
                    <a:gd name="T39" fmla="*/ 156 h 174"/>
                    <a:gd name="T40" fmla="*/ 188 w 228"/>
                    <a:gd name="T41" fmla="*/ 147 h 174"/>
                    <a:gd name="T42" fmla="*/ 188 w 228"/>
                    <a:gd name="T43" fmla="*/ 134 h 174"/>
                    <a:gd name="T44" fmla="*/ 192 w 228"/>
                    <a:gd name="T45" fmla="*/ 125 h 174"/>
                    <a:gd name="T46" fmla="*/ 214 w 228"/>
                    <a:gd name="T47" fmla="*/ 107 h 174"/>
                    <a:gd name="T48" fmla="*/ 219 w 228"/>
                    <a:gd name="T49" fmla="*/ 62 h 174"/>
                    <a:gd name="T50" fmla="*/ 228 w 228"/>
                    <a:gd name="T51" fmla="*/ 44 h 174"/>
                    <a:gd name="T52" fmla="*/ 219 w 228"/>
                    <a:gd name="T53" fmla="*/ 35 h 174"/>
                    <a:gd name="T54" fmla="*/ 219 w 228"/>
                    <a:gd name="T55" fmla="*/ 22 h 174"/>
                    <a:gd name="T56" fmla="*/ 210 w 228"/>
                    <a:gd name="T57" fmla="*/ 4 h 174"/>
                    <a:gd name="T58" fmla="*/ 197 w 228"/>
                    <a:gd name="T59" fmla="*/ 13 h 174"/>
                    <a:gd name="T60" fmla="*/ 192 w 228"/>
                    <a:gd name="T61" fmla="*/ 0 h 174"/>
                    <a:gd name="T62" fmla="*/ 170 w 228"/>
                    <a:gd name="T63" fmla="*/ 0 h 174"/>
                    <a:gd name="T64" fmla="*/ 94 w 228"/>
                    <a:gd name="T65" fmla="*/ 53 h 174"/>
                    <a:gd name="T66" fmla="*/ 58 w 228"/>
                    <a:gd name="T67" fmla="*/ 62 h 174"/>
                    <a:gd name="T68" fmla="*/ 58 w 228"/>
                    <a:gd name="T69" fmla="*/ 98 h 174"/>
                    <a:gd name="T70" fmla="*/ 58 w 228"/>
                    <a:gd name="T71" fmla="*/ 111 h 174"/>
                    <a:gd name="T72" fmla="*/ 49 w 228"/>
                    <a:gd name="T73" fmla="*/ 120 h 174"/>
                    <a:gd name="T74" fmla="*/ 22 w 228"/>
                    <a:gd name="T75" fmla="*/ 120 h 174"/>
                    <a:gd name="T76" fmla="*/ 13 w 228"/>
                    <a:gd name="T77" fmla="*/ 120 h 174"/>
                    <a:gd name="T78" fmla="*/ 9 w 228"/>
                    <a:gd name="T79" fmla="*/ 129 h 174"/>
                    <a:gd name="T80" fmla="*/ 0 w 228"/>
                    <a:gd name="T81" fmla="*/ 129 h 1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228" h="174">
                      <a:moveTo>
                        <a:pt x="0" y="129"/>
                      </a:moveTo>
                      <a:lnTo>
                        <a:pt x="0" y="138"/>
                      </a:lnTo>
                      <a:lnTo>
                        <a:pt x="9" y="152"/>
                      </a:lnTo>
                      <a:lnTo>
                        <a:pt x="9" y="161"/>
                      </a:lnTo>
                      <a:lnTo>
                        <a:pt x="18" y="165"/>
                      </a:lnTo>
                      <a:lnTo>
                        <a:pt x="27" y="161"/>
                      </a:lnTo>
                      <a:lnTo>
                        <a:pt x="27" y="174"/>
                      </a:lnTo>
                      <a:lnTo>
                        <a:pt x="31" y="174"/>
                      </a:lnTo>
                      <a:lnTo>
                        <a:pt x="40" y="165"/>
                      </a:lnTo>
                      <a:lnTo>
                        <a:pt x="54" y="174"/>
                      </a:lnTo>
                      <a:lnTo>
                        <a:pt x="54" y="165"/>
                      </a:lnTo>
                      <a:lnTo>
                        <a:pt x="58" y="156"/>
                      </a:lnTo>
                      <a:lnTo>
                        <a:pt x="58" y="147"/>
                      </a:lnTo>
                      <a:lnTo>
                        <a:pt x="71" y="143"/>
                      </a:lnTo>
                      <a:lnTo>
                        <a:pt x="94" y="147"/>
                      </a:lnTo>
                      <a:lnTo>
                        <a:pt x="107" y="161"/>
                      </a:lnTo>
                      <a:lnTo>
                        <a:pt x="121" y="156"/>
                      </a:lnTo>
                      <a:lnTo>
                        <a:pt x="138" y="156"/>
                      </a:lnTo>
                      <a:lnTo>
                        <a:pt x="156" y="152"/>
                      </a:lnTo>
                      <a:lnTo>
                        <a:pt x="170" y="156"/>
                      </a:lnTo>
                      <a:lnTo>
                        <a:pt x="188" y="147"/>
                      </a:lnTo>
                      <a:lnTo>
                        <a:pt x="188" y="134"/>
                      </a:lnTo>
                      <a:lnTo>
                        <a:pt x="192" y="125"/>
                      </a:lnTo>
                      <a:lnTo>
                        <a:pt x="214" y="107"/>
                      </a:lnTo>
                      <a:lnTo>
                        <a:pt x="219" y="62"/>
                      </a:lnTo>
                      <a:lnTo>
                        <a:pt x="228" y="44"/>
                      </a:lnTo>
                      <a:lnTo>
                        <a:pt x="219" y="35"/>
                      </a:lnTo>
                      <a:lnTo>
                        <a:pt x="219" y="22"/>
                      </a:lnTo>
                      <a:lnTo>
                        <a:pt x="210" y="4"/>
                      </a:lnTo>
                      <a:lnTo>
                        <a:pt x="197" y="13"/>
                      </a:lnTo>
                      <a:lnTo>
                        <a:pt x="192" y="0"/>
                      </a:lnTo>
                      <a:lnTo>
                        <a:pt x="170" y="0"/>
                      </a:lnTo>
                      <a:lnTo>
                        <a:pt x="94" y="53"/>
                      </a:lnTo>
                      <a:lnTo>
                        <a:pt x="58" y="62"/>
                      </a:lnTo>
                      <a:lnTo>
                        <a:pt x="58" y="98"/>
                      </a:lnTo>
                      <a:lnTo>
                        <a:pt x="58" y="111"/>
                      </a:lnTo>
                      <a:lnTo>
                        <a:pt x="49" y="120"/>
                      </a:lnTo>
                      <a:lnTo>
                        <a:pt x="22" y="120"/>
                      </a:lnTo>
                      <a:lnTo>
                        <a:pt x="13" y="120"/>
                      </a:lnTo>
                      <a:lnTo>
                        <a:pt x="9" y="129"/>
                      </a:lnTo>
                      <a:lnTo>
                        <a:pt x="0" y="129"/>
                      </a:lnTo>
                      <a:close/>
                    </a:path>
                  </a:pathLst>
                </a:custGeom>
                <a:grpFill/>
                <a:ln w="9525" cmpd="sng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>
                    <a:latin typeface="Delivery" panose="020F0503020204020204" pitchFamily="34" charset="0"/>
                  </a:endParaRPr>
                </a:p>
              </p:txBody>
            </p:sp>
            <p:sp>
              <p:nvSpPr>
                <p:cNvPr id="560" name="Freeform 41">
                  <a:extLst>
                    <a:ext uri="{FF2B5EF4-FFF2-40B4-BE49-F238E27FC236}">
                      <a16:creationId xmlns:a16="http://schemas.microsoft.com/office/drawing/2014/main" id="{9A534C76-92A9-9C8F-8615-5CD583C9D445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2727" y="2574"/>
                  <a:ext cx="161" cy="147"/>
                </a:xfrm>
                <a:custGeom>
                  <a:avLst/>
                  <a:gdLst>
                    <a:gd name="T0" fmla="*/ 5 w 161"/>
                    <a:gd name="T1" fmla="*/ 111 h 147"/>
                    <a:gd name="T2" fmla="*/ 0 w 161"/>
                    <a:gd name="T3" fmla="*/ 98 h 147"/>
                    <a:gd name="T4" fmla="*/ 0 w 161"/>
                    <a:gd name="T5" fmla="*/ 80 h 147"/>
                    <a:gd name="T6" fmla="*/ 9 w 161"/>
                    <a:gd name="T7" fmla="*/ 76 h 147"/>
                    <a:gd name="T8" fmla="*/ 14 w 161"/>
                    <a:gd name="T9" fmla="*/ 67 h 147"/>
                    <a:gd name="T10" fmla="*/ 14 w 161"/>
                    <a:gd name="T11" fmla="*/ 49 h 147"/>
                    <a:gd name="T12" fmla="*/ 9 w 161"/>
                    <a:gd name="T13" fmla="*/ 40 h 147"/>
                    <a:gd name="T14" fmla="*/ 14 w 161"/>
                    <a:gd name="T15" fmla="*/ 31 h 147"/>
                    <a:gd name="T16" fmla="*/ 14 w 161"/>
                    <a:gd name="T17" fmla="*/ 22 h 147"/>
                    <a:gd name="T18" fmla="*/ 18 w 161"/>
                    <a:gd name="T19" fmla="*/ 13 h 147"/>
                    <a:gd name="T20" fmla="*/ 18 w 161"/>
                    <a:gd name="T21" fmla="*/ 4 h 147"/>
                    <a:gd name="T22" fmla="*/ 31 w 161"/>
                    <a:gd name="T23" fmla="*/ 0 h 147"/>
                    <a:gd name="T24" fmla="*/ 54 w 161"/>
                    <a:gd name="T25" fmla="*/ 4 h 147"/>
                    <a:gd name="T26" fmla="*/ 67 w 161"/>
                    <a:gd name="T27" fmla="*/ 18 h 147"/>
                    <a:gd name="T28" fmla="*/ 81 w 161"/>
                    <a:gd name="T29" fmla="*/ 13 h 147"/>
                    <a:gd name="T30" fmla="*/ 98 w 161"/>
                    <a:gd name="T31" fmla="*/ 13 h 147"/>
                    <a:gd name="T32" fmla="*/ 116 w 161"/>
                    <a:gd name="T33" fmla="*/ 9 h 147"/>
                    <a:gd name="T34" fmla="*/ 130 w 161"/>
                    <a:gd name="T35" fmla="*/ 13 h 147"/>
                    <a:gd name="T36" fmla="*/ 148 w 161"/>
                    <a:gd name="T37" fmla="*/ 4 h 147"/>
                    <a:gd name="T38" fmla="*/ 152 w 161"/>
                    <a:gd name="T39" fmla="*/ 9 h 147"/>
                    <a:gd name="T40" fmla="*/ 161 w 161"/>
                    <a:gd name="T41" fmla="*/ 22 h 147"/>
                    <a:gd name="T42" fmla="*/ 161 w 161"/>
                    <a:gd name="T43" fmla="*/ 35 h 147"/>
                    <a:gd name="T44" fmla="*/ 152 w 161"/>
                    <a:gd name="T45" fmla="*/ 40 h 147"/>
                    <a:gd name="T46" fmla="*/ 148 w 161"/>
                    <a:gd name="T47" fmla="*/ 67 h 147"/>
                    <a:gd name="T48" fmla="*/ 143 w 161"/>
                    <a:gd name="T49" fmla="*/ 67 h 147"/>
                    <a:gd name="T50" fmla="*/ 139 w 161"/>
                    <a:gd name="T51" fmla="*/ 80 h 147"/>
                    <a:gd name="T52" fmla="*/ 130 w 161"/>
                    <a:gd name="T53" fmla="*/ 85 h 147"/>
                    <a:gd name="T54" fmla="*/ 116 w 161"/>
                    <a:gd name="T55" fmla="*/ 107 h 147"/>
                    <a:gd name="T56" fmla="*/ 107 w 161"/>
                    <a:gd name="T57" fmla="*/ 102 h 147"/>
                    <a:gd name="T58" fmla="*/ 98 w 161"/>
                    <a:gd name="T59" fmla="*/ 102 h 147"/>
                    <a:gd name="T60" fmla="*/ 90 w 161"/>
                    <a:gd name="T61" fmla="*/ 129 h 147"/>
                    <a:gd name="T62" fmla="*/ 85 w 161"/>
                    <a:gd name="T63" fmla="*/ 134 h 147"/>
                    <a:gd name="T64" fmla="*/ 81 w 161"/>
                    <a:gd name="T65" fmla="*/ 134 h 147"/>
                    <a:gd name="T66" fmla="*/ 81 w 161"/>
                    <a:gd name="T67" fmla="*/ 138 h 147"/>
                    <a:gd name="T68" fmla="*/ 67 w 161"/>
                    <a:gd name="T69" fmla="*/ 138 h 147"/>
                    <a:gd name="T70" fmla="*/ 63 w 161"/>
                    <a:gd name="T71" fmla="*/ 134 h 147"/>
                    <a:gd name="T72" fmla="*/ 58 w 161"/>
                    <a:gd name="T73" fmla="*/ 143 h 147"/>
                    <a:gd name="T74" fmla="*/ 49 w 161"/>
                    <a:gd name="T75" fmla="*/ 147 h 147"/>
                    <a:gd name="T76" fmla="*/ 40 w 161"/>
                    <a:gd name="T77" fmla="*/ 138 h 147"/>
                    <a:gd name="T78" fmla="*/ 36 w 161"/>
                    <a:gd name="T79" fmla="*/ 129 h 147"/>
                    <a:gd name="T80" fmla="*/ 23 w 161"/>
                    <a:gd name="T81" fmla="*/ 116 h 147"/>
                    <a:gd name="T82" fmla="*/ 5 w 161"/>
                    <a:gd name="T83" fmla="*/ 111 h 14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61" h="147">
                      <a:moveTo>
                        <a:pt x="5" y="111"/>
                      </a:moveTo>
                      <a:lnTo>
                        <a:pt x="0" y="98"/>
                      </a:lnTo>
                      <a:lnTo>
                        <a:pt x="0" y="80"/>
                      </a:lnTo>
                      <a:lnTo>
                        <a:pt x="9" y="76"/>
                      </a:lnTo>
                      <a:lnTo>
                        <a:pt x="14" y="67"/>
                      </a:lnTo>
                      <a:lnTo>
                        <a:pt x="14" y="49"/>
                      </a:lnTo>
                      <a:lnTo>
                        <a:pt x="9" y="40"/>
                      </a:lnTo>
                      <a:lnTo>
                        <a:pt x="14" y="31"/>
                      </a:lnTo>
                      <a:lnTo>
                        <a:pt x="14" y="22"/>
                      </a:lnTo>
                      <a:lnTo>
                        <a:pt x="18" y="13"/>
                      </a:lnTo>
                      <a:lnTo>
                        <a:pt x="18" y="4"/>
                      </a:lnTo>
                      <a:lnTo>
                        <a:pt x="31" y="0"/>
                      </a:lnTo>
                      <a:lnTo>
                        <a:pt x="54" y="4"/>
                      </a:lnTo>
                      <a:lnTo>
                        <a:pt x="67" y="18"/>
                      </a:lnTo>
                      <a:lnTo>
                        <a:pt x="81" y="13"/>
                      </a:lnTo>
                      <a:lnTo>
                        <a:pt x="98" y="13"/>
                      </a:lnTo>
                      <a:lnTo>
                        <a:pt x="116" y="9"/>
                      </a:lnTo>
                      <a:lnTo>
                        <a:pt x="130" y="13"/>
                      </a:lnTo>
                      <a:lnTo>
                        <a:pt x="148" y="4"/>
                      </a:lnTo>
                      <a:lnTo>
                        <a:pt x="152" y="9"/>
                      </a:lnTo>
                      <a:lnTo>
                        <a:pt x="161" y="22"/>
                      </a:lnTo>
                      <a:lnTo>
                        <a:pt x="161" y="35"/>
                      </a:lnTo>
                      <a:lnTo>
                        <a:pt x="152" y="40"/>
                      </a:lnTo>
                      <a:lnTo>
                        <a:pt x="148" y="67"/>
                      </a:lnTo>
                      <a:lnTo>
                        <a:pt x="143" y="67"/>
                      </a:lnTo>
                      <a:lnTo>
                        <a:pt x="139" y="80"/>
                      </a:lnTo>
                      <a:lnTo>
                        <a:pt x="130" y="85"/>
                      </a:lnTo>
                      <a:lnTo>
                        <a:pt x="116" y="107"/>
                      </a:lnTo>
                      <a:lnTo>
                        <a:pt x="107" y="102"/>
                      </a:lnTo>
                      <a:lnTo>
                        <a:pt x="98" y="102"/>
                      </a:lnTo>
                      <a:lnTo>
                        <a:pt x="90" y="129"/>
                      </a:lnTo>
                      <a:lnTo>
                        <a:pt x="85" y="134"/>
                      </a:lnTo>
                      <a:lnTo>
                        <a:pt x="81" y="134"/>
                      </a:lnTo>
                      <a:lnTo>
                        <a:pt x="81" y="138"/>
                      </a:lnTo>
                      <a:lnTo>
                        <a:pt x="67" y="138"/>
                      </a:lnTo>
                      <a:lnTo>
                        <a:pt x="63" y="134"/>
                      </a:lnTo>
                      <a:lnTo>
                        <a:pt x="58" y="143"/>
                      </a:lnTo>
                      <a:lnTo>
                        <a:pt x="49" y="147"/>
                      </a:lnTo>
                      <a:lnTo>
                        <a:pt x="40" y="138"/>
                      </a:lnTo>
                      <a:lnTo>
                        <a:pt x="36" y="129"/>
                      </a:lnTo>
                      <a:lnTo>
                        <a:pt x="23" y="116"/>
                      </a:lnTo>
                      <a:lnTo>
                        <a:pt x="5" y="111"/>
                      </a:lnTo>
                      <a:close/>
                    </a:path>
                  </a:pathLst>
                </a:custGeom>
                <a:grpFill/>
                <a:ln w="9525" cmpd="sng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>
                    <a:latin typeface="Delivery" panose="020F0503020204020204" pitchFamily="34" charset="0"/>
                  </a:endParaRPr>
                </a:p>
              </p:txBody>
            </p:sp>
            <p:sp>
              <p:nvSpPr>
                <p:cNvPr id="561" name="Freeform 42">
                  <a:extLst>
                    <a:ext uri="{FF2B5EF4-FFF2-40B4-BE49-F238E27FC236}">
                      <a16:creationId xmlns:a16="http://schemas.microsoft.com/office/drawing/2014/main" id="{F38DDBF5-ADD7-91E4-3D24-0F8A803A0F45}"/>
                    </a:ext>
                  </a:extLst>
                </p:cNvPr>
                <p:cNvSpPr>
                  <a:spLocks noEditPoints="1"/>
                </p:cNvSpPr>
                <p:nvPr/>
              </p:nvSpPr>
              <p:spPr bwMode="gray">
                <a:xfrm>
                  <a:off x="2450" y="2596"/>
                  <a:ext cx="40" cy="31"/>
                </a:xfrm>
                <a:custGeom>
                  <a:avLst/>
                  <a:gdLst>
                    <a:gd name="T0" fmla="*/ 0 w 40"/>
                    <a:gd name="T1" fmla="*/ 9 h 31"/>
                    <a:gd name="T2" fmla="*/ 5 w 40"/>
                    <a:gd name="T3" fmla="*/ 13 h 31"/>
                    <a:gd name="T4" fmla="*/ 14 w 40"/>
                    <a:gd name="T5" fmla="*/ 13 h 31"/>
                    <a:gd name="T6" fmla="*/ 14 w 40"/>
                    <a:gd name="T7" fmla="*/ 18 h 31"/>
                    <a:gd name="T8" fmla="*/ 23 w 40"/>
                    <a:gd name="T9" fmla="*/ 13 h 31"/>
                    <a:gd name="T10" fmla="*/ 14 w 40"/>
                    <a:gd name="T11" fmla="*/ 22 h 31"/>
                    <a:gd name="T12" fmla="*/ 14 w 40"/>
                    <a:gd name="T13" fmla="*/ 27 h 31"/>
                    <a:gd name="T14" fmla="*/ 23 w 40"/>
                    <a:gd name="T15" fmla="*/ 31 h 31"/>
                    <a:gd name="T16" fmla="*/ 27 w 40"/>
                    <a:gd name="T17" fmla="*/ 22 h 31"/>
                    <a:gd name="T18" fmla="*/ 40 w 40"/>
                    <a:gd name="T19" fmla="*/ 13 h 31"/>
                    <a:gd name="T20" fmla="*/ 40 w 40"/>
                    <a:gd name="T21" fmla="*/ 5 h 31"/>
                    <a:gd name="T22" fmla="*/ 27 w 40"/>
                    <a:gd name="T23" fmla="*/ 0 h 31"/>
                    <a:gd name="T24" fmla="*/ 0 w 40"/>
                    <a:gd name="T25" fmla="*/ 9 h 31"/>
                    <a:gd name="T26" fmla="*/ 14 w 40"/>
                    <a:gd name="T27" fmla="*/ 22 h 31"/>
                    <a:gd name="T28" fmla="*/ 9 w 40"/>
                    <a:gd name="T29" fmla="*/ 22 h 31"/>
                    <a:gd name="T30" fmla="*/ 9 w 40"/>
                    <a:gd name="T31" fmla="*/ 18 h 31"/>
                    <a:gd name="T32" fmla="*/ 5 w 40"/>
                    <a:gd name="T33" fmla="*/ 18 h 31"/>
                    <a:gd name="T34" fmla="*/ 5 w 40"/>
                    <a:gd name="T35" fmla="*/ 22 h 31"/>
                    <a:gd name="T36" fmla="*/ 5 w 40"/>
                    <a:gd name="T37" fmla="*/ 31 h 31"/>
                    <a:gd name="T38" fmla="*/ 14 w 40"/>
                    <a:gd name="T39" fmla="*/ 22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40" h="31">
                      <a:moveTo>
                        <a:pt x="0" y="9"/>
                      </a:moveTo>
                      <a:lnTo>
                        <a:pt x="5" y="13"/>
                      </a:lnTo>
                      <a:lnTo>
                        <a:pt x="14" y="13"/>
                      </a:lnTo>
                      <a:lnTo>
                        <a:pt x="14" y="18"/>
                      </a:lnTo>
                      <a:lnTo>
                        <a:pt x="23" y="13"/>
                      </a:lnTo>
                      <a:lnTo>
                        <a:pt x="14" y="22"/>
                      </a:lnTo>
                      <a:lnTo>
                        <a:pt x="14" y="27"/>
                      </a:lnTo>
                      <a:lnTo>
                        <a:pt x="23" y="31"/>
                      </a:lnTo>
                      <a:lnTo>
                        <a:pt x="27" y="22"/>
                      </a:lnTo>
                      <a:lnTo>
                        <a:pt x="40" y="13"/>
                      </a:lnTo>
                      <a:lnTo>
                        <a:pt x="40" y="5"/>
                      </a:lnTo>
                      <a:lnTo>
                        <a:pt x="27" y="0"/>
                      </a:lnTo>
                      <a:lnTo>
                        <a:pt x="0" y="9"/>
                      </a:lnTo>
                      <a:close/>
                      <a:moveTo>
                        <a:pt x="14" y="22"/>
                      </a:moveTo>
                      <a:lnTo>
                        <a:pt x="9" y="22"/>
                      </a:lnTo>
                      <a:lnTo>
                        <a:pt x="9" y="18"/>
                      </a:lnTo>
                      <a:lnTo>
                        <a:pt x="5" y="18"/>
                      </a:lnTo>
                      <a:lnTo>
                        <a:pt x="5" y="22"/>
                      </a:lnTo>
                      <a:lnTo>
                        <a:pt x="5" y="31"/>
                      </a:lnTo>
                      <a:lnTo>
                        <a:pt x="14" y="22"/>
                      </a:lnTo>
                      <a:close/>
                    </a:path>
                  </a:pathLst>
                </a:custGeom>
                <a:grpFill/>
                <a:ln w="9525" cmpd="sng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>
                    <a:latin typeface="Delivery" panose="020F0503020204020204" pitchFamily="34" charset="0"/>
                  </a:endParaRPr>
                </a:p>
              </p:txBody>
            </p:sp>
            <p:sp>
              <p:nvSpPr>
                <p:cNvPr id="562" name="Freeform 43">
                  <a:extLst>
                    <a:ext uri="{FF2B5EF4-FFF2-40B4-BE49-F238E27FC236}">
                      <a16:creationId xmlns:a16="http://schemas.microsoft.com/office/drawing/2014/main" id="{AD76EEF1-2F17-6527-BB66-3A2927B442B3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3473" y="3092"/>
                  <a:ext cx="14" cy="9"/>
                </a:xfrm>
                <a:custGeom>
                  <a:avLst/>
                  <a:gdLst>
                    <a:gd name="T0" fmla="*/ 9 w 14"/>
                    <a:gd name="T1" fmla="*/ 0 h 9"/>
                    <a:gd name="T2" fmla="*/ 0 w 14"/>
                    <a:gd name="T3" fmla="*/ 0 h 9"/>
                    <a:gd name="T4" fmla="*/ 0 w 14"/>
                    <a:gd name="T5" fmla="*/ 5 h 9"/>
                    <a:gd name="T6" fmla="*/ 5 w 14"/>
                    <a:gd name="T7" fmla="*/ 9 h 9"/>
                    <a:gd name="T8" fmla="*/ 9 w 14"/>
                    <a:gd name="T9" fmla="*/ 9 h 9"/>
                    <a:gd name="T10" fmla="*/ 14 w 14"/>
                    <a:gd name="T11" fmla="*/ 5 h 9"/>
                    <a:gd name="T12" fmla="*/ 9 w 14"/>
                    <a:gd name="T13" fmla="*/ 5 h 9"/>
                    <a:gd name="T14" fmla="*/ 9 w 14"/>
                    <a:gd name="T15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4" h="9">
                      <a:moveTo>
                        <a:pt x="9" y="0"/>
                      </a:moveTo>
                      <a:lnTo>
                        <a:pt x="0" y="0"/>
                      </a:lnTo>
                      <a:lnTo>
                        <a:pt x="0" y="5"/>
                      </a:lnTo>
                      <a:lnTo>
                        <a:pt x="5" y="9"/>
                      </a:lnTo>
                      <a:lnTo>
                        <a:pt x="9" y="9"/>
                      </a:lnTo>
                      <a:lnTo>
                        <a:pt x="14" y="5"/>
                      </a:lnTo>
                      <a:lnTo>
                        <a:pt x="9" y="5"/>
                      </a:lnTo>
                      <a:lnTo>
                        <a:pt x="9" y="0"/>
                      </a:lnTo>
                      <a:close/>
                    </a:path>
                  </a:pathLst>
                </a:custGeom>
                <a:grpFill/>
                <a:ln w="9525" cmpd="sng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>
                    <a:latin typeface="Delivery" panose="020F0503020204020204" pitchFamily="34" charset="0"/>
                  </a:endParaRPr>
                </a:p>
              </p:txBody>
            </p:sp>
            <p:sp>
              <p:nvSpPr>
                <p:cNvPr id="563" name="Freeform 44">
                  <a:extLst>
                    <a:ext uri="{FF2B5EF4-FFF2-40B4-BE49-F238E27FC236}">
                      <a16:creationId xmlns:a16="http://schemas.microsoft.com/office/drawing/2014/main" id="{8675179C-8EBF-5726-8BCD-EE3A350490CA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3102" y="2797"/>
                  <a:ext cx="23" cy="22"/>
                </a:xfrm>
                <a:custGeom>
                  <a:avLst/>
                  <a:gdLst>
                    <a:gd name="T0" fmla="*/ 0 w 23"/>
                    <a:gd name="T1" fmla="*/ 22 h 22"/>
                    <a:gd name="T2" fmla="*/ 0 w 23"/>
                    <a:gd name="T3" fmla="*/ 14 h 22"/>
                    <a:gd name="T4" fmla="*/ 0 w 23"/>
                    <a:gd name="T5" fmla="*/ 9 h 22"/>
                    <a:gd name="T6" fmla="*/ 9 w 23"/>
                    <a:gd name="T7" fmla="*/ 5 h 22"/>
                    <a:gd name="T8" fmla="*/ 18 w 23"/>
                    <a:gd name="T9" fmla="*/ 0 h 22"/>
                    <a:gd name="T10" fmla="*/ 23 w 23"/>
                    <a:gd name="T11" fmla="*/ 5 h 22"/>
                    <a:gd name="T12" fmla="*/ 23 w 23"/>
                    <a:gd name="T13" fmla="*/ 18 h 22"/>
                    <a:gd name="T14" fmla="*/ 14 w 23"/>
                    <a:gd name="T15" fmla="*/ 18 h 22"/>
                    <a:gd name="T16" fmla="*/ 9 w 23"/>
                    <a:gd name="T17" fmla="*/ 22 h 22"/>
                    <a:gd name="T18" fmla="*/ 0 w 23"/>
                    <a:gd name="T19" fmla="*/ 22 h 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3" h="22">
                      <a:moveTo>
                        <a:pt x="0" y="22"/>
                      </a:moveTo>
                      <a:lnTo>
                        <a:pt x="0" y="14"/>
                      </a:lnTo>
                      <a:lnTo>
                        <a:pt x="0" y="9"/>
                      </a:lnTo>
                      <a:lnTo>
                        <a:pt x="9" y="5"/>
                      </a:lnTo>
                      <a:lnTo>
                        <a:pt x="18" y="0"/>
                      </a:lnTo>
                      <a:lnTo>
                        <a:pt x="23" y="5"/>
                      </a:lnTo>
                      <a:lnTo>
                        <a:pt x="23" y="18"/>
                      </a:lnTo>
                      <a:lnTo>
                        <a:pt x="14" y="18"/>
                      </a:lnTo>
                      <a:lnTo>
                        <a:pt x="9" y="22"/>
                      </a:lnTo>
                      <a:lnTo>
                        <a:pt x="0" y="22"/>
                      </a:lnTo>
                      <a:close/>
                    </a:path>
                  </a:pathLst>
                </a:custGeom>
                <a:grpFill/>
                <a:ln w="9525" cmpd="sng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>
                    <a:latin typeface="Delivery" panose="020F0503020204020204" pitchFamily="34" charset="0"/>
                  </a:endParaRPr>
                </a:p>
              </p:txBody>
            </p:sp>
            <p:sp>
              <p:nvSpPr>
                <p:cNvPr id="564" name="Freeform 45">
                  <a:extLst>
                    <a:ext uri="{FF2B5EF4-FFF2-40B4-BE49-F238E27FC236}">
                      <a16:creationId xmlns:a16="http://schemas.microsoft.com/office/drawing/2014/main" id="{E7C508AF-8229-76F1-2212-FC70C6D8157D}"/>
                    </a:ext>
                  </a:extLst>
                </p:cNvPr>
                <p:cNvSpPr>
                  <a:spLocks noEditPoints="1"/>
                </p:cNvSpPr>
                <p:nvPr/>
              </p:nvSpPr>
              <p:spPr bwMode="gray">
                <a:xfrm>
                  <a:off x="2781" y="2757"/>
                  <a:ext cx="13" cy="27"/>
                </a:xfrm>
                <a:custGeom>
                  <a:avLst/>
                  <a:gdLst>
                    <a:gd name="T0" fmla="*/ 4 w 13"/>
                    <a:gd name="T1" fmla="*/ 27 h 27"/>
                    <a:gd name="T2" fmla="*/ 4 w 13"/>
                    <a:gd name="T3" fmla="*/ 22 h 27"/>
                    <a:gd name="T4" fmla="*/ 9 w 13"/>
                    <a:gd name="T5" fmla="*/ 18 h 27"/>
                    <a:gd name="T6" fmla="*/ 4 w 13"/>
                    <a:gd name="T7" fmla="*/ 18 h 27"/>
                    <a:gd name="T8" fmla="*/ 0 w 13"/>
                    <a:gd name="T9" fmla="*/ 22 h 27"/>
                    <a:gd name="T10" fmla="*/ 0 w 13"/>
                    <a:gd name="T11" fmla="*/ 22 h 27"/>
                    <a:gd name="T12" fmla="*/ 4 w 13"/>
                    <a:gd name="T13" fmla="*/ 27 h 27"/>
                    <a:gd name="T14" fmla="*/ 13 w 13"/>
                    <a:gd name="T15" fmla="*/ 0 h 27"/>
                    <a:gd name="T16" fmla="*/ 9 w 13"/>
                    <a:gd name="T17" fmla="*/ 0 h 27"/>
                    <a:gd name="T18" fmla="*/ 13 w 13"/>
                    <a:gd name="T19" fmla="*/ 4 h 27"/>
                    <a:gd name="T20" fmla="*/ 13 w 13"/>
                    <a:gd name="T21" fmla="*/ 0 h 27"/>
                    <a:gd name="T22" fmla="*/ 13 w 13"/>
                    <a:gd name="T23" fmla="*/ 0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13" h="27">
                      <a:moveTo>
                        <a:pt x="4" y="27"/>
                      </a:moveTo>
                      <a:lnTo>
                        <a:pt x="4" y="22"/>
                      </a:lnTo>
                      <a:lnTo>
                        <a:pt x="9" y="18"/>
                      </a:lnTo>
                      <a:lnTo>
                        <a:pt x="4" y="18"/>
                      </a:lnTo>
                      <a:lnTo>
                        <a:pt x="0" y="22"/>
                      </a:lnTo>
                      <a:lnTo>
                        <a:pt x="0" y="22"/>
                      </a:lnTo>
                      <a:lnTo>
                        <a:pt x="4" y="27"/>
                      </a:lnTo>
                      <a:close/>
                      <a:moveTo>
                        <a:pt x="13" y="0"/>
                      </a:moveTo>
                      <a:lnTo>
                        <a:pt x="9" y="0"/>
                      </a:lnTo>
                      <a:lnTo>
                        <a:pt x="13" y="4"/>
                      </a:lnTo>
                      <a:lnTo>
                        <a:pt x="13" y="0"/>
                      </a:lnTo>
                      <a:lnTo>
                        <a:pt x="13" y="0"/>
                      </a:lnTo>
                      <a:close/>
                    </a:path>
                  </a:pathLst>
                </a:custGeom>
                <a:grpFill/>
                <a:ln w="9525" cmpd="sng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>
                    <a:latin typeface="Delivery" panose="020F0503020204020204" pitchFamily="34" charset="0"/>
                  </a:endParaRPr>
                </a:p>
              </p:txBody>
            </p:sp>
            <p:sp>
              <p:nvSpPr>
                <p:cNvPr id="565" name="Freeform 46">
                  <a:extLst>
                    <a:ext uri="{FF2B5EF4-FFF2-40B4-BE49-F238E27FC236}">
                      <a16:creationId xmlns:a16="http://schemas.microsoft.com/office/drawing/2014/main" id="{FF6FF8B9-E264-9061-0E74-18A64CEA3FD6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2437" y="2533"/>
                  <a:ext cx="89" cy="76"/>
                </a:xfrm>
                <a:custGeom>
                  <a:avLst/>
                  <a:gdLst>
                    <a:gd name="T0" fmla="*/ 9 w 89"/>
                    <a:gd name="T1" fmla="*/ 54 h 76"/>
                    <a:gd name="T2" fmla="*/ 4 w 89"/>
                    <a:gd name="T3" fmla="*/ 63 h 76"/>
                    <a:gd name="T4" fmla="*/ 9 w 89"/>
                    <a:gd name="T5" fmla="*/ 72 h 76"/>
                    <a:gd name="T6" fmla="*/ 13 w 89"/>
                    <a:gd name="T7" fmla="*/ 72 h 76"/>
                    <a:gd name="T8" fmla="*/ 40 w 89"/>
                    <a:gd name="T9" fmla="*/ 63 h 76"/>
                    <a:gd name="T10" fmla="*/ 53 w 89"/>
                    <a:gd name="T11" fmla="*/ 68 h 76"/>
                    <a:gd name="T12" fmla="*/ 80 w 89"/>
                    <a:gd name="T13" fmla="*/ 68 h 76"/>
                    <a:gd name="T14" fmla="*/ 85 w 89"/>
                    <a:gd name="T15" fmla="*/ 76 h 76"/>
                    <a:gd name="T16" fmla="*/ 89 w 89"/>
                    <a:gd name="T17" fmla="*/ 72 h 76"/>
                    <a:gd name="T18" fmla="*/ 85 w 89"/>
                    <a:gd name="T19" fmla="*/ 59 h 76"/>
                    <a:gd name="T20" fmla="*/ 76 w 89"/>
                    <a:gd name="T21" fmla="*/ 50 h 76"/>
                    <a:gd name="T22" fmla="*/ 71 w 89"/>
                    <a:gd name="T23" fmla="*/ 36 h 76"/>
                    <a:gd name="T24" fmla="*/ 76 w 89"/>
                    <a:gd name="T25" fmla="*/ 27 h 76"/>
                    <a:gd name="T26" fmla="*/ 58 w 89"/>
                    <a:gd name="T27" fmla="*/ 9 h 76"/>
                    <a:gd name="T28" fmla="*/ 49 w 89"/>
                    <a:gd name="T29" fmla="*/ 9 h 76"/>
                    <a:gd name="T30" fmla="*/ 45 w 89"/>
                    <a:gd name="T31" fmla="*/ 0 h 76"/>
                    <a:gd name="T32" fmla="*/ 18 w 89"/>
                    <a:gd name="T33" fmla="*/ 5 h 76"/>
                    <a:gd name="T34" fmla="*/ 13 w 89"/>
                    <a:gd name="T35" fmla="*/ 9 h 76"/>
                    <a:gd name="T36" fmla="*/ 9 w 89"/>
                    <a:gd name="T37" fmla="*/ 14 h 76"/>
                    <a:gd name="T38" fmla="*/ 0 w 89"/>
                    <a:gd name="T39" fmla="*/ 27 h 76"/>
                    <a:gd name="T40" fmla="*/ 9 w 89"/>
                    <a:gd name="T41" fmla="*/ 41 h 76"/>
                    <a:gd name="T42" fmla="*/ 13 w 89"/>
                    <a:gd name="T43" fmla="*/ 45 h 76"/>
                    <a:gd name="T44" fmla="*/ 36 w 89"/>
                    <a:gd name="T45" fmla="*/ 45 h 76"/>
                    <a:gd name="T46" fmla="*/ 45 w 89"/>
                    <a:gd name="T47" fmla="*/ 45 h 76"/>
                    <a:gd name="T48" fmla="*/ 49 w 89"/>
                    <a:gd name="T49" fmla="*/ 50 h 76"/>
                    <a:gd name="T50" fmla="*/ 45 w 89"/>
                    <a:gd name="T51" fmla="*/ 54 h 76"/>
                    <a:gd name="T52" fmla="*/ 36 w 89"/>
                    <a:gd name="T53" fmla="*/ 50 h 76"/>
                    <a:gd name="T54" fmla="*/ 27 w 89"/>
                    <a:gd name="T55" fmla="*/ 59 h 76"/>
                    <a:gd name="T56" fmla="*/ 9 w 89"/>
                    <a:gd name="T57" fmla="*/ 54 h 7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89" h="76">
                      <a:moveTo>
                        <a:pt x="9" y="54"/>
                      </a:moveTo>
                      <a:lnTo>
                        <a:pt x="4" y="63"/>
                      </a:lnTo>
                      <a:lnTo>
                        <a:pt x="9" y="72"/>
                      </a:lnTo>
                      <a:lnTo>
                        <a:pt x="13" y="72"/>
                      </a:lnTo>
                      <a:lnTo>
                        <a:pt x="40" y="63"/>
                      </a:lnTo>
                      <a:lnTo>
                        <a:pt x="53" y="68"/>
                      </a:lnTo>
                      <a:lnTo>
                        <a:pt x="80" y="68"/>
                      </a:lnTo>
                      <a:lnTo>
                        <a:pt x="85" y="76"/>
                      </a:lnTo>
                      <a:lnTo>
                        <a:pt x="89" y="72"/>
                      </a:lnTo>
                      <a:lnTo>
                        <a:pt x="85" y="59"/>
                      </a:lnTo>
                      <a:lnTo>
                        <a:pt x="76" y="50"/>
                      </a:lnTo>
                      <a:lnTo>
                        <a:pt x="71" y="36"/>
                      </a:lnTo>
                      <a:lnTo>
                        <a:pt x="76" y="27"/>
                      </a:lnTo>
                      <a:lnTo>
                        <a:pt x="58" y="9"/>
                      </a:lnTo>
                      <a:lnTo>
                        <a:pt x="49" y="9"/>
                      </a:lnTo>
                      <a:lnTo>
                        <a:pt x="45" y="0"/>
                      </a:lnTo>
                      <a:lnTo>
                        <a:pt x="18" y="5"/>
                      </a:lnTo>
                      <a:lnTo>
                        <a:pt x="13" y="9"/>
                      </a:lnTo>
                      <a:lnTo>
                        <a:pt x="9" y="14"/>
                      </a:lnTo>
                      <a:lnTo>
                        <a:pt x="0" y="27"/>
                      </a:lnTo>
                      <a:lnTo>
                        <a:pt x="9" y="41"/>
                      </a:lnTo>
                      <a:lnTo>
                        <a:pt x="13" y="45"/>
                      </a:lnTo>
                      <a:lnTo>
                        <a:pt x="36" y="45"/>
                      </a:lnTo>
                      <a:lnTo>
                        <a:pt x="45" y="45"/>
                      </a:lnTo>
                      <a:lnTo>
                        <a:pt x="49" y="50"/>
                      </a:lnTo>
                      <a:lnTo>
                        <a:pt x="45" y="54"/>
                      </a:lnTo>
                      <a:lnTo>
                        <a:pt x="36" y="50"/>
                      </a:lnTo>
                      <a:lnTo>
                        <a:pt x="27" y="59"/>
                      </a:lnTo>
                      <a:lnTo>
                        <a:pt x="9" y="54"/>
                      </a:lnTo>
                      <a:close/>
                    </a:path>
                  </a:pathLst>
                </a:custGeom>
                <a:grpFill/>
                <a:ln w="9525" cmpd="sng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>
                    <a:latin typeface="Delivery" panose="020F0503020204020204" pitchFamily="34" charset="0"/>
                  </a:endParaRPr>
                </a:p>
              </p:txBody>
            </p:sp>
            <p:sp>
              <p:nvSpPr>
                <p:cNvPr id="566" name="Freeform 47">
                  <a:extLst>
                    <a:ext uri="{FF2B5EF4-FFF2-40B4-BE49-F238E27FC236}">
                      <a16:creationId xmlns:a16="http://schemas.microsoft.com/office/drawing/2014/main" id="{602362D7-4F1E-47BC-3689-8A70277B96CD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2490" y="2636"/>
                  <a:ext cx="45" cy="45"/>
                </a:xfrm>
                <a:custGeom>
                  <a:avLst/>
                  <a:gdLst>
                    <a:gd name="T0" fmla="*/ 0 w 45"/>
                    <a:gd name="T1" fmla="*/ 14 h 45"/>
                    <a:gd name="T2" fmla="*/ 5 w 45"/>
                    <a:gd name="T3" fmla="*/ 27 h 45"/>
                    <a:gd name="T4" fmla="*/ 9 w 45"/>
                    <a:gd name="T5" fmla="*/ 27 h 45"/>
                    <a:gd name="T6" fmla="*/ 9 w 45"/>
                    <a:gd name="T7" fmla="*/ 36 h 45"/>
                    <a:gd name="T8" fmla="*/ 27 w 45"/>
                    <a:gd name="T9" fmla="*/ 45 h 45"/>
                    <a:gd name="T10" fmla="*/ 32 w 45"/>
                    <a:gd name="T11" fmla="*/ 40 h 45"/>
                    <a:gd name="T12" fmla="*/ 41 w 45"/>
                    <a:gd name="T13" fmla="*/ 36 h 45"/>
                    <a:gd name="T14" fmla="*/ 41 w 45"/>
                    <a:gd name="T15" fmla="*/ 32 h 45"/>
                    <a:gd name="T16" fmla="*/ 45 w 45"/>
                    <a:gd name="T17" fmla="*/ 32 h 45"/>
                    <a:gd name="T18" fmla="*/ 45 w 45"/>
                    <a:gd name="T19" fmla="*/ 23 h 45"/>
                    <a:gd name="T20" fmla="*/ 41 w 45"/>
                    <a:gd name="T21" fmla="*/ 23 h 45"/>
                    <a:gd name="T22" fmla="*/ 41 w 45"/>
                    <a:gd name="T23" fmla="*/ 14 h 45"/>
                    <a:gd name="T24" fmla="*/ 36 w 45"/>
                    <a:gd name="T25" fmla="*/ 5 h 45"/>
                    <a:gd name="T26" fmla="*/ 32 w 45"/>
                    <a:gd name="T27" fmla="*/ 0 h 45"/>
                    <a:gd name="T28" fmla="*/ 14 w 45"/>
                    <a:gd name="T29" fmla="*/ 5 h 45"/>
                    <a:gd name="T30" fmla="*/ 9 w 45"/>
                    <a:gd name="T31" fmla="*/ 9 h 45"/>
                    <a:gd name="T32" fmla="*/ 0 w 45"/>
                    <a:gd name="T33" fmla="*/ 14 h 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45" h="45">
                      <a:moveTo>
                        <a:pt x="0" y="14"/>
                      </a:moveTo>
                      <a:lnTo>
                        <a:pt x="5" y="27"/>
                      </a:lnTo>
                      <a:lnTo>
                        <a:pt x="9" y="27"/>
                      </a:lnTo>
                      <a:lnTo>
                        <a:pt x="9" y="36"/>
                      </a:lnTo>
                      <a:lnTo>
                        <a:pt x="27" y="45"/>
                      </a:lnTo>
                      <a:lnTo>
                        <a:pt x="32" y="40"/>
                      </a:lnTo>
                      <a:lnTo>
                        <a:pt x="41" y="36"/>
                      </a:lnTo>
                      <a:lnTo>
                        <a:pt x="41" y="32"/>
                      </a:lnTo>
                      <a:lnTo>
                        <a:pt x="45" y="32"/>
                      </a:lnTo>
                      <a:lnTo>
                        <a:pt x="45" y="23"/>
                      </a:lnTo>
                      <a:lnTo>
                        <a:pt x="41" y="23"/>
                      </a:lnTo>
                      <a:lnTo>
                        <a:pt x="41" y="14"/>
                      </a:lnTo>
                      <a:lnTo>
                        <a:pt x="36" y="5"/>
                      </a:lnTo>
                      <a:lnTo>
                        <a:pt x="32" y="0"/>
                      </a:lnTo>
                      <a:lnTo>
                        <a:pt x="14" y="5"/>
                      </a:lnTo>
                      <a:lnTo>
                        <a:pt x="9" y="9"/>
                      </a:lnTo>
                      <a:lnTo>
                        <a:pt x="0" y="14"/>
                      </a:lnTo>
                      <a:close/>
                    </a:path>
                  </a:pathLst>
                </a:custGeom>
                <a:grpFill/>
                <a:ln w="9525" cmpd="sng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>
                    <a:latin typeface="Delivery" panose="020F0503020204020204" pitchFamily="34" charset="0"/>
                  </a:endParaRPr>
                </a:p>
              </p:txBody>
            </p:sp>
            <p:sp>
              <p:nvSpPr>
                <p:cNvPr id="567" name="Freeform 48">
                  <a:extLst>
                    <a:ext uri="{FF2B5EF4-FFF2-40B4-BE49-F238E27FC236}">
                      <a16:creationId xmlns:a16="http://schemas.microsoft.com/office/drawing/2014/main" id="{D5CB6C95-CD65-70C0-25DF-B3AAF8EB41FE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3272" y="2605"/>
                  <a:ext cx="152" cy="201"/>
                </a:xfrm>
                <a:custGeom>
                  <a:avLst/>
                  <a:gdLst>
                    <a:gd name="T0" fmla="*/ 9 w 152"/>
                    <a:gd name="T1" fmla="*/ 201 h 201"/>
                    <a:gd name="T2" fmla="*/ 31 w 152"/>
                    <a:gd name="T3" fmla="*/ 179 h 201"/>
                    <a:gd name="T4" fmla="*/ 58 w 152"/>
                    <a:gd name="T5" fmla="*/ 147 h 201"/>
                    <a:gd name="T6" fmla="*/ 63 w 152"/>
                    <a:gd name="T7" fmla="*/ 147 h 201"/>
                    <a:gd name="T8" fmla="*/ 72 w 152"/>
                    <a:gd name="T9" fmla="*/ 139 h 201"/>
                    <a:gd name="T10" fmla="*/ 85 w 152"/>
                    <a:gd name="T11" fmla="*/ 134 h 201"/>
                    <a:gd name="T12" fmla="*/ 116 w 152"/>
                    <a:gd name="T13" fmla="*/ 94 h 201"/>
                    <a:gd name="T14" fmla="*/ 130 w 152"/>
                    <a:gd name="T15" fmla="*/ 63 h 201"/>
                    <a:gd name="T16" fmla="*/ 143 w 152"/>
                    <a:gd name="T17" fmla="*/ 45 h 201"/>
                    <a:gd name="T18" fmla="*/ 139 w 152"/>
                    <a:gd name="T19" fmla="*/ 40 h 201"/>
                    <a:gd name="T20" fmla="*/ 148 w 152"/>
                    <a:gd name="T21" fmla="*/ 27 h 201"/>
                    <a:gd name="T22" fmla="*/ 152 w 152"/>
                    <a:gd name="T23" fmla="*/ 22 h 201"/>
                    <a:gd name="T24" fmla="*/ 148 w 152"/>
                    <a:gd name="T25" fmla="*/ 22 h 201"/>
                    <a:gd name="T26" fmla="*/ 148 w 152"/>
                    <a:gd name="T27" fmla="*/ 0 h 201"/>
                    <a:gd name="T28" fmla="*/ 139 w 152"/>
                    <a:gd name="T29" fmla="*/ 0 h 201"/>
                    <a:gd name="T30" fmla="*/ 134 w 152"/>
                    <a:gd name="T31" fmla="*/ 4 h 201"/>
                    <a:gd name="T32" fmla="*/ 130 w 152"/>
                    <a:gd name="T33" fmla="*/ 4 h 201"/>
                    <a:gd name="T34" fmla="*/ 103 w 152"/>
                    <a:gd name="T35" fmla="*/ 13 h 201"/>
                    <a:gd name="T36" fmla="*/ 89 w 152"/>
                    <a:gd name="T37" fmla="*/ 13 h 201"/>
                    <a:gd name="T38" fmla="*/ 81 w 152"/>
                    <a:gd name="T39" fmla="*/ 22 h 201"/>
                    <a:gd name="T40" fmla="*/ 67 w 152"/>
                    <a:gd name="T41" fmla="*/ 18 h 201"/>
                    <a:gd name="T42" fmla="*/ 54 w 152"/>
                    <a:gd name="T43" fmla="*/ 22 h 201"/>
                    <a:gd name="T44" fmla="*/ 36 w 152"/>
                    <a:gd name="T45" fmla="*/ 9 h 201"/>
                    <a:gd name="T46" fmla="*/ 31 w 152"/>
                    <a:gd name="T47" fmla="*/ 13 h 201"/>
                    <a:gd name="T48" fmla="*/ 27 w 152"/>
                    <a:gd name="T49" fmla="*/ 22 h 201"/>
                    <a:gd name="T50" fmla="*/ 36 w 152"/>
                    <a:gd name="T51" fmla="*/ 36 h 201"/>
                    <a:gd name="T52" fmla="*/ 45 w 152"/>
                    <a:gd name="T53" fmla="*/ 45 h 201"/>
                    <a:gd name="T54" fmla="*/ 81 w 152"/>
                    <a:gd name="T55" fmla="*/ 63 h 201"/>
                    <a:gd name="T56" fmla="*/ 103 w 152"/>
                    <a:gd name="T57" fmla="*/ 63 h 201"/>
                    <a:gd name="T58" fmla="*/ 54 w 152"/>
                    <a:gd name="T59" fmla="*/ 103 h 201"/>
                    <a:gd name="T60" fmla="*/ 27 w 152"/>
                    <a:gd name="T61" fmla="*/ 107 h 201"/>
                    <a:gd name="T62" fmla="*/ 18 w 152"/>
                    <a:gd name="T63" fmla="*/ 116 h 201"/>
                    <a:gd name="T64" fmla="*/ 0 w 152"/>
                    <a:gd name="T65" fmla="*/ 130 h 201"/>
                    <a:gd name="T66" fmla="*/ 5 w 152"/>
                    <a:gd name="T67" fmla="*/ 183 h 201"/>
                    <a:gd name="T68" fmla="*/ 9 w 152"/>
                    <a:gd name="T69" fmla="*/ 201 h 2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</a:cxnLst>
                  <a:rect l="0" t="0" r="r" b="b"/>
                  <a:pathLst>
                    <a:path w="152" h="201">
                      <a:moveTo>
                        <a:pt x="9" y="201"/>
                      </a:moveTo>
                      <a:lnTo>
                        <a:pt x="31" y="179"/>
                      </a:lnTo>
                      <a:lnTo>
                        <a:pt x="58" y="147"/>
                      </a:lnTo>
                      <a:lnTo>
                        <a:pt x="63" y="147"/>
                      </a:lnTo>
                      <a:lnTo>
                        <a:pt x="72" y="139"/>
                      </a:lnTo>
                      <a:lnTo>
                        <a:pt x="85" y="134"/>
                      </a:lnTo>
                      <a:lnTo>
                        <a:pt x="116" y="94"/>
                      </a:lnTo>
                      <a:lnTo>
                        <a:pt x="130" y="63"/>
                      </a:lnTo>
                      <a:lnTo>
                        <a:pt x="143" y="45"/>
                      </a:lnTo>
                      <a:lnTo>
                        <a:pt x="139" y="40"/>
                      </a:lnTo>
                      <a:lnTo>
                        <a:pt x="148" y="27"/>
                      </a:lnTo>
                      <a:lnTo>
                        <a:pt x="152" y="22"/>
                      </a:lnTo>
                      <a:lnTo>
                        <a:pt x="148" y="22"/>
                      </a:lnTo>
                      <a:lnTo>
                        <a:pt x="148" y="0"/>
                      </a:lnTo>
                      <a:lnTo>
                        <a:pt x="139" y="0"/>
                      </a:lnTo>
                      <a:lnTo>
                        <a:pt x="134" y="4"/>
                      </a:lnTo>
                      <a:lnTo>
                        <a:pt x="130" y="4"/>
                      </a:lnTo>
                      <a:lnTo>
                        <a:pt x="103" y="13"/>
                      </a:lnTo>
                      <a:lnTo>
                        <a:pt x="89" y="13"/>
                      </a:lnTo>
                      <a:lnTo>
                        <a:pt x="81" y="22"/>
                      </a:lnTo>
                      <a:lnTo>
                        <a:pt x="67" y="18"/>
                      </a:lnTo>
                      <a:lnTo>
                        <a:pt x="54" y="22"/>
                      </a:lnTo>
                      <a:lnTo>
                        <a:pt x="36" y="9"/>
                      </a:lnTo>
                      <a:lnTo>
                        <a:pt x="31" y="13"/>
                      </a:lnTo>
                      <a:lnTo>
                        <a:pt x="27" y="22"/>
                      </a:lnTo>
                      <a:lnTo>
                        <a:pt x="36" y="36"/>
                      </a:lnTo>
                      <a:lnTo>
                        <a:pt x="45" y="45"/>
                      </a:lnTo>
                      <a:lnTo>
                        <a:pt x="81" y="63"/>
                      </a:lnTo>
                      <a:lnTo>
                        <a:pt x="103" y="63"/>
                      </a:lnTo>
                      <a:lnTo>
                        <a:pt x="54" y="103"/>
                      </a:lnTo>
                      <a:lnTo>
                        <a:pt x="27" y="107"/>
                      </a:lnTo>
                      <a:lnTo>
                        <a:pt x="18" y="116"/>
                      </a:lnTo>
                      <a:lnTo>
                        <a:pt x="0" y="130"/>
                      </a:lnTo>
                      <a:lnTo>
                        <a:pt x="5" y="183"/>
                      </a:lnTo>
                      <a:lnTo>
                        <a:pt x="9" y="201"/>
                      </a:lnTo>
                      <a:close/>
                    </a:path>
                  </a:pathLst>
                </a:custGeom>
                <a:grpFill/>
                <a:ln w="9525" cmpd="sng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>
                    <a:latin typeface="Delivery" panose="020F0503020204020204" pitchFamily="34" charset="0"/>
                  </a:endParaRPr>
                </a:p>
              </p:txBody>
            </p:sp>
            <p:sp>
              <p:nvSpPr>
                <p:cNvPr id="568" name="Freeform 49">
                  <a:extLst>
                    <a:ext uri="{FF2B5EF4-FFF2-40B4-BE49-F238E27FC236}">
                      <a16:creationId xmlns:a16="http://schemas.microsoft.com/office/drawing/2014/main" id="{5AAD873F-153C-FE0D-A0DD-DF90F4F8B1F5}"/>
                    </a:ext>
                  </a:extLst>
                </p:cNvPr>
                <p:cNvSpPr>
                  <a:spLocks noEditPoints="1"/>
                </p:cNvSpPr>
                <p:nvPr/>
              </p:nvSpPr>
              <p:spPr bwMode="gray">
                <a:xfrm>
                  <a:off x="2915" y="3110"/>
                  <a:ext cx="241" cy="214"/>
                </a:xfrm>
                <a:custGeom>
                  <a:avLst/>
                  <a:gdLst>
                    <a:gd name="T0" fmla="*/ 9 w 241"/>
                    <a:gd name="T1" fmla="*/ 112 h 214"/>
                    <a:gd name="T2" fmla="*/ 27 w 241"/>
                    <a:gd name="T3" fmla="*/ 174 h 214"/>
                    <a:gd name="T4" fmla="*/ 31 w 241"/>
                    <a:gd name="T5" fmla="*/ 192 h 214"/>
                    <a:gd name="T6" fmla="*/ 31 w 241"/>
                    <a:gd name="T7" fmla="*/ 210 h 214"/>
                    <a:gd name="T8" fmla="*/ 53 w 241"/>
                    <a:gd name="T9" fmla="*/ 214 h 214"/>
                    <a:gd name="T10" fmla="*/ 80 w 241"/>
                    <a:gd name="T11" fmla="*/ 206 h 214"/>
                    <a:gd name="T12" fmla="*/ 98 w 241"/>
                    <a:gd name="T13" fmla="*/ 201 h 214"/>
                    <a:gd name="T14" fmla="*/ 125 w 241"/>
                    <a:gd name="T15" fmla="*/ 201 h 214"/>
                    <a:gd name="T16" fmla="*/ 134 w 241"/>
                    <a:gd name="T17" fmla="*/ 192 h 214"/>
                    <a:gd name="T18" fmla="*/ 156 w 241"/>
                    <a:gd name="T19" fmla="*/ 192 h 214"/>
                    <a:gd name="T20" fmla="*/ 174 w 241"/>
                    <a:gd name="T21" fmla="*/ 174 h 214"/>
                    <a:gd name="T22" fmla="*/ 205 w 241"/>
                    <a:gd name="T23" fmla="*/ 147 h 214"/>
                    <a:gd name="T24" fmla="*/ 232 w 241"/>
                    <a:gd name="T25" fmla="*/ 112 h 214"/>
                    <a:gd name="T26" fmla="*/ 237 w 241"/>
                    <a:gd name="T27" fmla="*/ 94 h 214"/>
                    <a:gd name="T28" fmla="*/ 241 w 241"/>
                    <a:gd name="T29" fmla="*/ 89 h 214"/>
                    <a:gd name="T30" fmla="*/ 228 w 241"/>
                    <a:gd name="T31" fmla="*/ 80 h 214"/>
                    <a:gd name="T32" fmla="*/ 210 w 241"/>
                    <a:gd name="T33" fmla="*/ 85 h 214"/>
                    <a:gd name="T34" fmla="*/ 210 w 241"/>
                    <a:gd name="T35" fmla="*/ 63 h 214"/>
                    <a:gd name="T36" fmla="*/ 223 w 241"/>
                    <a:gd name="T37" fmla="*/ 63 h 214"/>
                    <a:gd name="T38" fmla="*/ 228 w 241"/>
                    <a:gd name="T39" fmla="*/ 58 h 214"/>
                    <a:gd name="T40" fmla="*/ 223 w 241"/>
                    <a:gd name="T41" fmla="*/ 13 h 214"/>
                    <a:gd name="T42" fmla="*/ 201 w 241"/>
                    <a:gd name="T43" fmla="*/ 0 h 214"/>
                    <a:gd name="T44" fmla="*/ 187 w 241"/>
                    <a:gd name="T45" fmla="*/ 4 h 214"/>
                    <a:gd name="T46" fmla="*/ 152 w 241"/>
                    <a:gd name="T47" fmla="*/ 31 h 214"/>
                    <a:gd name="T48" fmla="*/ 138 w 241"/>
                    <a:gd name="T49" fmla="*/ 45 h 214"/>
                    <a:gd name="T50" fmla="*/ 111 w 241"/>
                    <a:gd name="T51" fmla="*/ 63 h 214"/>
                    <a:gd name="T52" fmla="*/ 103 w 241"/>
                    <a:gd name="T53" fmla="*/ 54 h 214"/>
                    <a:gd name="T54" fmla="*/ 85 w 241"/>
                    <a:gd name="T55" fmla="*/ 76 h 214"/>
                    <a:gd name="T56" fmla="*/ 62 w 241"/>
                    <a:gd name="T57" fmla="*/ 71 h 214"/>
                    <a:gd name="T58" fmla="*/ 53 w 241"/>
                    <a:gd name="T59" fmla="*/ 45 h 214"/>
                    <a:gd name="T60" fmla="*/ 44 w 241"/>
                    <a:gd name="T61" fmla="*/ 107 h 214"/>
                    <a:gd name="T62" fmla="*/ 27 w 241"/>
                    <a:gd name="T63" fmla="*/ 112 h 214"/>
                    <a:gd name="T64" fmla="*/ 13 w 241"/>
                    <a:gd name="T65" fmla="*/ 103 h 214"/>
                    <a:gd name="T66" fmla="*/ 0 w 241"/>
                    <a:gd name="T67" fmla="*/ 107 h 214"/>
                    <a:gd name="T68" fmla="*/ 170 w 241"/>
                    <a:gd name="T69" fmla="*/ 138 h 214"/>
                    <a:gd name="T70" fmla="*/ 187 w 241"/>
                    <a:gd name="T71" fmla="*/ 130 h 214"/>
                    <a:gd name="T72" fmla="*/ 183 w 241"/>
                    <a:gd name="T73" fmla="*/ 107 h 214"/>
                    <a:gd name="T74" fmla="*/ 156 w 241"/>
                    <a:gd name="T75" fmla="*/ 121 h 2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</a:cxnLst>
                  <a:rect l="0" t="0" r="r" b="b"/>
                  <a:pathLst>
                    <a:path w="241" h="214">
                      <a:moveTo>
                        <a:pt x="0" y="107"/>
                      </a:moveTo>
                      <a:lnTo>
                        <a:pt x="9" y="112"/>
                      </a:lnTo>
                      <a:lnTo>
                        <a:pt x="27" y="156"/>
                      </a:lnTo>
                      <a:lnTo>
                        <a:pt x="27" y="174"/>
                      </a:lnTo>
                      <a:lnTo>
                        <a:pt x="22" y="174"/>
                      </a:lnTo>
                      <a:lnTo>
                        <a:pt x="31" y="192"/>
                      </a:lnTo>
                      <a:lnTo>
                        <a:pt x="27" y="197"/>
                      </a:lnTo>
                      <a:lnTo>
                        <a:pt x="31" y="210"/>
                      </a:lnTo>
                      <a:lnTo>
                        <a:pt x="36" y="206"/>
                      </a:lnTo>
                      <a:lnTo>
                        <a:pt x="53" y="214"/>
                      </a:lnTo>
                      <a:lnTo>
                        <a:pt x="58" y="206"/>
                      </a:lnTo>
                      <a:lnTo>
                        <a:pt x="80" y="206"/>
                      </a:lnTo>
                      <a:lnTo>
                        <a:pt x="80" y="201"/>
                      </a:lnTo>
                      <a:lnTo>
                        <a:pt x="98" y="201"/>
                      </a:lnTo>
                      <a:lnTo>
                        <a:pt x="120" y="206"/>
                      </a:lnTo>
                      <a:lnTo>
                        <a:pt x="125" y="201"/>
                      </a:lnTo>
                      <a:lnTo>
                        <a:pt x="138" y="201"/>
                      </a:lnTo>
                      <a:lnTo>
                        <a:pt x="134" y="192"/>
                      </a:lnTo>
                      <a:lnTo>
                        <a:pt x="152" y="197"/>
                      </a:lnTo>
                      <a:lnTo>
                        <a:pt x="156" y="192"/>
                      </a:lnTo>
                      <a:lnTo>
                        <a:pt x="161" y="183"/>
                      </a:lnTo>
                      <a:lnTo>
                        <a:pt x="174" y="174"/>
                      </a:lnTo>
                      <a:lnTo>
                        <a:pt x="192" y="156"/>
                      </a:lnTo>
                      <a:lnTo>
                        <a:pt x="205" y="147"/>
                      </a:lnTo>
                      <a:lnTo>
                        <a:pt x="223" y="116"/>
                      </a:lnTo>
                      <a:lnTo>
                        <a:pt x="232" y="112"/>
                      </a:lnTo>
                      <a:lnTo>
                        <a:pt x="237" y="103"/>
                      </a:lnTo>
                      <a:lnTo>
                        <a:pt x="237" y="94"/>
                      </a:lnTo>
                      <a:lnTo>
                        <a:pt x="237" y="85"/>
                      </a:lnTo>
                      <a:lnTo>
                        <a:pt x="241" y="89"/>
                      </a:lnTo>
                      <a:lnTo>
                        <a:pt x="241" y="76"/>
                      </a:lnTo>
                      <a:lnTo>
                        <a:pt x="228" y="80"/>
                      </a:lnTo>
                      <a:lnTo>
                        <a:pt x="223" y="85"/>
                      </a:lnTo>
                      <a:lnTo>
                        <a:pt x="210" y="85"/>
                      </a:lnTo>
                      <a:lnTo>
                        <a:pt x="205" y="80"/>
                      </a:lnTo>
                      <a:lnTo>
                        <a:pt x="210" y="63"/>
                      </a:lnTo>
                      <a:lnTo>
                        <a:pt x="219" y="58"/>
                      </a:lnTo>
                      <a:lnTo>
                        <a:pt x="223" y="63"/>
                      </a:lnTo>
                      <a:lnTo>
                        <a:pt x="228" y="63"/>
                      </a:lnTo>
                      <a:lnTo>
                        <a:pt x="228" y="58"/>
                      </a:lnTo>
                      <a:lnTo>
                        <a:pt x="228" y="49"/>
                      </a:lnTo>
                      <a:lnTo>
                        <a:pt x="223" y="13"/>
                      </a:lnTo>
                      <a:lnTo>
                        <a:pt x="223" y="9"/>
                      </a:lnTo>
                      <a:lnTo>
                        <a:pt x="201" y="0"/>
                      </a:lnTo>
                      <a:lnTo>
                        <a:pt x="192" y="0"/>
                      </a:lnTo>
                      <a:lnTo>
                        <a:pt x="187" y="4"/>
                      </a:lnTo>
                      <a:lnTo>
                        <a:pt x="174" y="9"/>
                      </a:lnTo>
                      <a:lnTo>
                        <a:pt x="152" y="31"/>
                      </a:lnTo>
                      <a:lnTo>
                        <a:pt x="152" y="36"/>
                      </a:lnTo>
                      <a:lnTo>
                        <a:pt x="138" y="45"/>
                      </a:lnTo>
                      <a:lnTo>
                        <a:pt x="134" y="58"/>
                      </a:lnTo>
                      <a:lnTo>
                        <a:pt x="111" y="63"/>
                      </a:lnTo>
                      <a:lnTo>
                        <a:pt x="107" y="58"/>
                      </a:lnTo>
                      <a:lnTo>
                        <a:pt x="103" y="54"/>
                      </a:lnTo>
                      <a:lnTo>
                        <a:pt x="98" y="54"/>
                      </a:lnTo>
                      <a:lnTo>
                        <a:pt x="85" y="76"/>
                      </a:lnTo>
                      <a:lnTo>
                        <a:pt x="62" y="80"/>
                      </a:lnTo>
                      <a:lnTo>
                        <a:pt x="62" y="71"/>
                      </a:lnTo>
                      <a:lnTo>
                        <a:pt x="62" y="63"/>
                      </a:lnTo>
                      <a:lnTo>
                        <a:pt x="53" y="45"/>
                      </a:lnTo>
                      <a:lnTo>
                        <a:pt x="53" y="107"/>
                      </a:lnTo>
                      <a:lnTo>
                        <a:pt x="44" y="107"/>
                      </a:lnTo>
                      <a:lnTo>
                        <a:pt x="44" y="116"/>
                      </a:lnTo>
                      <a:lnTo>
                        <a:pt x="27" y="112"/>
                      </a:lnTo>
                      <a:lnTo>
                        <a:pt x="13" y="112"/>
                      </a:lnTo>
                      <a:lnTo>
                        <a:pt x="13" y="103"/>
                      </a:lnTo>
                      <a:lnTo>
                        <a:pt x="9" y="103"/>
                      </a:lnTo>
                      <a:lnTo>
                        <a:pt x="0" y="107"/>
                      </a:lnTo>
                      <a:close/>
                      <a:moveTo>
                        <a:pt x="165" y="134"/>
                      </a:moveTo>
                      <a:lnTo>
                        <a:pt x="170" y="138"/>
                      </a:lnTo>
                      <a:lnTo>
                        <a:pt x="174" y="134"/>
                      </a:lnTo>
                      <a:lnTo>
                        <a:pt x="187" y="130"/>
                      </a:lnTo>
                      <a:lnTo>
                        <a:pt x="196" y="121"/>
                      </a:lnTo>
                      <a:lnTo>
                        <a:pt x="183" y="107"/>
                      </a:lnTo>
                      <a:lnTo>
                        <a:pt x="165" y="112"/>
                      </a:lnTo>
                      <a:lnTo>
                        <a:pt x="156" y="121"/>
                      </a:lnTo>
                      <a:lnTo>
                        <a:pt x="165" y="134"/>
                      </a:lnTo>
                      <a:close/>
                    </a:path>
                  </a:pathLst>
                </a:custGeom>
                <a:grpFill/>
                <a:ln w="9525" cmpd="sng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>
                    <a:latin typeface="Delivery" panose="020F0503020204020204" pitchFamily="34" charset="0"/>
                  </a:endParaRPr>
                </a:p>
              </p:txBody>
            </p:sp>
            <p:sp>
              <p:nvSpPr>
                <p:cNvPr id="569" name="Freeform 50">
                  <a:extLst>
                    <a:ext uri="{FF2B5EF4-FFF2-40B4-BE49-F238E27FC236}">
                      <a16:creationId xmlns:a16="http://schemas.microsoft.com/office/drawing/2014/main" id="{D953DB9B-6517-97AF-FAA6-F6BEAE5474ED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3040" y="3012"/>
                  <a:ext cx="120" cy="107"/>
                </a:xfrm>
                <a:custGeom>
                  <a:avLst/>
                  <a:gdLst>
                    <a:gd name="T0" fmla="*/ 67 w 120"/>
                    <a:gd name="T1" fmla="*/ 98 h 107"/>
                    <a:gd name="T2" fmla="*/ 67 w 120"/>
                    <a:gd name="T3" fmla="*/ 93 h 107"/>
                    <a:gd name="T4" fmla="*/ 53 w 120"/>
                    <a:gd name="T5" fmla="*/ 93 h 107"/>
                    <a:gd name="T6" fmla="*/ 40 w 120"/>
                    <a:gd name="T7" fmla="*/ 76 h 107"/>
                    <a:gd name="T8" fmla="*/ 13 w 120"/>
                    <a:gd name="T9" fmla="*/ 53 h 107"/>
                    <a:gd name="T10" fmla="*/ 0 w 120"/>
                    <a:gd name="T11" fmla="*/ 31 h 107"/>
                    <a:gd name="T12" fmla="*/ 27 w 120"/>
                    <a:gd name="T13" fmla="*/ 35 h 107"/>
                    <a:gd name="T14" fmla="*/ 45 w 120"/>
                    <a:gd name="T15" fmla="*/ 18 h 107"/>
                    <a:gd name="T16" fmla="*/ 58 w 120"/>
                    <a:gd name="T17" fmla="*/ 9 h 107"/>
                    <a:gd name="T18" fmla="*/ 62 w 120"/>
                    <a:gd name="T19" fmla="*/ 4 h 107"/>
                    <a:gd name="T20" fmla="*/ 80 w 120"/>
                    <a:gd name="T21" fmla="*/ 0 h 107"/>
                    <a:gd name="T22" fmla="*/ 85 w 120"/>
                    <a:gd name="T23" fmla="*/ 4 h 107"/>
                    <a:gd name="T24" fmla="*/ 98 w 120"/>
                    <a:gd name="T25" fmla="*/ 4 h 107"/>
                    <a:gd name="T26" fmla="*/ 116 w 120"/>
                    <a:gd name="T27" fmla="*/ 13 h 107"/>
                    <a:gd name="T28" fmla="*/ 120 w 120"/>
                    <a:gd name="T29" fmla="*/ 49 h 107"/>
                    <a:gd name="T30" fmla="*/ 116 w 120"/>
                    <a:gd name="T31" fmla="*/ 58 h 107"/>
                    <a:gd name="T32" fmla="*/ 120 w 120"/>
                    <a:gd name="T33" fmla="*/ 67 h 107"/>
                    <a:gd name="T34" fmla="*/ 112 w 120"/>
                    <a:gd name="T35" fmla="*/ 89 h 107"/>
                    <a:gd name="T36" fmla="*/ 98 w 120"/>
                    <a:gd name="T37" fmla="*/ 107 h 107"/>
                    <a:gd name="T38" fmla="*/ 76 w 120"/>
                    <a:gd name="T39" fmla="*/ 98 h 107"/>
                    <a:gd name="T40" fmla="*/ 67 w 120"/>
                    <a:gd name="T41" fmla="*/ 98 h 10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120" h="107">
                      <a:moveTo>
                        <a:pt x="67" y="98"/>
                      </a:moveTo>
                      <a:lnTo>
                        <a:pt x="67" y="93"/>
                      </a:lnTo>
                      <a:lnTo>
                        <a:pt x="53" y="93"/>
                      </a:lnTo>
                      <a:lnTo>
                        <a:pt x="40" y="76"/>
                      </a:lnTo>
                      <a:lnTo>
                        <a:pt x="13" y="53"/>
                      </a:lnTo>
                      <a:lnTo>
                        <a:pt x="0" y="31"/>
                      </a:lnTo>
                      <a:lnTo>
                        <a:pt x="27" y="35"/>
                      </a:lnTo>
                      <a:lnTo>
                        <a:pt x="45" y="18"/>
                      </a:lnTo>
                      <a:lnTo>
                        <a:pt x="58" y="9"/>
                      </a:lnTo>
                      <a:lnTo>
                        <a:pt x="62" y="4"/>
                      </a:lnTo>
                      <a:lnTo>
                        <a:pt x="80" y="0"/>
                      </a:lnTo>
                      <a:lnTo>
                        <a:pt x="85" y="4"/>
                      </a:lnTo>
                      <a:lnTo>
                        <a:pt x="98" y="4"/>
                      </a:lnTo>
                      <a:lnTo>
                        <a:pt x="116" y="13"/>
                      </a:lnTo>
                      <a:lnTo>
                        <a:pt x="120" y="49"/>
                      </a:lnTo>
                      <a:lnTo>
                        <a:pt x="116" y="58"/>
                      </a:lnTo>
                      <a:lnTo>
                        <a:pt x="120" y="67"/>
                      </a:lnTo>
                      <a:lnTo>
                        <a:pt x="112" y="89"/>
                      </a:lnTo>
                      <a:lnTo>
                        <a:pt x="98" y="107"/>
                      </a:lnTo>
                      <a:lnTo>
                        <a:pt x="76" y="98"/>
                      </a:lnTo>
                      <a:lnTo>
                        <a:pt x="67" y="98"/>
                      </a:lnTo>
                      <a:close/>
                    </a:path>
                  </a:pathLst>
                </a:custGeom>
                <a:grpFill/>
                <a:ln w="9525" cmpd="sng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>
                    <a:latin typeface="Delivery" panose="020F0503020204020204" pitchFamily="34" charset="0"/>
                  </a:endParaRPr>
                </a:p>
              </p:txBody>
            </p:sp>
            <p:sp>
              <p:nvSpPr>
                <p:cNvPr id="570" name="Freeform 52">
                  <a:extLst>
                    <a:ext uri="{FF2B5EF4-FFF2-40B4-BE49-F238E27FC236}">
                      <a16:creationId xmlns:a16="http://schemas.microsoft.com/office/drawing/2014/main" id="{43B992AB-68A8-C0D9-76C3-F4481D290BB5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2995" y="2435"/>
                  <a:ext cx="241" cy="291"/>
                </a:xfrm>
                <a:custGeom>
                  <a:avLst/>
                  <a:gdLst>
                    <a:gd name="T0" fmla="*/ 9 w 241"/>
                    <a:gd name="T1" fmla="*/ 174 h 291"/>
                    <a:gd name="T2" fmla="*/ 0 w 241"/>
                    <a:gd name="T3" fmla="*/ 157 h 291"/>
                    <a:gd name="T4" fmla="*/ 14 w 241"/>
                    <a:gd name="T5" fmla="*/ 139 h 291"/>
                    <a:gd name="T6" fmla="*/ 14 w 241"/>
                    <a:gd name="T7" fmla="*/ 130 h 291"/>
                    <a:gd name="T8" fmla="*/ 27 w 241"/>
                    <a:gd name="T9" fmla="*/ 116 h 291"/>
                    <a:gd name="T10" fmla="*/ 27 w 241"/>
                    <a:gd name="T11" fmla="*/ 49 h 291"/>
                    <a:gd name="T12" fmla="*/ 45 w 241"/>
                    <a:gd name="T13" fmla="*/ 23 h 291"/>
                    <a:gd name="T14" fmla="*/ 170 w 241"/>
                    <a:gd name="T15" fmla="*/ 27 h 291"/>
                    <a:gd name="T16" fmla="*/ 188 w 241"/>
                    <a:gd name="T17" fmla="*/ 14 h 291"/>
                    <a:gd name="T18" fmla="*/ 192 w 241"/>
                    <a:gd name="T19" fmla="*/ 0 h 291"/>
                    <a:gd name="T20" fmla="*/ 215 w 241"/>
                    <a:gd name="T21" fmla="*/ 27 h 291"/>
                    <a:gd name="T22" fmla="*/ 219 w 241"/>
                    <a:gd name="T23" fmla="*/ 36 h 291"/>
                    <a:gd name="T24" fmla="*/ 237 w 241"/>
                    <a:gd name="T25" fmla="*/ 72 h 291"/>
                    <a:gd name="T26" fmla="*/ 228 w 241"/>
                    <a:gd name="T27" fmla="*/ 85 h 291"/>
                    <a:gd name="T28" fmla="*/ 219 w 241"/>
                    <a:gd name="T29" fmla="*/ 112 h 291"/>
                    <a:gd name="T30" fmla="*/ 215 w 241"/>
                    <a:gd name="T31" fmla="*/ 139 h 291"/>
                    <a:gd name="T32" fmla="*/ 197 w 241"/>
                    <a:gd name="T33" fmla="*/ 157 h 291"/>
                    <a:gd name="T34" fmla="*/ 188 w 241"/>
                    <a:gd name="T35" fmla="*/ 188 h 291"/>
                    <a:gd name="T36" fmla="*/ 179 w 241"/>
                    <a:gd name="T37" fmla="*/ 224 h 291"/>
                    <a:gd name="T38" fmla="*/ 165 w 241"/>
                    <a:gd name="T39" fmla="*/ 237 h 291"/>
                    <a:gd name="T40" fmla="*/ 192 w 241"/>
                    <a:gd name="T41" fmla="*/ 255 h 291"/>
                    <a:gd name="T42" fmla="*/ 201 w 241"/>
                    <a:gd name="T43" fmla="*/ 268 h 291"/>
                    <a:gd name="T44" fmla="*/ 179 w 241"/>
                    <a:gd name="T45" fmla="*/ 277 h 291"/>
                    <a:gd name="T46" fmla="*/ 170 w 241"/>
                    <a:gd name="T47" fmla="*/ 286 h 291"/>
                    <a:gd name="T48" fmla="*/ 152 w 241"/>
                    <a:gd name="T49" fmla="*/ 291 h 291"/>
                    <a:gd name="T50" fmla="*/ 134 w 241"/>
                    <a:gd name="T51" fmla="*/ 286 h 291"/>
                    <a:gd name="T52" fmla="*/ 116 w 241"/>
                    <a:gd name="T53" fmla="*/ 277 h 291"/>
                    <a:gd name="T54" fmla="*/ 81 w 241"/>
                    <a:gd name="T55" fmla="*/ 273 h 291"/>
                    <a:gd name="T56" fmla="*/ 67 w 241"/>
                    <a:gd name="T57" fmla="*/ 255 h 291"/>
                    <a:gd name="T58" fmla="*/ 40 w 241"/>
                    <a:gd name="T59" fmla="*/ 224 h 291"/>
                    <a:gd name="T60" fmla="*/ 23 w 241"/>
                    <a:gd name="T61" fmla="*/ 215 h 291"/>
                    <a:gd name="T62" fmla="*/ 14 w 241"/>
                    <a:gd name="T63" fmla="*/ 183 h 2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241" h="291">
                      <a:moveTo>
                        <a:pt x="14" y="183"/>
                      </a:moveTo>
                      <a:lnTo>
                        <a:pt x="9" y="174"/>
                      </a:lnTo>
                      <a:lnTo>
                        <a:pt x="9" y="170"/>
                      </a:lnTo>
                      <a:lnTo>
                        <a:pt x="0" y="157"/>
                      </a:lnTo>
                      <a:lnTo>
                        <a:pt x="5" y="143"/>
                      </a:lnTo>
                      <a:lnTo>
                        <a:pt x="14" y="139"/>
                      </a:lnTo>
                      <a:lnTo>
                        <a:pt x="9" y="134"/>
                      </a:lnTo>
                      <a:lnTo>
                        <a:pt x="14" y="130"/>
                      </a:lnTo>
                      <a:lnTo>
                        <a:pt x="14" y="121"/>
                      </a:lnTo>
                      <a:lnTo>
                        <a:pt x="27" y="116"/>
                      </a:lnTo>
                      <a:lnTo>
                        <a:pt x="27" y="58"/>
                      </a:lnTo>
                      <a:lnTo>
                        <a:pt x="27" y="49"/>
                      </a:lnTo>
                      <a:lnTo>
                        <a:pt x="49" y="49"/>
                      </a:lnTo>
                      <a:lnTo>
                        <a:pt x="45" y="23"/>
                      </a:lnTo>
                      <a:lnTo>
                        <a:pt x="165" y="18"/>
                      </a:lnTo>
                      <a:lnTo>
                        <a:pt x="170" y="27"/>
                      </a:lnTo>
                      <a:lnTo>
                        <a:pt x="183" y="14"/>
                      </a:lnTo>
                      <a:lnTo>
                        <a:pt x="188" y="14"/>
                      </a:lnTo>
                      <a:lnTo>
                        <a:pt x="192" y="0"/>
                      </a:lnTo>
                      <a:lnTo>
                        <a:pt x="192" y="0"/>
                      </a:lnTo>
                      <a:lnTo>
                        <a:pt x="215" y="14"/>
                      </a:lnTo>
                      <a:lnTo>
                        <a:pt x="215" y="27"/>
                      </a:lnTo>
                      <a:lnTo>
                        <a:pt x="224" y="31"/>
                      </a:lnTo>
                      <a:lnTo>
                        <a:pt x="219" y="36"/>
                      </a:lnTo>
                      <a:lnTo>
                        <a:pt x="224" y="67"/>
                      </a:lnTo>
                      <a:lnTo>
                        <a:pt x="237" y="72"/>
                      </a:lnTo>
                      <a:lnTo>
                        <a:pt x="241" y="81"/>
                      </a:lnTo>
                      <a:lnTo>
                        <a:pt x="228" y="85"/>
                      </a:lnTo>
                      <a:lnTo>
                        <a:pt x="219" y="94"/>
                      </a:lnTo>
                      <a:lnTo>
                        <a:pt x="219" y="112"/>
                      </a:lnTo>
                      <a:lnTo>
                        <a:pt x="210" y="121"/>
                      </a:lnTo>
                      <a:lnTo>
                        <a:pt x="215" y="139"/>
                      </a:lnTo>
                      <a:lnTo>
                        <a:pt x="210" y="157"/>
                      </a:lnTo>
                      <a:lnTo>
                        <a:pt x="197" y="157"/>
                      </a:lnTo>
                      <a:lnTo>
                        <a:pt x="188" y="179"/>
                      </a:lnTo>
                      <a:lnTo>
                        <a:pt x="188" y="188"/>
                      </a:lnTo>
                      <a:lnTo>
                        <a:pt x="179" y="188"/>
                      </a:lnTo>
                      <a:lnTo>
                        <a:pt x="179" y="224"/>
                      </a:lnTo>
                      <a:lnTo>
                        <a:pt x="165" y="224"/>
                      </a:lnTo>
                      <a:lnTo>
                        <a:pt x="165" y="237"/>
                      </a:lnTo>
                      <a:lnTo>
                        <a:pt x="179" y="241"/>
                      </a:lnTo>
                      <a:lnTo>
                        <a:pt x="192" y="255"/>
                      </a:lnTo>
                      <a:lnTo>
                        <a:pt x="188" y="264"/>
                      </a:lnTo>
                      <a:lnTo>
                        <a:pt x="201" y="268"/>
                      </a:lnTo>
                      <a:lnTo>
                        <a:pt x="201" y="277"/>
                      </a:lnTo>
                      <a:lnTo>
                        <a:pt x="179" y="277"/>
                      </a:lnTo>
                      <a:lnTo>
                        <a:pt x="174" y="282"/>
                      </a:lnTo>
                      <a:lnTo>
                        <a:pt x="170" y="286"/>
                      </a:lnTo>
                      <a:lnTo>
                        <a:pt x="161" y="286"/>
                      </a:lnTo>
                      <a:lnTo>
                        <a:pt x="152" y="291"/>
                      </a:lnTo>
                      <a:lnTo>
                        <a:pt x="143" y="286"/>
                      </a:lnTo>
                      <a:lnTo>
                        <a:pt x="134" y="286"/>
                      </a:lnTo>
                      <a:lnTo>
                        <a:pt x="130" y="291"/>
                      </a:lnTo>
                      <a:lnTo>
                        <a:pt x="116" y="277"/>
                      </a:lnTo>
                      <a:lnTo>
                        <a:pt x="94" y="282"/>
                      </a:lnTo>
                      <a:lnTo>
                        <a:pt x="81" y="273"/>
                      </a:lnTo>
                      <a:lnTo>
                        <a:pt x="81" y="259"/>
                      </a:lnTo>
                      <a:lnTo>
                        <a:pt x="67" y="255"/>
                      </a:lnTo>
                      <a:lnTo>
                        <a:pt x="54" y="228"/>
                      </a:lnTo>
                      <a:lnTo>
                        <a:pt x="40" y="224"/>
                      </a:lnTo>
                      <a:lnTo>
                        <a:pt x="36" y="219"/>
                      </a:lnTo>
                      <a:lnTo>
                        <a:pt x="23" y="215"/>
                      </a:lnTo>
                      <a:lnTo>
                        <a:pt x="18" y="201"/>
                      </a:lnTo>
                      <a:lnTo>
                        <a:pt x="14" y="183"/>
                      </a:lnTo>
                      <a:close/>
                    </a:path>
                  </a:pathLst>
                </a:custGeom>
                <a:grpFill/>
                <a:ln w="9525" cmpd="sng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>
                    <a:latin typeface="Delivery" panose="020F0503020204020204" pitchFamily="34" charset="0"/>
                  </a:endParaRPr>
                </a:p>
              </p:txBody>
            </p:sp>
            <p:sp>
              <p:nvSpPr>
                <p:cNvPr id="571" name="Freeform 53">
                  <a:extLst>
                    <a:ext uri="{FF2B5EF4-FFF2-40B4-BE49-F238E27FC236}">
                      <a16:creationId xmlns:a16="http://schemas.microsoft.com/office/drawing/2014/main" id="{6D0D2522-B1DC-FDCF-8A4B-9AB9798377BD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3120" y="3168"/>
                  <a:ext cx="23" cy="27"/>
                </a:xfrm>
                <a:custGeom>
                  <a:avLst/>
                  <a:gdLst>
                    <a:gd name="T0" fmla="*/ 23 w 23"/>
                    <a:gd name="T1" fmla="*/ 22 h 27"/>
                    <a:gd name="T2" fmla="*/ 18 w 23"/>
                    <a:gd name="T3" fmla="*/ 27 h 27"/>
                    <a:gd name="T4" fmla="*/ 5 w 23"/>
                    <a:gd name="T5" fmla="*/ 27 h 27"/>
                    <a:gd name="T6" fmla="*/ 0 w 23"/>
                    <a:gd name="T7" fmla="*/ 22 h 27"/>
                    <a:gd name="T8" fmla="*/ 5 w 23"/>
                    <a:gd name="T9" fmla="*/ 5 h 27"/>
                    <a:gd name="T10" fmla="*/ 14 w 23"/>
                    <a:gd name="T11" fmla="*/ 0 h 27"/>
                    <a:gd name="T12" fmla="*/ 18 w 23"/>
                    <a:gd name="T13" fmla="*/ 5 h 27"/>
                    <a:gd name="T14" fmla="*/ 23 w 23"/>
                    <a:gd name="T15" fmla="*/ 5 h 27"/>
                    <a:gd name="T16" fmla="*/ 23 w 23"/>
                    <a:gd name="T17" fmla="*/ 9 h 27"/>
                    <a:gd name="T18" fmla="*/ 23 w 23"/>
                    <a:gd name="T19" fmla="*/ 22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3" h="27">
                      <a:moveTo>
                        <a:pt x="23" y="22"/>
                      </a:moveTo>
                      <a:lnTo>
                        <a:pt x="18" y="27"/>
                      </a:lnTo>
                      <a:lnTo>
                        <a:pt x="5" y="27"/>
                      </a:lnTo>
                      <a:lnTo>
                        <a:pt x="0" y="22"/>
                      </a:lnTo>
                      <a:lnTo>
                        <a:pt x="5" y="5"/>
                      </a:lnTo>
                      <a:lnTo>
                        <a:pt x="14" y="0"/>
                      </a:lnTo>
                      <a:lnTo>
                        <a:pt x="18" y="5"/>
                      </a:lnTo>
                      <a:lnTo>
                        <a:pt x="23" y="5"/>
                      </a:lnTo>
                      <a:lnTo>
                        <a:pt x="23" y="9"/>
                      </a:lnTo>
                      <a:lnTo>
                        <a:pt x="23" y="22"/>
                      </a:lnTo>
                      <a:close/>
                    </a:path>
                  </a:pathLst>
                </a:custGeom>
                <a:grpFill/>
                <a:ln w="9525" cmpd="sng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>
                    <a:latin typeface="Delivery" panose="020F0503020204020204" pitchFamily="34" charset="0"/>
                  </a:endParaRPr>
                </a:p>
              </p:txBody>
            </p:sp>
            <p:sp>
              <p:nvSpPr>
                <p:cNvPr id="572" name="Freeform 54">
                  <a:extLst>
                    <a:ext uri="{FF2B5EF4-FFF2-40B4-BE49-F238E27FC236}">
                      <a16:creationId xmlns:a16="http://schemas.microsoft.com/office/drawing/2014/main" id="{89C31D30-9883-068B-6293-A5883F29D802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2683" y="2614"/>
                  <a:ext cx="31" cy="76"/>
                </a:xfrm>
                <a:custGeom>
                  <a:avLst/>
                  <a:gdLst>
                    <a:gd name="T0" fmla="*/ 13 w 31"/>
                    <a:gd name="T1" fmla="*/ 0 h 76"/>
                    <a:gd name="T2" fmla="*/ 4 w 31"/>
                    <a:gd name="T3" fmla="*/ 0 h 76"/>
                    <a:gd name="T4" fmla="*/ 0 w 31"/>
                    <a:gd name="T5" fmla="*/ 9 h 76"/>
                    <a:gd name="T6" fmla="*/ 8 w 31"/>
                    <a:gd name="T7" fmla="*/ 13 h 76"/>
                    <a:gd name="T8" fmla="*/ 8 w 31"/>
                    <a:gd name="T9" fmla="*/ 36 h 76"/>
                    <a:gd name="T10" fmla="*/ 4 w 31"/>
                    <a:gd name="T11" fmla="*/ 40 h 76"/>
                    <a:gd name="T12" fmla="*/ 8 w 31"/>
                    <a:gd name="T13" fmla="*/ 54 h 76"/>
                    <a:gd name="T14" fmla="*/ 8 w 31"/>
                    <a:gd name="T15" fmla="*/ 62 h 76"/>
                    <a:gd name="T16" fmla="*/ 13 w 31"/>
                    <a:gd name="T17" fmla="*/ 71 h 76"/>
                    <a:gd name="T18" fmla="*/ 17 w 31"/>
                    <a:gd name="T19" fmla="*/ 76 h 76"/>
                    <a:gd name="T20" fmla="*/ 31 w 31"/>
                    <a:gd name="T21" fmla="*/ 76 h 76"/>
                    <a:gd name="T22" fmla="*/ 26 w 31"/>
                    <a:gd name="T23" fmla="*/ 62 h 76"/>
                    <a:gd name="T24" fmla="*/ 26 w 31"/>
                    <a:gd name="T25" fmla="*/ 36 h 76"/>
                    <a:gd name="T26" fmla="*/ 22 w 31"/>
                    <a:gd name="T27" fmla="*/ 36 h 76"/>
                    <a:gd name="T28" fmla="*/ 22 w 31"/>
                    <a:gd name="T29" fmla="*/ 22 h 76"/>
                    <a:gd name="T30" fmla="*/ 13 w 31"/>
                    <a:gd name="T31" fmla="*/ 13 h 76"/>
                    <a:gd name="T32" fmla="*/ 13 w 31"/>
                    <a:gd name="T33" fmla="*/ 0 h 7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31" h="76">
                      <a:moveTo>
                        <a:pt x="13" y="0"/>
                      </a:moveTo>
                      <a:lnTo>
                        <a:pt x="4" y="0"/>
                      </a:lnTo>
                      <a:lnTo>
                        <a:pt x="0" y="9"/>
                      </a:lnTo>
                      <a:lnTo>
                        <a:pt x="8" y="13"/>
                      </a:lnTo>
                      <a:lnTo>
                        <a:pt x="8" y="36"/>
                      </a:lnTo>
                      <a:lnTo>
                        <a:pt x="4" y="40"/>
                      </a:lnTo>
                      <a:lnTo>
                        <a:pt x="8" y="54"/>
                      </a:lnTo>
                      <a:lnTo>
                        <a:pt x="8" y="62"/>
                      </a:lnTo>
                      <a:lnTo>
                        <a:pt x="13" y="71"/>
                      </a:lnTo>
                      <a:lnTo>
                        <a:pt x="17" y="76"/>
                      </a:lnTo>
                      <a:lnTo>
                        <a:pt x="31" y="76"/>
                      </a:lnTo>
                      <a:lnTo>
                        <a:pt x="26" y="62"/>
                      </a:lnTo>
                      <a:lnTo>
                        <a:pt x="26" y="36"/>
                      </a:lnTo>
                      <a:lnTo>
                        <a:pt x="22" y="36"/>
                      </a:lnTo>
                      <a:lnTo>
                        <a:pt x="22" y="22"/>
                      </a:lnTo>
                      <a:lnTo>
                        <a:pt x="13" y="13"/>
                      </a:lnTo>
                      <a:lnTo>
                        <a:pt x="13" y="0"/>
                      </a:lnTo>
                      <a:close/>
                    </a:path>
                  </a:pathLst>
                </a:custGeom>
                <a:grpFill/>
                <a:ln w="9525" cmpd="sng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>
                    <a:latin typeface="Delivery" panose="020F0503020204020204" pitchFamily="34" charset="0"/>
                  </a:endParaRPr>
                </a:p>
              </p:txBody>
            </p:sp>
            <p:sp>
              <p:nvSpPr>
                <p:cNvPr id="573" name="Freeform 55">
                  <a:extLst>
                    <a:ext uri="{FF2B5EF4-FFF2-40B4-BE49-F238E27FC236}">
                      <a16:creationId xmlns:a16="http://schemas.microsoft.com/office/drawing/2014/main" id="{ECFD5553-133D-1A84-149B-D526F55C57BF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2790" y="2189"/>
                  <a:ext cx="62" cy="134"/>
                </a:xfrm>
                <a:custGeom>
                  <a:avLst/>
                  <a:gdLst>
                    <a:gd name="T0" fmla="*/ 22 w 62"/>
                    <a:gd name="T1" fmla="*/ 134 h 134"/>
                    <a:gd name="T2" fmla="*/ 22 w 62"/>
                    <a:gd name="T3" fmla="*/ 99 h 134"/>
                    <a:gd name="T4" fmla="*/ 13 w 62"/>
                    <a:gd name="T5" fmla="*/ 94 h 134"/>
                    <a:gd name="T6" fmla="*/ 4 w 62"/>
                    <a:gd name="T7" fmla="*/ 81 h 134"/>
                    <a:gd name="T8" fmla="*/ 0 w 62"/>
                    <a:gd name="T9" fmla="*/ 63 h 134"/>
                    <a:gd name="T10" fmla="*/ 13 w 62"/>
                    <a:gd name="T11" fmla="*/ 45 h 134"/>
                    <a:gd name="T12" fmla="*/ 9 w 62"/>
                    <a:gd name="T13" fmla="*/ 18 h 134"/>
                    <a:gd name="T14" fmla="*/ 18 w 62"/>
                    <a:gd name="T15" fmla="*/ 9 h 134"/>
                    <a:gd name="T16" fmla="*/ 22 w 62"/>
                    <a:gd name="T17" fmla="*/ 5 h 134"/>
                    <a:gd name="T18" fmla="*/ 35 w 62"/>
                    <a:gd name="T19" fmla="*/ 0 h 134"/>
                    <a:gd name="T20" fmla="*/ 35 w 62"/>
                    <a:gd name="T21" fmla="*/ 9 h 134"/>
                    <a:gd name="T22" fmla="*/ 35 w 62"/>
                    <a:gd name="T23" fmla="*/ 9 h 134"/>
                    <a:gd name="T24" fmla="*/ 44 w 62"/>
                    <a:gd name="T25" fmla="*/ 5 h 134"/>
                    <a:gd name="T26" fmla="*/ 44 w 62"/>
                    <a:gd name="T27" fmla="*/ 9 h 134"/>
                    <a:gd name="T28" fmla="*/ 40 w 62"/>
                    <a:gd name="T29" fmla="*/ 18 h 134"/>
                    <a:gd name="T30" fmla="*/ 40 w 62"/>
                    <a:gd name="T31" fmla="*/ 27 h 134"/>
                    <a:gd name="T32" fmla="*/ 49 w 62"/>
                    <a:gd name="T33" fmla="*/ 36 h 134"/>
                    <a:gd name="T34" fmla="*/ 49 w 62"/>
                    <a:gd name="T35" fmla="*/ 45 h 134"/>
                    <a:gd name="T36" fmla="*/ 35 w 62"/>
                    <a:gd name="T37" fmla="*/ 54 h 134"/>
                    <a:gd name="T38" fmla="*/ 40 w 62"/>
                    <a:gd name="T39" fmla="*/ 63 h 134"/>
                    <a:gd name="T40" fmla="*/ 44 w 62"/>
                    <a:gd name="T41" fmla="*/ 67 h 134"/>
                    <a:gd name="T42" fmla="*/ 44 w 62"/>
                    <a:gd name="T43" fmla="*/ 58 h 134"/>
                    <a:gd name="T44" fmla="*/ 49 w 62"/>
                    <a:gd name="T45" fmla="*/ 63 h 134"/>
                    <a:gd name="T46" fmla="*/ 49 w 62"/>
                    <a:gd name="T47" fmla="*/ 72 h 134"/>
                    <a:gd name="T48" fmla="*/ 53 w 62"/>
                    <a:gd name="T49" fmla="*/ 72 h 134"/>
                    <a:gd name="T50" fmla="*/ 62 w 62"/>
                    <a:gd name="T51" fmla="*/ 76 h 134"/>
                    <a:gd name="T52" fmla="*/ 58 w 62"/>
                    <a:gd name="T53" fmla="*/ 81 h 134"/>
                    <a:gd name="T54" fmla="*/ 58 w 62"/>
                    <a:gd name="T55" fmla="*/ 90 h 134"/>
                    <a:gd name="T56" fmla="*/ 49 w 62"/>
                    <a:gd name="T57" fmla="*/ 99 h 134"/>
                    <a:gd name="T58" fmla="*/ 40 w 62"/>
                    <a:gd name="T59" fmla="*/ 103 h 134"/>
                    <a:gd name="T60" fmla="*/ 40 w 62"/>
                    <a:gd name="T61" fmla="*/ 126 h 134"/>
                    <a:gd name="T62" fmla="*/ 27 w 62"/>
                    <a:gd name="T63" fmla="*/ 130 h 134"/>
                    <a:gd name="T64" fmla="*/ 22 w 62"/>
                    <a:gd name="T65" fmla="*/ 134 h 1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62" h="134">
                      <a:moveTo>
                        <a:pt x="22" y="134"/>
                      </a:moveTo>
                      <a:lnTo>
                        <a:pt x="22" y="99"/>
                      </a:lnTo>
                      <a:lnTo>
                        <a:pt x="13" y="94"/>
                      </a:lnTo>
                      <a:lnTo>
                        <a:pt x="4" y="81"/>
                      </a:lnTo>
                      <a:lnTo>
                        <a:pt x="0" y="63"/>
                      </a:lnTo>
                      <a:lnTo>
                        <a:pt x="13" y="45"/>
                      </a:lnTo>
                      <a:lnTo>
                        <a:pt x="9" y="18"/>
                      </a:lnTo>
                      <a:lnTo>
                        <a:pt x="18" y="9"/>
                      </a:lnTo>
                      <a:lnTo>
                        <a:pt x="22" y="5"/>
                      </a:lnTo>
                      <a:lnTo>
                        <a:pt x="35" y="0"/>
                      </a:lnTo>
                      <a:lnTo>
                        <a:pt x="35" y="9"/>
                      </a:lnTo>
                      <a:lnTo>
                        <a:pt x="35" y="9"/>
                      </a:lnTo>
                      <a:lnTo>
                        <a:pt x="44" y="5"/>
                      </a:lnTo>
                      <a:lnTo>
                        <a:pt x="44" y="9"/>
                      </a:lnTo>
                      <a:lnTo>
                        <a:pt x="40" y="18"/>
                      </a:lnTo>
                      <a:lnTo>
                        <a:pt x="40" y="27"/>
                      </a:lnTo>
                      <a:lnTo>
                        <a:pt x="49" y="36"/>
                      </a:lnTo>
                      <a:lnTo>
                        <a:pt x="49" y="45"/>
                      </a:lnTo>
                      <a:lnTo>
                        <a:pt x="35" y="54"/>
                      </a:lnTo>
                      <a:lnTo>
                        <a:pt x="40" y="63"/>
                      </a:lnTo>
                      <a:lnTo>
                        <a:pt x="44" y="67"/>
                      </a:lnTo>
                      <a:lnTo>
                        <a:pt x="44" y="58"/>
                      </a:lnTo>
                      <a:lnTo>
                        <a:pt x="49" y="63"/>
                      </a:lnTo>
                      <a:lnTo>
                        <a:pt x="49" y="72"/>
                      </a:lnTo>
                      <a:lnTo>
                        <a:pt x="53" y="72"/>
                      </a:lnTo>
                      <a:lnTo>
                        <a:pt x="62" y="76"/>
                      </a:lnTo>
                      <a:lnTo>
                        <a:pt x="58" y="81"/>
                      </a:lnTo>
                      <a:lnTo>
                        <a:pt x="58" y="90"/>
                      </a:lnTo>
                      <a:lnTo>
                        <a:pt x="49" y="99"/>
                      </a:lnTo>
                      <a:lnTo>
                        <a:pt x="40" y="103"/>
                      </a:lnTo>
                      <a:lnTo>
                        <a:pt x="40" y="126"/>
                      </a:lnTo>
                      <a:lnTo>
                        <a:pt x="27" y="130"/>
                      </a:lnTo>
                      <a:lnTo>
                        <a:pt x="22" y="134"/>
                      </a:lnTo>
                      <a:close/>
                    </a:path>
                  </a:pathLst>
                </a:custGeom>
                <a:grpFill/>
                <a:ln w="9525" cmpd="sng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>
                    <a:latin typeface="Delivery" panose="020F0503020204020204" pitchFamily="34" charset="0"/>
                  </a:endParaRPr>
                </a:p>
              </p:txBody>
            </p:sp>
            <p:sp>
              <p:nvSpPr>
                <p:cNvPr id="574" name="Freeform 56">
                  <a:extLst>
                    <a:ext uri="{FF2B5EF4-FFF2-40B4-BE49-F238E27FC236}">
                      <a16:creationId xmlns:a16="http://schemas.microsoft.com/office/drawing/2014/main" id="{EAC7F7B7-5C8B-DC66-90FB-F147FC6FBBB3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3111" y="2717"/>
                  <a:ext cx="72" cy="85"/>
                </a:xfrm>
                <a:custGeom>
                  <a:avLst/>
                  <a:gdLst>
                    <a:gd name="T0" fmla="*/ 0 w 72"/>
                    <a:gd name="T1" fmla="*/ 85 h 85"/>
                    <a:gd name="T2" fmla="*/ 0 w 72"/>
                    <a:gd name="T3" fmla="*/ 53 h 85"/>
                    <a:gd name="T4" fmla="*/ 18 w 72"/>
                    <a:gd name="T5" fmla="*/ 31 h 85"/>
                    <a:gd name="T6" fmla="*/ 14 w 72"/>
                    <a:gd name="T7" fmla="*/ 27 h 85"/>
                    <a:gd name="T8" fmla="*/ 14 w 72"/>
                    <a:gd name="T9" fmla="*/ 9 h 85"/>
                    <a:gd name="T10" fmla="*/ 18 w 72"/>
                    <a:gd name="T11" fmla="*/ 4 h 85"/>
                    <a:gd name="T12" fmla="*/ 27 w 72"/>
                    <a:gd name="T13" fmla="*/ 4 h 85"/>
                    <a:gd name="T14" fmla="*/ 36 w 72"/>
                    <a:gd name="T15" fmla="*/ 9 h 85"/>
                    <a:gd name="T16" fmla="*/ 45 w 72"/>
                    <a:gd name="T17" fmla="*/ 4 h 85"/>
                    <a:gd name="T18" fmla="*/ 54 w 72"/>
                    <a:gd name="T19" fmla="*/ 4 h 85"/>
                    <a:gd name="T20" fmla="*/ 58 w 72"/>
                    <a:gd name="T21" fmla="*/ 0 h 85"/>
                    <a:gd name="T22" fmla="*/ 67 w 72"/>
                    <a:gd name="T23" fmla="*/ 9 h 85"/>
                    <a:gd name="T24" fmla="*/ 72 w 72"/>
                    <a:gd name="T25" fmla="*/ 22 h 85"/>
                    <a:gd name="T26" fmla="*/ 67 w 72"/>
                    <a:gd name="T27" fmla="*/ 44 h 85"/>
                    <a:gd name="T28" fmla="*/ 63 w 72"/>
                    <a:gd name="T29" fmla="*/ 58 h 85"/>
                    <a:gd name="T30" fmla="*/ 49 w 72"/>
                    <a:gd name="T31" fmla="*/ 58 h 85"/>
                    <a:gd name="T32" fmla="*/ 32 w 72"/>
                    <a:gd name="T33" fmla="*/ 62 h 85"/>
                    <a:gd name="T34" fmla="*/ 32 w 72"/>
                    <a:gd name="T35" fmla="*/ 76 h 85"/>
                    <a:gd name="T36" fmla="*/ 9 w 72"/>
                    <a:gd name="T37" fmla="*/ 80 h 85"/>
                    <a:gd name="T38" fmla="*/ 0 w 72"/>
                    <a:gd name="T39" fmla="*/ 85 h 8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72" h="85">
                      <a:moveTo>
                        <a:pt x="0" y="85"/>
                      </a:moveTo>
                      <a:lnTo>
                        <a:pt x="0" y="53"/>
                      </a:lnTo>
                      <a:lnTo>
                        <a:pt x="18" y="31"/>
                      </a:lnTo>
                      <a:lnTo>
                        <a:pt x="14" y="27"/>
                      </a:lnTo>
                      <a:lnTo>
                        <a:pt x="14" y="9"/>
                      </a:lnTo>
                      <a:lnTo>
                        <a:pt x="18" y="4"/>
                      </a:lnTo>
                      <a:lnTo>
                        <a:pt x="27" y="4"/>
                      </a:lnTo>
                      <a:lnTo>
                        <a:pt x="36" y="9"/>
                      </a:lnTo>
                      <a:lnTo>
                        <a:pt x="45" y="4"/>
                      </a:lnTo>
                      <a:lnTo>
                        <a:pt x="54" y="4"/>
                      </a:lnTo>
                      <a:lnTo>
                        <a:pt x="58" y="0"/>
                      </a:lnTo>
                      <a:lnTo>
                        <a:pt x="67" y="9"/>
                      </a:lnTo>
                      <a:lnTo>
                        <a:pt x="72" y="22"/>
                      </a:lnTo>
                      <a:lnTo>
                        <a:pt x="67" y="44"/>
                      </a:lnTo>
                      <a:lnTo>
                        <a:pt x="63" y="58"/>
                      </a:lnTo>
                      <a:lnTo>
                        <a:pt x="49" y="58"/>
                      </a:lnTo>
                      <a:lnTo>
                        <a:pt x="32" y="62"/>
                      </a:lnTo>
                      <a:lnTo>
                        <a:pt x="32" y="76"/>
                      </a:lnTo>
                      <a:lnTo>
                        <a:pt x="9" y="80"/>
                      </a:lnTo>
                      <a:lnTo>
                        <a:pt x="0" y="85"/>
                      </a:lnTo>
                      <a:close/>
                    </a:path>
                  </a:pathLst>
                </a:custGeom>
                <a:grpFill/>
                <a:ln w="9525" cmpd="sng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>
                    <a:latin typeface="Delivery" panose="020F0503020204020204" pitchFamily="34" charset="0"/>
                  </a:endParaRPr>
                </a:p>
              </p:txBody>
            </p:sp>
            <p:sp>
              <p:nvSpPr>
                <p:cNvPr id="575" name="Freeform 57">
                  <a:extLst>
                    <a:ext uri="{FF2B5EF4-FFF2-40B4-BE49-F238E27FC236}">
                      <a16:creationId xmlns:a16="http://schemas.microsoft.com/office/drawing/2014/main" id="{2224D38B-C0D2-C280-354B-D770CC61077E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3035" y="2292"/>
                  <a:ext cx="157" cy="170"/>
                </a:xfrm>
                <a:custGeom>
                  <a:avLst/>
                  <a:gdLst>
                    <a:gd name="T0" fmla="*/ 5 w 157"/>
                    <a:gd name="T1" fmla="*/ 166 h 170"/>
                    <a:gd name="T2" fmla="*/ 5 w 157"/>
                    <a:gd name="T3" fmla="*/ 40 h 170"/>
                    <a:gd name="T4" fmla="*/ 0 w 157"/>
                    <a:gd name="T5" fmla="*/ 31 h 170"/>
                    <a:gd name="T6" fmla="*/ 5 w 157"/>
                    <a:gd name="T7" fmla="*/ 23 h 170"/>
                    <a:gd name="T8" fmla="*/ 0 w 157"/>
                    <a:gd name="T9" fmla="*/ 14 h 170"/>
                    <a:gd name="T10" fmla="*/ 9 w 157"/>
                    <a:gd name="T11" fmla="*/ 0 h 170"/>
                    <a:gd name="T12" fmla="*/ 18 w 157"/>
                    <a:gd name="T13" fmla="*/ 0 h 170"/>
                    <a:gd name="T14" fmla="*/ 36 w 157"/>
                    <a:gd name="T15" fmla="*/ 5 h 170"/>
                    <a:gd name="T16" fmla="*/ 45 w 157"/>
                    <a:gd name="T17" fmla="*/ 5 h 170"/>
                    <a:gd name="T18" fmla="*/ 63 w 157"/>
                    <a:gd name="T19" fmla="*/ 14 h 170"/>
                    <a:gd name="T20" fmla="*/ 72 w 157"/>
                    <a:gd name="T21" fmla="*/ 9 h 170"/>
                    <a:gd name="T22" fmla="*/ 81 w 157"/>
                    <a:gd name="T23" fmla="*/ 9 h 170"/>
                    <a:gd name="T24" fmla="*/ 81 w 157"/>
                    <a:gd name="T25" fmla="*/ 5 h 170"/>
                    <a:gd name="T26" fmla="*/ 94 w 157"/>
                    <a:gd name="T27" fmla="*/ 0 h 170"/>
                    <a:gd name="T28" fmla="*/ 103 w 157"/>
                    <a:gd name="T29" fmla="*/ 5 h 170"/>
                    <a:gd name="T30" fmla="*/ 108 w 157"/>
                    <a:gd name="T31" fmla="*/ 14 h 170"/>
                    <a:gd name="T32" fmla="*/ 125 w 157"/>
                    <a:gd name="T33" fmla="*/ 14 h 170"/>
                    <a:gd name="T34" fmla="*/ 139 w 157"/>
                    <a:gd name="T35" fmla="*/ 5 h 170"/>
                    <a:gd name="T36" fmla="*/ 143 w 157"/>
                    <a:gd name="T37" fmla="*/ 9 h 170"/>
                    <a:gd name="T38" fmla="*/ 139 w 157"/>
                    <a:gd name="T39" fmla="*/ 18 h 170"/>
                    <a:gd name="T40" fmla="*/ 148 w 157"/>
                    <a:gd name="T41" fmla="*/ 40 h 170"/>
                    <a:gd name="T42" fmla="*/ 143 w 157"/>
                    <a:gd name="T43" fmla="*/ 40 h 170"/>
                    <a:gd name="T44" fmla="*/ 134 w 157"/>
                    <a:gd name="T45" fmla="*/ 58 h 170"/>
                    <a:gd name="T46" fmla="*/ 134 w 157"/>
                    <a:gd name="T47" fmla="*/ 67 h 170"/>
                    <a:gd name="T48" fmla="*/ 130 w 157"/>
                    <a:gd name="T49" fmla="*/ 63 h 170"/>
                    <a:gd name="T50" fmla="*/ 117 w 157"/>
                    <a:gd name="T51" fmla="*/ 40 h 170"/>
                    <a:gd name="T52" fmla="*/ 112 w 157"/>
                    <a:gd name="T53" fmla="*/ 36 h 170"/>
                    <a:gd name="T54" fmla="*/ 108 w 157"/>
                    <a:gd name="T55" fmla="*/ 36 h 170"/>
                    <a:gd name="T56" fmla="*/ 112 w 157"/>
                    <a:gd name="T57" fmla="*/ 45 h 170"/>
                    <a:gd name="T58" fmla="*/ 125 w 157"/>
                    <a:gd name="T59" fmla="*/ 63 h 170"/>
                    <a:gd name="T60" fmla="*/ 130 w 157"/>
                    <a:gd name="T61" fmla="*/ 76 h 170"/>
                    <a:gd name="T62" fmla="*/ 130 w 157"/>
                    <a:gd name="T63" fmla="*/ 81 h 170"/>
                    <a:gd name="T64" fmla="*/ 148 w 157"/>
                    <a:gd name="T65" fmla="*/ 121 h 170"/>
                    <a:gd name="T66" fmla="*/ 157 w 157"/>
                    <a:gd name="T67" fmla="*/ 130 h 170"/>
                    <a:gd name="T68" fmla="*/ 152 w 157"/>
                    <a:gd name="T69" fmla="*/ 130 h 170"/>
                    <a:gd name="T70" fmla="*/ 152 w 157"/>
                    <a:gd name="T71" fmla="*/ 143 h 170"/>
                    <a:gd name="T72" fmla="*/ 152 w 157"/>
                    <a:gd name="T73" fmla="*/ 143 h 170"/>
                    <a:gd name="T74" fmla="*/ 148 w 157"/>
                    <a:gd name="T75" fmla="*/ 157 h 170"/>
                    <a:gd name="T76" fmla="*/ 143 w 157"/>
                    <a:gd name="T77" fmla="*/ 157 h 170"/>
                    <a:gd name="T78" fmla="*/ 130 w 157"/>
                    <a:gd name="T79" fmla="*/ 170 h 170"/>
                    <a:gd name="T80" fmla="*/ 125 w 157"/>
                    <a:gd name="T81" fmla="*/ 161 h 170"/>
                    <a:gd name="T82" fmla="*/ 5 w 157"/>
                    <a:gd name="T83" fmla="*/ 166 h 1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57" h="170">
                      <a:moveTo>
                        <a:pt x="5" y="166"/>
                      </a:moveTo>
                      <a:lnTo>
                        <a:pt x="5" y="40"/>
                      </a:lnTo>
                      <a:lnTo>
                        <a:pt x="0" y="31"/>
                      </a:lnTo>
                      <a:lnTo>
                        <a:pt x="5" y="23"/>
                      </a:lnTo>
                      <a:lnTo>
                        <a:pt x="0" y="14"/>
                      </a:lnTo>
                      <a:lnTo>
                        <a:pt x="9" y="0"/>
                      </a:lnTo>
                      <a:lnTo>
                        <a:pt x="18" y="0"/>
                      </a:lnTo>
                      <a:lnTo>
                        <a:pt x="36" y="5"/>
                      </a:lnTo>
                      <a:lnTo>
                        <a:pt x="45" y="5"/>
                      </a:lnTo>
                      <a:lnTo>
                        <a:pt x="63" y="14"/>
                      </a:lnTo>
                      <a:lnTo>
                        <a:pt x="72" y="9"/>
                      </a:lnTo>
                      <a:lnTo>
                        <a:pt x="81" y="9"/>
                      </a:lnTo>
                      <a:lnTo>
                        <a:pt x="81" y="5"/>
                      </a:lnTo>
                      <a:lnTo>
                        <a:pt x="94" y="0"/>
                      </a:lnTo>
                      <a:lnTo>
                        <a:pt x="103" y="5"/>
                      </a:lnTo>
                      <a:lnTo>
                        <a:pt x="108" y="14"/>
                      </a:lnTo>
                      <a:lnTo>
                        <a:pt x="125" y="14"/>
                      </a:lnTo>
                      <a:lnTo>
                        <a:pt x="139" y="5"/>
                      </a:lnTo>
                      <a:lnTo>
                        <a:pt x="143" y="9"/>
                      </a:lnTo>
                      <a:lnTo>
                        <a:pt x="139" y="18"/>
                      </a:lnTo>
                      <a:lnTo>
                        <a:pt x="148" y="40"/>
                      </a:lnTo>
                      <a:lnTo>
                        <a:pt x="143" y="40"/>
                      </a:lnTo>
                      <a:lnTo>
                        <a:pt x="134" y="58"/>
                      </a:lnTo>
                      <a:lnTo>
                        <a:pt x="134" y="67"/>
                      </a:lnTo>
                      <a:lnTo>
                        <a:pt x="130" y="63"/>
                      </a:lnTo>
                      <a:lnTo>
                        <a:pt x="117" y="40"/>
                      </a:lnTo>
                      <a:lnTo>
                        <a:pt x="112" y="36"/>
                      </a:lnTo>
                      <a:lnTo>
                        <a:pt x="108" y="36"/>
                      </a:lnTo>
                      <a:lnTo>
                        <a:pt x="112" y="45"/>
                      </a:lnTo>
                      <a:lnTo>
                        <a:pt x="125" y="63"/>
                      </a:lnTo>
                      <a:lnTo>
                        <a:pt x="130" y="76"/>
                      </a:lnTo>
                      <a:lnTo>
                        <a:pt x="130" y="81"/>
                      </a:lnTo>
                      <a:lnTo>
                        <a:pt x="148" y="121"/>
                      </a:lnTo>
                      <a:lnTo>
                        <a:pt x="157" y="130"/>
                      </a:lnTo>
                      <a:lnTo>
                        <a:pt x="152" y="130"/>
                      </a:lnTo>
                      <a:lnTo>
                        <a:pt x="152" y="143"/>
                      </a:lnTo>
                      <a:lnTo>
                        <a:pt x="152" y="143"/>
                      </a:lnTo>
                      <a:lnTo>
                        <a:pt x="148" y="157"/>
                      </a:lnTo>
                      <a:lnTo>
                        <a:pt x="143" y="157"/>
                      </a:lnTo>
                      <a:lnTo>
                        <a:pt x="130" y="170"/>
                      </a:lnTo>
                      <a:lnTo>
                        <a:pt x="125" y="161"/>
                      </a:lnTo>
                      <a:lnTo>
                        <a:pt x="5" y="166"/>
                      </a:lnTo>
                      <a:close/>
                    </a:path>
                  </a:pathLst>
                </a:custGeom>
                <a:grpFill/>
                <a:ln w="9525" cmpd="sng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>
                    <a:latin typeface="Delivery" panose="020F0503020204020204" pitchFamily="34" charset="0"/>
                  </a:endParaRPr>
                </a:p>
              </p:txBody>
            </p:sp>
            <p:sp>
              <p:nvSpPr>
                <p:cNvPr id="576" name="Freeform 58">
                  <a:extLst>
                    <a:ext uri="{FF2B5EF4-FFF2-40B4-BE49-F238E27FC236}">
                      <a16:creationId xmlns:a16="http://schemas.microsoft.com/office/drawing/2014/main" id="{5ECA2CE8-3041-2B2C-22AE-06CA8774F4AE}"/>
                    </a:ext>
                  </a:extLst>
                </p:cNvPr>
                <p:cNvSpPr>
                  <a:spLocks noEditPoints="1"/>
                </p:cNvSpPr>
                <p:nvPr/>
              </p:nvSpPr>
              <p:spPr bwMode="gray">
                <a:xfrm>
                  <a:off x="3107" y="2793"/>
                  <a:ext cx="161" cy="161"/>
                </a:xfrm>
                <a:custGeom>
                  <a:avLst/>
                  <a:gdLst>
                    <a:gd name="T0" fmla="*/ 0 w 161"/>
                    <a:gd name="T1" fmla="*/ 53 h 161"/>
                    <a:gd name="T2" fmla="*/ 4 w 161"/>
                    <a:gd name="T3" fmla="*/ 53 h 161"/>
                    <a:gd name="T4" fmla="*/ 22 w 161"/>
                    <a:gd name="T5" fmla="*/ 40 h 161"/>
                    <a:gd name="T6" fmla="*/ 22 w 161"/>
                    <a:gd name="T7" fmla="*/ 31 h 161"/>
                    <a:gd name="T8" fmla="*/ 18 w 161"/>
                    <a:gd name="T9" fmla="*/ 31 h 161"/>
                    <a:gd name="T10" fmla="*/ 18 w 161"/>
                    <a:gd name="T11" fmla="*/ 22 h 161"/>
                    <a:gd name="T12" fmla="*/ 18 w 161"/>
                    <a:gd name="T13" fmla="*/ 9 h 161"/>
                    <a:gd name="T14" fmla="*/ 13 w 161"/>
                    <a:gd name="T15" fmla="*/ 4 h 161"/>
                    <a:gd name="T16" fmla="*/ 36 w 161"/>
                    <a:gd name="T17" fmla="*/ 0 h 161"/>
                    <a:gd name="T18" fmla="*/ 36 w 161"/>
                    <a:gd name="T19" fmla="*/ 4 h 161"/>
                    <a:gd name="T20" fmla="*/ 31 w 161"/>
                    <a:gd name="T21" fmla="*/ 18 h 161"/>
                    <a:gd name="T22" fmla="*/ 36 w 161"/>
                    <a:gd name="T23" fmla="*/ 26 h 161"/>
                    <a:gd name="T24" fmla="*/ 40 w 161"/>
                    <a:gd name="T25" fmla="*/ 22 h 161"/>
                    <a:gd name="T26" fmla="*/ 58 w 161"/>
                    <a:gd name="T27" fmla="*/ 22 h 161"/>
                    <a:gd name="T28" fmla="*/ 62 w 161"/>
                    <a:gd name="T29" fmla="*/ 18 h 161"/>
                    <a:gd name="T30" fmla="*/ 53 w 161"/>
                    <a:gd name="T31" fmla="*/ 18 h 161"/>
                    <a:gd name="T32" fmla="*/ 53 w 161"/>
                    <a:gd name="T33" fmla="*/ 9 h 161"/>
                    <a:gd name="T34" fmla="*/ 58 w 161"/>
                    <a:gd name="T35" fmla="*/ 13 h 161"/>
                    <a:gd name="T36" fmla="*/ 62 w 161"/>
                    <a:gd name="T37" fmla="*/ 0 h 161"/>
                    <a:gd name="T38" fmla="*/ 103 w 161"/>
                    <a:gd name="T39" fmla="*/ 26 h 161"/>
                    <a:gd name="T40" fmla="*/ 138 w 161"/>
                    <a:gd name="T41" fmla="*/ 53 h 161"/>
                    <a:gd name="T42" fmla="*/ 134 w 161"/>
                    <a:gd name="T43" fmla="*/ 80 h 161"/>
                    <a:gd name="T44" fmla="*/ 147 w 161"/>
                    <a:gd name="T45" fmla="*/ 89 h 161"/>
                    <a:gd name="T46" fmla="*/ 143 w 161"/>
                    <a:gd name="T47" fmla="*/ 102 h 161"/>
                    <a:gd name="T48" fmla="*/ 147 w 161"/>
                    <a:gd name="T49" fmla="*/ 102 h 161"/>
                    <a:gd name="T50" fmla="*/ 143 w 161"/>
                    <a:gd name="T51" fmla="*/ 111 h 161"/>
                    <a:gd name="T52" fmla="*/ 147 w 161"/>
                    <a:gd name="T53" fmla="*/ 134 h 161"/>
                    <a:gd name="T54" fmla="*/ 161 w 161"/>
                    <a:gd name="T55" fmla="*/ 138 h 161"/>
                    <a:gd name="T56" fmla="*/ 156 w 161"/>
                    <a:gd name="T57" fmla="*/ 138 h 161"/>
                    <a:gd name="T58" fmla="*/ 143 w 161"/>
                    <a:gd name="T59" fmla="*/ 147 h 161"/>
                    <a:gd name="T60" fmla="*/ 120 w 161"/>
                    <a:gd name="T61" fmla="*/ 147 h 161"/>
                    <a:gd name="T62" fmla="*/ 116 w 161"/>
                    <a:gd name="T63" fmla="*/ 156 h 161"/>
                    <a:gd name="T64" fmla="*/ 107 w 161"/>
                    <a:gd name="T65" fmla="*/ 152 h 161"/>
                    <a:gd name="T66" fmla="*/ 98 w 161"/>
                    <a:gd name="T67" fmla="*/ 161 h 161"/>
                    <a:gd name="T68" fmla="*/ 89 w 161"/>
                    <a:gd name="T69" fmla="*/ 152 h 161"/>
                    <a:gd name="T70" fmla="*/ 76 w 161"/>
                    <a:gd name="T71" fmla="*/ 156 h 161"/>
                    <a:gd name="T72" fmla="*/ 71 w 161"/>
                    <a:gd name="T73" fmla="*/ 152 h 161"/>
                    <a:gd name="T74" fmla="*/ 71 w 161"/>
                    <a:gd name="T75" fmla="*/ 134 h 161"/>
                    <a:gd name="T76" fmla="*/ 62 w 161"/>
                    <a:gd name="T77" fmla="*/ 125 h 161"/>
                    <a:gd name="T78" fmla="*/ 62 w 161"/>
                    <a:gd name="T79" fmla="*/ 129 h 161"/>
                    <a:gd name="T80" fmla="*/ 53 w 161"/>
                    <a:gd name="T81" fmla="*/ 120 h 161"/>
                    <a:gd name="T82" fmla="*/ 49 w 161"/>
                    <a:gd name="T83" fmla="*/ 125 h 161"/>
                    <a:gd name="T84" fmla="*/ 36 w 161"/>
                    <a:gd name="T85" fmla="*/ 120 h 161"/>
                    <a:gd name="T86" fmla="*/ 27 w 161"/>
                    <a:gd name="T87" fmla="*/ 111 h 161"/>
                    <a:gd name="T88" fmla="*/ 18 w 161"/>
                    <a:gd name="T89" fmla="*/ 107 h 161"/>
                    <a:gd name="T90" fmla="*/ 9 w 161"/>
                    <a:gd name="T91" fmla="*/ 80 h 161"/>
                    <a:gd name="T92" fmla="*/ 4 w 161"/>
                    <a:gd name="T93" fmla="*/ 80 h 161"/>
                    <a:gd name="T94" fmla="*/ 4 w 161"/>
                    <a:gd name="T95" fmla="*/ 76 h 161"/>
                    <a:gd name="T96" fmla="*/ 0 w 161"/>
                    <a:gd name="T97" fmla="*/ 53 h 161"/>
                    <a:gd name="T98" fmla="*/ 143 w 161"/>
                    <a:gd name="T99" fmla="*/ 71 h 161"/>
                    <a:gd name="T100" fmla="*/ 138 w 161"/>
                    <a:gd name="T101" fmla="*/ 76 h 161"/>
                    <a:gd name="T102" fmla="*/ 143 w 161"/>
                    <a:gd name="T103" fmla="*/ 80 h 161"/>
                    <a:gd name="T104" fmla="*/ 147 w 161"/>
                    <a:gd name="T105" fmla="*/ 85 h 161"/>
                    <a:gd name="T106" fmla="*/ 147 w 161"/>
                    <a:gd name="T107" fmla="*/ 76 h 161"/>
                    <a:gd name="T108" fmla="*/ 143 w 161"/>
                    <a:gd name="T109" fmla="*/ 71 h 16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161" h="161">
                      <a:moveTo>
                        <a:pt x="0" y="53"/>
                      </a:moveTo>
                      <a:lnTo>
                        <a:pt x="4" y="53"/>
                      </a:lnTo>
                      <a:lnTo>
                        <a:pt x="22" y="40"/>
                      </a:lnTo>
                      <a:lnTo>
                        <a:pt x="22" y="31"/>
                      </a:lnTo>
                      <a:lnTo>
                        <a:pt x="18" y="31"/>
                      </a:lnTo>
                      <a:lnTo>
                        <a:pt x="18" y="22"/>
                      </a:lnTo>
                      <a:lnTo>
                        <a:pt x="18" y="9"/>
                      </a:lnTo>
                      <a:lnTo>
                        <a:pt x="13" y="4"/>
                      </a:lnTo>
                      <a:lnTo>
                        <a:pt x="36" y="0"/>
                      </a:lnTo>
                      <a:lnTo>
                        <a:pt x="36" y="4"/>
                      </a:lnTo>
                      <a:lnTo>
                        <a:pt x="31" y="18"/>
                      </a:lnTo>
                      <a:lnTo>
                        <a:pt x="36" y="26"/>
                      </a:lnTo>
                      <a:lnTo>
                        <a:pt x="40" y="22"/>
                      </a:lnTo>
                      <a:lnTo>
                        <a:pt x="58" y="22"/>
                      </a:lnTo>
                      <a:lnTo>
                        <a:pt x="62" y="18"/>
                      </a:lnTo>
                      <a:lnTo>
                        <a:pt x="53" y="18"/>
                      </a:lnTo>
                      <a:lnTo>
                        <a:pt x="53" y="9"/>
                      </a:lnTo>
                      <a:lnTo>
                        <a:pt x="58" y="13"/>
                      </a:lnTo>
                      <a:lnTo>
                        <a:pt x="62" y="0"/>
                      </a:lnTo>
                      <a:lnTo>
                        <a:pt x="103" y="26"/>
                      </a:lnTo>
                      <a:lnTo>
                        <a:pt x="138" y="53"/>
                      </a:lnTo>
                      <a:lnTo>
                        <a:pt x="134" y="80"/>
                      </a:lnTo>
                      <a:lnTo>
                        <a:pt x="147" y="89"/>
                      </a:lnTo>
                      <a:lnTo>
                        <a:pt x="143" y="102"/>
                      </a:lnTo>
                      <a:lnTo>
                        <a:pt x="147" y="102"/>
                      </a:lnTo>
                      <a:lnTo>
                        <a:pt x="143" y="111"/>
                      </a:lnTo>
                      <a:lnTo>
                        <a:pt x="147" y="134"/>
                      </a:lnTo>
                      <a:lnTo>
                        <a:pt x="161" y="138"/>
                      </a:lnTo>
                      <a:lnTo>
                        <a:pt x="156" y="138"/>
                      </a:lnTo>
                      <a:lnTo>
                        <a:pt x="143" y="147"/>
                      </a:lnTo>
                      <a:lnTo>
                        <a:pt x="120" y="147"/>
                      </a:lnTo>
                      <a:lnTo>
                        <a:pt x="116" y="156"/>
                      </a:lnTo>
                      <a:lnTo>
                        <a:pt x="107" y="152"/>
                      </a:lnTo>
                      <a:lnTo>
                        <a:pt x="98" y="161"/>
                      </a:lnTo>
                      <a:lnTo>
                        <a:pt x="89" y="152"/>
                      </a:lnTo>
                      <a:lnTo>
                        <a:pt x="76" y="156"/>
                      </a:lnTo>
                      <a:lnTo>
                        <a:pt x="71" y="152"/>
                      </a:lnTo>
                      <a:lnTo>
                        <a:pt x="71" y="134"/>
                      </a:lnTo>
                      <a:lnTo>
                        <a:pt x="62" y="125"/>
                      </a:lnTo>
                      <a:lnTo>
                        <a:pt x="62" y="129"/>
                      </a:lnTo>
                      <a:lnTo>
                        <a:pt x="53" y="120"/>
                      </a:lnTo>
                      <a:lnTo>
                        <a:pt x="49" y="125"/>
                      </a:lnTo>
                      <a:lnTo>
                        <a:pt x="36" y="120"/>
                      </a:lnTo>
                      <a:lnTo>
                        <a:pt x="27" y="111"/>
                      </a:lnTo>
                      <a:lnTo>
                        <a:pt x="18" y="107"/>
                      </a:lnTo>
                      <a:lnTo>
                        <a:pt x="9" y="80"/>
                      </a:lnTo>
                      <a:lnTo>
                        <a:pt x="4" y="80"/>
                      </a:lnTo>
                      <a:lnTo>
                        <a:pt x="4" y="76"/>
                      </a:lnTo>
                      <a:lnTo>
                        <a:pt x="0" y="53"/>
                      </a:lnTo>
                      <a:close/>
                      <a:moveTo>
                        <a:pt x="143" y="71"/>
                      </a:moveTo>
                      <a:lnTo>
                        <a:pt x="138" y="76"/>
                      </a:lnTo>
                      <a:lnTo>
                        <a:pt x="143" y="80"/>
                      </a:lnTo>
                      <a:lnTo>
                        <a:pt x="147" y="85"/>
                      </a:lnTo>
                      <a:lnTo>
                        <a:pt x="147" y="76"/>
                      </a:lnTo>
                      <a:lnTo>
                        <a:pt x="143" y="71"/>
                      </a:lnTo>
                      <a:close/>
                    </a:path>
                  </a:pathLst>
                </a:custGeom>
                <a:grpFill/>
                <a:ln w="9525" cmpd="sng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>
                    <a:latin typeface="Delivery" panose="020F0503020204020204" pitchFamily="34" charset="0"/>
                  </a:endParaRPr>
                </a:p>
              </p:txBody>
            </p:sp>
            <p:sp>
              <p:nvSpPr>
                <p:cNvPr id="577" name="Freeform 59">
                  <a:extLst>
                    <a:ext uri="{FF2B5EF4-FFF2-40B4-BE49-F238E27FC236}">
                      <a16:creationId xmlns:a16="http://schemas.microsoft.com/office/drawing/2014/main" id="{1F26D27B-A601-929F-7D05-D2613C6559F8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2602" y="2556"/>
                  <a:ext cx="112" cy="89"/>
                </a:xfrm>
                <a:custGeom>
                  <a:avLst/>
                  <a:gdLst>
                    <a:gd name="T0" fmla="*/ 0 w 112"/>
                    <a:gd name="T1" fmla="*/ 71 h 89"/>
                    <a:gd name="T2" fmla="*/ 9 w 112"/>
                    <a:gd name="T3" fmla="*/ 45 h 89"/>
                    <a:gd name="T4" fmla="*/ 18 w 112"/>
                    <a:gd name="T5" fmla="*/ 40 h 89"/>
                    <a:gd name="T6" fmla="*/ 22 w 112"/>
                    <a:gd name="T7" fmla="*/ 22 h 89"/>
                    <a:gd name="T8" fmla="*/ 31 w 112"/>
                    <a:gd name="T9" fmla="*/ 27 h 89"/>
                    <a:gd name="T10" fmla="*/ 67 w 112"/>
                    <a:gd name="T11" fmla="*/ 0 h 89"/>
                    <a:gd name="T12" fmla="*/ 85 w 112"/>
                    <a:gd name="T13" fmla="*/ 4 h 89"/>
                    <a:gd name="T14" fmla="*/ 85 w 112"/>
                    <a:gd name="T15" fmla="*/ 13 h 89"/>
                    <a:gd name="T16" fmla="*/ 94 w 112"/>
                    <a:gd name="T17" fmla="*/ 27 h 89"/>
                    <a:gd name="T18" fmla="*/ 94 w 112"/>
                    <a:gd name="T19" fmla="*/ 36 h 89"/>
                    <a:gd name="T20" fmla="*/ 103 w 112"/>
                    <a:gd name="T21" fmla="*/ 40 h 89"/>
                    <a:gd name="T22" fmla="*/ 112 w 112"/>
                    <a:gd name="T23" fmla="*/ 36 h 89"/>
                    <a:gd name="T24" fmla="*/ 112 w 112"/>
                    <a:gd name="T25" fmla="*/ 49 h 89"/>
                    <a:gd name="T26" fmla="*/ 103 w 112"/>
                    <a:gd name="T27" fmla="*/ 58 h 89"/>
                    <a:gd name="T28" fmla="*/ 94 w 112"/>
                    <a:gd name="T29" fmla="*/ 58 h 89"/>
                    <a:gd name="T30" fmla="*/ 85 w 112"/>
                    <a:gd name="T31" fmla="*/ 58 h 89"/>
                    <a:gd name="T32" fmla="*/ 81 w 112"/>
                    <a:gd name="T33" fmla="*/ 58 h 89"/>
                    <a:gd name="T34" fmla="*/ 72 w 112"/>
                    <a:gd name="T35" fmla="*/ 62 h 89"/>
                    <a:gd name="T36" fmla="*/ 40 w 112"/>
                    <a:gd name="T37" fmla="*/ 62 h 89"/>
                    <a:gd name="T38" fmla="*/ 40 w 112"/>
                    <a:gd name="T39" fmla="*/ 76 h 89"/>
                    <a:gd name="T40" fmla="*/ 40 w 112"/>
                    <a:gd name="T41" fmla="*/ 89 h 89"/>
                    <a:gd name="T42" fmla="*/ 36 w 112"/>
                    <a:gd name="T43" fmla="*/ 85 h 89"/>
                    <a:gd name="T44" fmla="*/ 31 w 112"/>
                    <a:gd name="T45" fmla="*/ 80 h 89"/>
                    <a:gd name="T46" fmla="*/ 18 w 112"/>
                    <a:gd name="T47" fmla="*/ 85 h 89"/>
                    <a:gd name="T48" fmla="*/ 0 w 112"/>
                    <a:gd name="T49" fmla="*/ 71 h 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</a:cxnLst>
                  <a:rect l="0" t="0" r="r" b="b"/>
                  <a:pathLst>
                    <a:path w="112" h="89">
                      <a:moveTo>
                        <a:pt x="0" y="71"/>
                      </a:moveTo>
                      <a:lnTo>
                        <a:pt x="9" y="45"/>
                      </a:lnTo>
                      <a:lnTo>
                        <a:pt x="18" y="40"/>
                      </a:lnTo>
                      <a:lnTo>
                        <a:pt x="22" y="22"/>
                      </a:lnTo>
                      <a:lnTo>
                        <a:pt x="31" y="27"/>
                      </a:lnTo>
                      <a:lnTo>
                        <a:pt x="67" y="0"/>
                      </a:lnTo>
                      <a:lnTo>
                        <a:pt x="85" y="4"/>
                      </a:lnTo>
                      <a:lnTo>
                        <a:pt x="85" y="13"/>
                      </a:lnTo>
                      <a:lnTo>
                        <a:pt x="94" y="27"/>
                      </a:lnTo>
                      <a:lnTo>
                        <a:pt x="94" y="36"/>
                      </a:lnTo>
                      <a:lnTo>
                        <a:pt x="103" y="40"/>
                      </a:lnTo>
                      <a:lnTo>
                        <a:pt x="112" y="36"/>
                      </a:lnTo>
                      <a:lnTo>
                        <a:pt x="112" y="49"/>
                      </a:lnTo>
                      <a:lnTo>
                        <a:pt x="103" y="58"/>
                      </a:lnTo>
                      <a:lnTo>
                        <a:pt x="94" y="58"/>
                      </a:lnTo>
                      <a:lnTo>
                        <a:pt x="85" y="58"/>
                      </a:lnTo>
                      <a:lnTo>
                        <a:pt x="81" y="58"/>
                      </a:lnTo>
                      <a:lnTo>
                        <a:pt x="72" y="62"/>
                      </a:lnTo>
                      <a:lnTo>
                        <a:pt x="40" y="62"/>
                      </a:lnTo>
                      <a:lnTo>
                        <a:pt x="40" y="76"/>
                      </a:lnTo>
                      <a:lnTo>
                        <a:pt x="40" y="89"/>
                      </a:lnTo>
                      <a:lnTo>
                        <a:pt x="36" y="85"/>
                      </a:lnTo>
                      <a:lnTo>
                        <a:pt x="31" y="80"/>
                      </a:lnTo>
                      <a:lnTo>
                        <a:pt x="18" y="85"/>
                      </a:lnTo>
                      <a:lnTo>
                        <a:pt x="0" y="71"/>
                      </a:lnTo>
                      <a:close/>
                    </a:path>
                  </a:pathLst>
                </a:custGeom>
                <a:grpFill/>
                <a:ln w="9525" cmpd="sng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>
                    <a:latin typeface="Delivery" panose="020F0503020204020204" pitchFamily="34" charset="0"/>
                  </a:endParaRPr>
                </a:p>
              </p:txBody>
            </p:sp>
            <p:sp>
              <p:nvSpPr>
                <p:cNvPr id="578" name="Freeform 60">
                  <a:extLst>
                    <a:ext uri="{FF2B5EF4-FFF2-40B4-BE49-F238E27FC236}">
                      <a16:creationId xmlns:a16="http://schemas.microsoft.com/office/drawing/2014/main" id="{E658172A-6512-72DB-2294-EE367E63A8CB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2995" y="2904"/>
                  <a:ext cx="170" cy="143"/>
                </a:xfrm>
                <a:custGeom>
                  <a:avLst/>
                  <a:gdLst>
                    <a:gd name="T0" fmla="*/ 23 w 170"/>
                    <a:gd name="T1" fmla="*/ 134 h 143"/>
                    <a:gd name="T2" fmla="*/ 0 w 170"/>
                    <a:gd name="T3" fmla="*/ 112 h 143"/>
                    <a:gd name="T4" fmla="*/ 5 w 170"/>
                    <a:gd name="T5" fmla="*/ 67 h 143"/>
                    <a:gd name="T6" fmla="*/ 27 w 170"/>
                    <a:gd name="T7" fmla="*/ 63 h 143"/>
                    <a:gd name="T8" fmla="*/ 31 w 170"/>
                    <a:gd name="T9" fmla="*/ 54 h 143"/>
                    <a:gd name="T10" fmla="*/ 31 w 170"/>
                    <a:gd name="T11" fmla="*/ 32 h 143"/>
                    <a:gd name="T12" fmla="*/ 40 w 170"/>
                    <a:gd name="T13" fmla="*/ 41 h 143"/>
                    <a:gd name="T14" fmla="*/ 49 w 170"/>
                    <a:gd name="T15" fmla="*/ 36 h 143"/>
                    <a:gd name="T16" fmla="*/ 58 w 170"/>
                    <a:gd name="T17" fmla="*/ 50 h 143"/>
                    <a:gd name="T18" fmla="*/ 81 w 170"/>
                    <a:gd name="T19" fmla="*/ 45 h 143"/>
                    <a:gd name="T20" fmla="*/ 85 w 170"/>
                    <a:gd name="T21" fmla="*/ 54 h 143"/>
                    <a:gd name="T22" fmla="*/ 94 w 170"/>
                    <a:gd name="T23" fmla="*/ 58 h 143"/>
                    <a:gd name="T24" fmla="*/ 103 w 170"/>
                    <a:gd name="T25" fmla="*/ 67 h 143"/>
                    <a:gd name="T26" fmla="*/ 121 w 170"/>
                    <a:gd name="T27" fmla="*/ 67 h 143"/>
                    <a:gd name="T28" fmla="*/ 121 w 170"/>
                    <a:gd name="T29" fmla="*/ 50 h 143"/>
                    <a:gd name="T30" fmla="*/ 107 w 170"/>
                    <a:gd name="T31" fmla="*/ 58 h 143"/>
                    <a:gd name="T32" fmla="*/ 94 w 170"/>
                    <a:gd name="T33" fmla="*/ 45 h 143"/>
                    <a:gd name="T34" fmla="*/ 98 w 170"/>
                    <a:gd name="T35" fmla="*/ 18 h 143"/>
                    <a:gd name="T36" fmla="*/ 103 w 170"/>
                    <a:gd name="T37" fmla="*/ 5 h 143"/>
                    <a:gd name="T38" fmla="*/ 125 w 170"/>
                    <a:gd name="T39" fmla="*/ 0 h 143"/>
                    <a:gd name="T40" fmla="*/ 125 w 170"/>
                    <a:gd name="T41" fmla="*/ 5 h 143"/>
                    <a:gd name="T42" fmla="*/ 134 w 170"/>
                    <a:gd name="T43" fmla="*/ 5 h 143"/>
                    <a:gd name="T44" fmla="*/ 139 w 170"/>
                    <a:gd name="T45" fmla="*/ 0 h 143"/>
                    <a:gd name="T46" fmla="*/ 148 w 170"/>
                    <a:gd name="T47" fmla="*/ 9 h 143"/>
                    <a:gd name="T48" fmla="*/ 161 w 170"/>
                    <a:gd name="T49" fmla="*/ 14 h 143"/>
                    <a:gd name="T50" fmla="*/ 170 w 170"/>
                    <a:gd name="T51" fmla="*/ 27 h 143"/>
                    <a:gd name="T52" fmla="*/ 170 w 170"/>
                    <a:gd name="T53" fmla="*/ 36 h 143"/>
                    <a:gd name="T54" fmla="*/ 165 w 170"/>
                    <a:gd name="T55" fmla="*/ 36 h 143"/>
                    <a:gd name="T56" fmla="*/ 165 w 170"/>
                    <a:gd name="T57" fmla="*/ 58 h 143"/>
                    <a:gd name="T58" fmla="*/ 161 w 170"/>
                    <a:gd name="T59" fmla="*/ 63 h 143"/>
                    <a:gd name="T60" fmla="*/ 157 w 170"/>
                    <a:gd name="T61" fmla="*/ 76 h 143"/>
                    <a:gd name="T62" fmla="*/ 161 w 170"/>
                    <a:gd name="T63" fmla="*/ 81 h 143"/>
                    <a:gd name="T64" fmla="*/ 125 w 170"/>
                    <a:gd name="T65" fmla="*/ 99 h 143"/>
                    <a:gd name="T66" fmla="*/ 125 w 170"/>
                    <a:gd name="T67" fmla="*/ 108 h 143"/>
                    <a:gd name="T68" fmla="*/ 107 w 170"/>
                    <a:gd name="T69" fmla="*/ 112 h 143"/>
                    <a:gd name="T70" fmla="*/ 103 w 170"/>
                    <a:gd name="T71" fmla="*/ 117 h 143"/>
                    <a:gd name="T72" fmla="*/ 90 w 170"/>
                    <a:gd name="T73" fmla="*/ 126 h 143"/>
                    <a:gd name="T74" fmla="*/ 72 w 170"/>
                    <a:gd name="T75" fmla="*/ 143 h 143"/>
                    <a:gd name="T76" fmla="*/ 45 w 170"/>
                    <a:gd name="T77" fmla="*/ 139 h 143"/>
                    <a:gd name="T78" fmla="*/ 31 w 170"/>
                    <a:gd name="T79" fmla="*/ 130 h 143"/>
                    <a:gd name="T80" fmla="*/ 23 w 170"/>
                    <a:gd name="T81" fmla="*/ 134 h 1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170" h="143">
                      <a:moveTo>
                        <a:pt x="23" y="134"/>
                      </a:moveTo>
                      <a:lnTo>
                        <a:pt x="0" y="112"/>
                      </a:lnTo>
                      <a:lnTo>
                        <a:pt x="5" y="67"/>
                      </a:lnTo>
                      <a:lnTo>
                        <a:pt x="27" y="63"/>
                      </a:lnTo>
                      <a:lnTo>
                        <a:pt x="31" y="54"/>
                      </a:lnTo>
                      <a:lnTo>
                        <a:pt x="31" y="32"/>
                      </a:lnTo>
                      <a:lnTo>
                        <a:pt x="40" y="41"/>
                      </a:lnTo>
                      <a:lnTo>
                        <a:pt x="49" y="36"/>
                      </a:lnTo>
                      <a:lnTo>
                        <a:pt x="58" y="50"/>
                      </a:lnTo>
                      <a:lnTo>
                        <a:pt x="81" y="45"/>
                      </a:lnTo>
                      <a:lnTo>
                        <a:pt x="85" y="54"/>
                      </a:lnTo>
                      <a:lnTo>
                        <a:pt x="94" y="58"/>
                      </a:lnTo>
                      <a:lnTo>
                        <a:pt x="103" y="67"/>
                      </a:lnTo>
                      <a:lnTo>
                        <a:pt x="121" y="67"/>
                      </a:lnTo>
                      <a:lnTo>
                        <a:pt x="121" y="50"/>
                      </a:lnTo>
                      <a:lnTo>
                        <a:pt x="107" y="58"/>
                      </a:lnTo>
                      <a:lnTo>
                        <a:pt x="94" y="45"/>
                      </a:lnTo>
                      <a:lnTo>
                        <a:pt x="98" y="18"/>
                      </a:lnTo>
                      <a:lnTo>
                        <a:pt x="103" y="5"/>
                      </a:lnTo>
                      <a:lnTo>
                        <a:pt x="125" y="0"/>
                      </a:lnTo>
                      <a:lnTo>
                        <a:pt x="125" y="5"/>
                      </a:lnTo>
                      <a:lnTo>
                        <a:pt x="134" y="5"/>
                      </a:lnTo>
                      <a:lnTo>
                        <a:pt x="139" y="0"/>
                      </a:lnTo>
                      <a:lnTo>
                        <a:pt x="148" y="9"/>
                      </a:lnTo>
                      <a:lnTo>
                        <a:pt x="161" y="14"/>
                      </a:lnTo>
                      <a:lnTo>
                        <a:pt x="170" y="27"/>
                      </a:lnTo>
                      <a:lnTo>
                        <a:pt x="170" y="36"/>
                      </a:lnTo>
                      <a:lnTo>
                        <a:pt x="165" y="36"/>
                      </a:lnTo>
                      <a:lnTo>
                        <a:pt x="165" y="58"/>
                      </a:lnTo>
                      <a:lnTo>
                        <a:pt x="161" y="63"/>
                      </a:lnTo>
                      <a:lnTo>
                        <a:pt x="157" y="76"/>
                      </a:lnTo>
                      <a:lnTo>
                        <a:pt x="161" y="81"/>
                      </a:lnTo>
                      <a:lnTo>
                        <a:pt x="125" y="99"/>
                      </a:lnTo>
                      <a:lnTo>
                        <a:pt x="125" y="108"/>
                      </a:lnTo>
                      <a:lnTo>
                        <a:pt x="107" y="112"/>
                      </a:lnTo>
                      <a:lnTo>
                        <a:pt x="103" y="117"/>
                      </a:lnTo>
                      <a:lnTo>
                        <a:pt x="90" y="126"/>
                      </a:lnTo>
                      <a:lnTo>
                        <a:pt x="72" y="143"/>
                      </a:lnTo>
                      <a:lnTo>
                        <a:pt x="45" y="139"/>
                      </a:lnTo>
                      <a:lnTo>
                        <a:pt x="31" y="130"/>
                      </a:lnTo>
                      <a:lnTo>
                        <a:pt x="23" y="134"/>
                      </a:lnTo>
                      <a:close/>
                    </a:path>
                  </a:pathLst>
                </a:custGeom>
                <a:grpFill/>
                <a:ln w="9525" cmpd="sng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>
                    <a:latin typeface="Delivery" panose="020F0503020204020204" pitchFamily="34" charset="0"/>
                  </a:endParaRPr>
                </a:p>
              </p:txBody>
            </p:sp>
            <p:sp>
              <p:nvSpPr>
                <p:cNvPr id="579" name="Freeform 61">
                  <a:extLst>
                    <a:ext uri="{FF2B5EF4-FFF2-40B4-BE49-F238E27FC236}">
                      <a16:creationId xmlns:a16="http://schemas.microsoft.com/office/drawing/2014/main" id="{70661FD6-46CA-9E8A-3EE5-7E072CB1C935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3451" y="2592"/>
                  <a:ext cx="18" cy="9"/>
                </a:xfrm>
                <a:custGeom>
                  <a:avLst/>
                  <a:gdLst>
                    <a:gd name="T0" fmla="*/ 0 w 18"/>
                    <a:gd name="T1" fmla="*/ 4 h 9"/>
                    <a:gd name="T2" fmla="*/ 9 w 18"/>
                    <a:gd name="T3" fmla="*/ 9 h 9"/>
                    <a:gd name="T4" fmla="*/ 18 w 18"/>
                    <a:gd name="T5" fmla="*/ 4 h 9"/>
                    <a:gd name="T6" fmla="*/ 4 w 18"/>
                    <a:gd name="T7" fmla="*/ 0 h 9"/>
                    <a:gd name="T8" fmla="*/ 0 w 18"/>
                    <a:gd name="T9" fmla="*/ 4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" h="9">
                      <a:moveTo>
                        <a:pt x="0" y="4"/>
                      </a:moveTo>
                      <a:lnTo>
                        <a:pt x="9" y="9"/>
                      </a:lnTo>
                      <a:lnTo>
                        <a:pt x="18" y="4"/>
                      </a:lnTo>
                      <a:lnTo>
                        <a:pt x="4" y="0"/>
                      </a:lnTo>
                      <a:lnTo>
                        <a:pt x="0" y="4"/>
                      </a:lnTo>
                    </a:path>
                  </a:pathLst>
                </a:custGeom>
                <a:grpFill/>
                <a:ln w="9525" cmpd="sng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>
                    <a:latin typeface="Delivery" panose="020F0503020204020204" pitchFamily="34" charset="0"/>
                  </a:endParaRPr>
                </a:p>
              </p:txBody>
            </p:sp>
            <p:sp>
              <p:nvSpPr>
                <p:cNvPr id="580" name="Freeform 62">
                  <a:extLst>
                    <a:ext uri="{FF2B5EF4-FFF2-40B4-BE49-F238E27FC236}">
                      <a16:creationId xmlns:a16="http://schemas.microsoft.com/office/drawing/2014/main" id="{3614DB4B-2802-856C-5654-DAB476A93295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3120" y="2904"/>
                  <a:ext cx="14" cy="5"/>
                </a:xfrm>
                <a:custGeom>
                  <a:avLst/>
                  <a:gdLst>
                    <a:gd name="T0" fmla="*/ 14 w 14"/>
                    <a:gd name="T1" fmla="*/ 0 h 5"/>
                    <a:gd name="T2" fmla="*/ 9 w 14"/>
                    <a:gd name="T3" fmla="*/ 5 h 5"/>
                    <a:gd name="T4" fmla="*/ 0 w 14"/>
                    <a:gd name="T5" fmla="*/ 5 h 5"/>
                    <a:gd name="T6" fmla="*/ 0 w 14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4" h="5">
                      <a:moveTo>
                        <a:pt x="14" y="0"/>
                      </a:moveTo>
                      <a:lnTo>
                        <a:pt x="9" y="5"/>
                      </a:lnTo>
                      <a:lnTo>
                        <a:pt x="0" y="5"/>
                      </a:lnTo>
                      <a:lnTo>
                        <a:pt x="0" y="0"/>
                      </a:lnTo>
                    </a:path>
                  </a:pathLst>
                </a:custGeom>
                <a:grpFill/>
                <a:ln w="9525" cmpd="sng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>
                    <a:latin typeface="Delivery" panose="020F0503020204020204" pitchFamily="34" charset="0"/>
                  </a:endParaRPr>
                </a:p>
              </p:txBody>
            </p:sp>
          </p:grpSp>
          <p:grpSp>
            <p:nvGrpSpPr>
              <p:cNvPr id="9" name="Group 63">
                <a:extLst>
                  <a:ext uri="{FF2B5EF4-FFF2-40B4-BE49-F238E27FC236}">
                    <a16:creationId xmlns:a16="http://schemas.microsoft.com/office/drawing/2014/main" id="{CB056534-65CB-290B-FD70-AD4FB643516D}"/>
                  </a:ext>
                </a:extLst>
              </p:cNvPr>
              <p:cNvGrpSpPr>
                <a:grpSpLocks/>
              </p:cNvGrpSpPr>
              <p:nvPr/>
            </p:nvGrpSpPr>
            <p:grpSpPr bwMode="gray">
              <a:xfrm>
                <a:off x="553183" y="1409232"/>
                <a:ext cx="2939878" cy="4351333"/>
                <a:chOff x="253" y="898"/>
                <a:chExt cx="1938" cy="2869"/>
              </a:xfrm>
              <a:grpFill/>
            </p:grpSpPr>
            <p:sp>
              <p:nvSpPr>
                <p:cNvPr id="506" name="Freeform 64">
                  <a:extLst>
                    <a:ext uri="{FF2B5EF4-FFF2-40B4-BE49-F238E27FC236}">
                      <a16:creationId xmlns:a16="http://schemas.microsoft.com/office/drawing/2014/main" id="{E19AAB15-8A70-9BF8-B903-00DC2D49FD99}"/>
                    </a:ext>
                  </a:extLst>
                </p:cNvPr>
                <p:cNvSpPr>
                  <a:spLocks noEditPoints="1"/>
                </p:cNvSpPr>
                <p:nvPr/>
              </p:nvSpPr>
              <p:spPr bwMode="gray">
                <a:xfrm>
                  <a:off x="1633" y="3110"/>
                  <a:ext cx="286" cy="639"/>
                </a:xfrm>
                <a:custGeom>
                  <a:avLst/>
                  <a:gdLst>
                    <a:gd name="T0" fmla="*/ 76 w 286"/>
                    <a:gd name="T1" fmla="*/ 576 h 639"/>
                    <a:gd name="T2" fmla="*/ 67 w 286"/>
                    <a:gd name="T3" fmla="*/ 532 h 639"/>
                    <a:gd name="T4" fmla="*/ 80 w 286"/>
                    <a:gd name="T5" fmla="*/ 523 h 639"/>
                    <a:gd name="T6" fmla="*/ 85 w 286"/>
                    <a:gd name="T7" fmla="*/ 500 h 639"/>
                    <a:gd name="T8" fmla="*/ 116 w 286"/>
                    <a:gd name="T9" fmla="*/ 456 h 639"/>
                    <a:gd name="T10" fmla="*/ 89 w 286"/>
                    <a:gd name="T11" fmla="*/ 438 h 639"/>
                    <a:gd name="T12" fmla="*/ 103 w 286"/>
                    <a:gd name="T13" fmla="*/ 411 h 639"/>
                    <a:gd name="T14" fmla="*/ 125 w 286"/>
                    <a:gd name="T15" fmla="*/ 375 h 639"/>
                    <a:gd name="T16" fmla="*/ 129 w 286"/>
                    <a:gd name="T17" fmla="*/ 362 h 639"/>
                    <a:gd name="T18" fmla="*/ 143 w 286"/>
                    <a:gd name="T19" fmla="*/ 362 h 639"/>
                    <a:gd name="T20" fmla="*/ 134 w 286"/>
                    <a:gd name="T21" fmla="*/ 353 h 639"/>
                    <a:gd name="T22" fmla="*/ 125 w 286"/>
                    <a:gd name="T23" fmla="*/ 326 h 639"/>
                    <a:gd name="T24" fmla="*/ 165 w 286"/>
                    <a:gd name="T25" fmla="*/ 331 h 639"/>
                    <a:gd name="T26" fmla="*/ 170 w 286"/>
                    <a:gd name="T27" fmla="*/ 290 h 639"/>
                    <a:gd name="T28" fmla="*/ 228 w 286"/>
                    <a:gd name="T29" fmla="*/ 277 h 639"/>
                    <a:gd name="T30" fmla="*/ 241 w 286"/>
                    <a:gd name="T31" fmla="*/ 241 h 639"/>
                    <a:gd name="T32" fmla="*/ 232 w 286"/>
                    <a:gd name="T33" fmla="*/ 237 h 639"/>
                    <a:gd name="T34" fmla="*/ 219 w 286"/>
                    <a:gd name="T35" fmla="*/ 214 h 639"/>
                    <a:gd name="T36" fmla="*/ 219 w 286"/>
                    <a:gd name="T37" fmla="*/ 188 h 639"/>
                    <a:gd name="T38" fmla="*/ 219 w 286"/>
                    <a:gd name="T39" fmla="*/ 165 h 639"/>
                    <a:gd name="T40" fmla="*/ 232 w 286"/>
                    <a:gd name="T41" fmla="*/ 134 h 639"/>
                    <a:gd name="T42" fmla="*/ 268 w 286"/>
                    <a:gd name="T43" fmla="*/ 94 h 639"/>
                    <a:gd name="T44" fmla="*/ 286 w 286"/>
                    <a:gd name="T45" fmla="*/ 58 h 639"/>
                    <a:gd name="T46" fmla="*/ 272 w 286"/>
                    <a:gd name="T47" fmla="*/ 76 h 639"/>
                    <a:gd name="T48" fmla="*/ 241 w 286"/>
                    <a:gd name="T49" fmla="*/ 89 h 639"/>
                    <a:gd name="T50" fmla="*/ 214 w 286"/>
                    <a:gd name="T51" fmla="*/ 85 h 639"/>
                    <a:gd name="T52" fmla="*/ 228 w 286"/>
                    <a:gd name="T53" fmla="*/ 49 h 639"/>
                    <a:gd name="T54" fmla="*/ 183 w 286"/>
                    <a:gd name="T55" fmla="*/ 31 h 639"/>
                    <a:gd name="T56" fmla="*/ 152 w 286"/>
                    <a:gd name="T57" fmla="*/ 0 h 639"/>
                    <a:gd name="T58" fmla="*/ 134 w 286"/>
                    <a:gd name="T59" fmla="*/ 13 h 639"/>
                    <a:gd name="T60" fmla="*/ 103 w 286"/>
                    <a:gd name="T61" fmla="*/ 0 h 639"/>
                    <a:gd name="T62" fmla="*/ 89 w 286"/>
                    <a:gd name="T63" fmla="*/ 31 h 639"/>
                    <a:gd name="T64" fmla="*/ 62 w 286"/>
                    <a:gd name="T65" fmla="*/ 71 h 639"/>
                    <a:gd name="T66" fmla="*/ 58 w 286"/>
                    <a:gd name="T67" fmla="*/ 94 h 639"/>
                    <a:gd name="T68" fmla="*/ 53 w 286"/>
                    <a:gd name="T69" fmla="*/ 138 h 639"/>
                    <a:gd name="T70" fmla="*/ 40 w 286"/>
                    <a:gd name="T71" fmla="*/ 156 h 639"/>
                    <a:gd name="T72" fmla="*/ 53 w 286"/>
                    <a:gd name="T73" fmla="*/ 183 h 639"/>
                    <a:gd name="T74" fmla="*/ 44 w 286"/>
                    <a:gd name="T75" fmla="*/ 214 h 639"/>
                    <a:gd name="T76" fmla="*/ 31 w 286"/>
                    <a:gd name="T77" fmla="*/ 250 h 639"/>
                    <a:gd name="T78" fmla="*/ 27 w 286"/>
                    <a:gd name="T79" fmla="*/ 290 h 639"/>
                    <a:gd name="T80" fmla="*/ 22 w 286"/>
                    <a:gd name="T81" fmla="*/ 308 h 639"/>
                    <a:gd name="T82" fmla="*/ 27 w 286"/>
                    <a:gd name="T83" fmla="*/ 349 h 639"/>
                    <a:gd name="T84" fmla="*/ 27 w 286"/>
                    <a:gd name="T85" fmla="*/ 375 h 639"/>
                    <a:gd name="T86" fmla="*/ 31 w 286"/>
                    <a:gd name="T87" fmla="*/ 398 h 639"/>
                    <a:gd name="T88" fmla="*/ 22 w 286"/>
                    <a:gd name="T89" fmla="*/ 407 h 639"/>
                    <a:gd name="T90" fmla="*/ 22 w 286"/>
                    <a:gd name="T91" fmla="*/ 424 h 639"/>
                    <a:gd name="T92" fmla="*/ 13 w 286"/>
                    <a:gd name="T93" fmla="*/ 487 h 639"/>
                    <a:gd name="T94" fmla="*/ 0 w 286"/>
                    <a:gd name="T95" fmla="*/ 509 h 639"/>
                    <a:gd name="T96" fmla="*/ 13 w 286"/>
                    <a:gd name="T97" fmla="*/ 536 h 639"/>
                    <a:gd name="T98" fmla="*/ 22 w 286"/>
                    <a:gd name="T99" fmla="*/ 563 h 639"/>
                    <a:gd name="T100" fmla="*/ 71 w 286"/>
                    <a:gd name="T101" fmla="*/ 635 h 639"/>
                    <a:gd name="T102" fmla="*/ 94 w 286"/>
                    <a:gd name="T103" fmla="*/ 635 h 639"/>
                    <a:gd name="T104" fmla="*/ 107 w 286"/>
                    <a:gd name="T105" fmla="*/ 635 h 639"/>
                    <a:gd name="T106" fmla="*/ 125 w 286"/>
                    <a:gd name="T107" fmla="*/ 626 h 639"/>
                    <a:gd name="T108" fmla="*/ 89 w 286"/>
                    <a:gd name="T109" fmla="*/ 617 h 639"/>
                    <a:gd name="T110" fmla="*/ 71 w 286"/>
                    <a:gd name="T111" fmla="*/ 594 h 639"/>
                    <a:gd name="T112" fmla="*/ 71 w 286"/>
                    <a:gd name="T113" fmla="*/ 576 h 6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286" h="639">
                      <a:moveTo>
                        <a:pt x="62" y="567"/>
                      </a:moveTo>
                      <a:lnTo>
                        <a:pt x="76" y="576"/>
                      </a:lnTo>
                      <a:lnTo>
                        <a:pt x="67" y="541"/>
                      </a:lnTo>
                      <a:lnTo>
                        <a:pt x="67" y="532"/>
                      </a:lnTo>
                      <a:lnTo>
                        <a:pt x="76" y="523"/>
                      </a:lnTo>
                      <a:lnTo>
                        <a:pt x="80" y="523"/>
                      </a:lnTo>
                      <a:lnTo>
                        <a:pt x="89" y="505"/>
                      </a:lnTo>
                      <a:lnTo>
                        <a:pt x="85" y="500"/>
                      </a:lnTo>
                      <a:lnTo>
                        <a:pt x="111" y="478"/>
                      </a:lnTo>
                      <a:lnTo>
                        <a:pt x="116" y="456"/>
                      </a:lnTo>
                      <a:lnTo>
                        <a:pt x="103" y="451"/>
                      </a:lnTo>
                      <a:lnTo>
                        <a:pt x="89" y="438"/>
                      </a:lnTo>
                      <a:lnTo>
                        <a:pt x="94" y="424"/>
                      </a:lnTo>
                      <a:lnTo>
                        <a:pt x="103" y="411"/>
                      </a:lnTo>
                      <a:lnTo>
                        <a:pt x="120" y="411"/>
                      </a:lnTo>
                      <a:lnTo>
                        <a:pt x="125" y="375"/>
                      </a:lnTo>
                      <a:lnTo>
                        <a:pt x="134" y="366"/>
                      </a:lnTo>
                      <a:lnTo>
                        <a:pt x="129" y="362"/>
                      </a:lnTo>
                      <a:lnTo>
                        <a:pt x="138" y="366"/>
                      </a:lnTo>
                      <a:lnTo>
                        <a:pt x="143" y="362"/>
                      </a:lnTo>
                      <a:lnTo>
                        <a:pt x="143" y="353"/>
                      </a:lnTo>
                      <a:lnTo>
                        <a:pt x="134" y="353"/>
                      </a:lnTo>
                      <a:lnTo>
                        <a:pt x="125" y="349"/>
                      </a:lnTo>
                      <a:lnTo>
                        <a:pt x="125" y="326"/>
                      </a:lnTo>
                      <a:lnTo>
                        <a:pt x="147" y="335"/>
                      </a:lnTo>
                      <a:lnTo>
                        <a:pt x="165" y="331"/>
                      </a:lnTo>
                      <a:lnTo>
                        <a:pt x="161" y="313"/>
                      </a:lnTo>
                      <a:lnTo>
                        <a:pt x="170" y="290"/>
                      </a:lnTo>
                      <a:lnTo>
                        <a:pt x="210" y="286"/>
                      </a:lnTo>
                      <a:lnTo>
                        <a:pt x="228" y="277"/>
                      </a:lnTo>
                      <a:lnTo>
                        <a:pt x="241" y="255"/>
                      </a:lnTo>
                      <a:lnTo>
                        <a:pt x="241" y="241"/>
                      </a:lnTo>
                      <a:lnTo>
                        <a:pt x="237" y="246"/>
                      </a:lnTo>
                      <a:lnTo>
                        <a:pt x="232" y="237"/>
                      </a:lnTo>
                      <a:lnTo>
                        <a:pt x="237" y="228"/>
                      </a:lnTo>
                      <a:lnTo>
                        <a:pt x="219" y="214"/>
                      </a:lnTo>
                      <a:lnTo>
                        <a:pt x="214" y="206"/>
                      </a:lnTo>
                      <a:lnTo>
                        <a:pt x="219" y="188"/>
                      </a:lnTo>
                      <a:lnTo>
                        <a:pt x="223" y="183"/>
                      </a:lnTo>
                      <a:lnTo>
                        <a:pt x="219" y="165"/>
                      </a:lnTo>
                      <a:lnTo>
                        <a:pt x="228" y="138"/>
                      </a:lnTo>
                      <a:lnTo>
                        <a:pt x="232" y="134"/>
                      </a:lnTo>
                      <a:lnTo>
                        <a:pt x="232" y="130"/>
                      </a:lnTo>
                      <a:lnTo>
                        <a:pt x="268" y="94"/>
                      </a:lnTo>
                      <a:lnTo>
                        <a:pt x="286" y="80"/>
                      </a:lnTo>
                      <a:lnTo>
                        <a:pt x="286" y="58"/>
                      </a:lnTo>
                      <a:lnTo>
                        <a:pt x="277" y="58"/>
                      </a:lnTo>
                      <a:lnTo>
                        <a:pt x="272" y="76"/>
                      </a:lnTo>
                      <a:lnTo>
                        <a:pt x="259" y="89"/>
                      </a:lnTo>
                      <a:lnTo>
                        <a:pt x="241" y="89"/>
                      </a:lnTo>
                      <a:lnTo>
                        <a:pt x="228" y="85"/>
                      </a:lnTo>
                      <a:lnTo>
                        <a:pt x="214" y="85"/>
                      </a:lnTo>
                      <a:lnTo>
                        <a:pt x="228" y="58"/>
                      </a:lnTo>
                      <a:lnTo>
                        <a:pt x="228" y="49"/>
                      </a:lnTo>
                      <a:lnTo>
                        <a:pt x="192" y="31"/>
                      </a:lnTo>
                      <a:lnTo>
                        <a:pt x="183" y="31"/>
                      </a:lnTo>
                      <a:lnTo>
                        <a:pt x="156" y="4"/>
                      </a:lnTo>
                      <a:lnTo>
                        <a:pt x="152" y="0"/>
                      </a:lnTo>
                      <a:lnTo>
                        <a:pt x="138" y="0"/>
                      </a:lnTo>
                      <a:lnTo>
                        <a:pt x="134" y="13"/>
                      </a:lnTo>
                      <a:lnTo>
                        <a:pt x="125" y="4"/>
                      </a:lnTo>
                      <a:lnTo>
                        <a:pt x="103" y="0"/>
                      </a:lnTo>
                      <a:lnTo>
                        <a:pt x="89" y="13"/>
                      </a:lnTo>
                      <a:lnTo>
                        <a:pt x="89" y="31"/>
                      </a:lnTo>
                      <a:lnTo>
                        <a:pt x="67" y="45"/>
                      </a:lnTo>
                      <a:lnTo>
                        <a:pt x="62" y="71"/>
                      </a:lnTo>
                      <a:lnTo>
                        <a:pt x="67" y="80"/>
                      </a:lnTo>
                      <a:lnTo>
                        <a:pt x="58" y="94"/>
                      </a:lnTo>
                      <a:lnTo>
                        <a:pt x="49" y="121"/>
                      </a:lnTo>
                      <a:lnTo>
                        <a:pt x="53" y="138"/>
                      </a:lnTo>
                      <a:lnTo>
                        <a:pt x="44" y="143"/>
                      </a:lnTo>
                      <a:lnTo>
                        <a:pt x="40" y="156"/>
                      </a:lnTo>
                      <a:lnTo>
                        <a:pt x="49" y="183"/>
                      </a:lnTo>
                      <a:lnTo>
                        <a:pt x="53" y="183"/>
                      </a:lnTo>
                      <a:lnTo>
                        <a:pt x="53" y="201"/>
                      </a:lnTo>
                      <a:lnTo>
                        <a:pt x="44" y="214"/>
                      </a:lnTo>
                      <a:lnTo>
                        <a:pt x="40" y="237"/>
                      </a:lnTo>
                      <a:lnTo>
                        <a:pt x="31" y="250"/>
                      </a:lnTo>
                      <a:lnTo>
                        <a:pt x="36" y="286"/>
                      </a:lnTo>
                      <a:lnTo>
                        <a:pt x="27" y="290"/>
                      </a:lnTo>
                      <a:lnTo>
                        <a:pt x="27" y="304"/>
                      </a:lnTo>
                      <a:lnTo>
                        <a:pt x="22" y="308"/>
                      </a:lnTo>
                      <a:lnTo>
                        <a:pt x="22" y="326"/>
                      </a:lnTo>
                      <a:lnTo>
                        <a:pt x="27" y="349"/>
                      </a:lnTo>
                      <a:lnTo>
                        <a:pt x="22" y="362"/>
                      </a:lnTo>
                      <a:lnTo>
                        <a:pt x="27" y="375"/>
                      </a:lnTo>
                      <a:lnTo>
                        <a:pt x="22" y="398"/>
                      </a:lnTo>
                      <a:lnTo>
                        <a:pt x="31" y="398"/>
                      </a:lnTo>
                      <a:lnTo>
                        <a:pt x="31" y="407"/>
                      </a:lnTo>
                      <a:lnTo>
                        <a:pt x="22" y="407"/>
                      </a:lnTo>
                      <a:lnTo>
                        <a:pt x="31" y="416"/>
                      </a:lnTo>
                      <a:lnTo>
                        <a:pt x="22" y="424"/>
                      </a:lnTo>
                      <a:lnTo>
                        <a:pt x="22" y="442"/>
                      </a:lnTo>
                      <a:lnTo>
                        <a:pt x="13" y="487"/>
                      </a:lnTo>
                      <a:lnTo>
                        <a:pt x="9" y="492"/>
                      </a:lnTo>
                      <a:lnTo>
                        <a:pt x="0" y="509"/>
                      </a:lnTo>
                      <a:lnTo>
                        <a:pt x="4" y="536"/>
                      </a:lnTo>
                      <a:lnTo>
                        <a:pt x="13" y="536"/>
                      </a:lnTo>
                      <a:lnTo>
                        <a:pt x="13" y="554"/>
                      </a:lnTo>
                      <a:lnTo>
                        <a:pt x="22" y="563"/>
                      </a:lnTo>
                      <a:lnTo>
                        <a:pt x="62" y="567"/>
                      </a:lnTo>
                      <a:close/>
                      <a:moveTo>
                        <a:pt x="71" y="635"/>
                      </a:moveTo>
                      <a:lnTo>
                        <a:pt x="80" y="635"/>
                      </a:lnTo>
                      <a:lnTo>
                        <a:pt x="94" y="635"/>
                      </a:lnTo>
                      <a:lnTo>
                        <a:pt x="103" y="639"/>
                      </a:lnTo>
                      <a:lnTo>
                        <a:pt x="107" y="635"/>
                      </a:lnTo>
                      <a:lnTo>
                        <a:pt x="120" y="635"/>
                      </a:lnTo>
                      <a:lnTo>
                        <a:pt x="125" y="626"/>
                      </a:lnTo>
                      <a:lnTo>
                        <a:pt x="107" y="626"/>
                      </a:lnTo>
                      <a:lnTo>
                        <a:pt x="89" y="617"/>
                      </a:lnTo>
                      <a:lnTo>
                        <a:pt x="80" y="594"/>
                      </a:lnTo>
                      <a:lnTo>
                        <a:pt x="71" y="594"/>
                      </a:lnTo>
                      <a:lnTo>
                        <a:pt x="76" y="585"/>
                      </a:lnTo>
                      <a:lnTo>
                        <a:pt x="71" y="576"/>
                      </a:lnTo>
                      <a:lnTo>
                        <a:pt x="71" y="635"/>
                      </a:lnTo>
                      <a:close/>
                    </a:path>
                  </a:pathLst>
                </a:custGeom>
                <a:grpFill/>
                <a:ln w="9525" cmpd="sng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>
                    <a:latin typeface="Delivery" panose="020F0503020204020204" pitchFamily="34" charset="0"/>
                  </a:endParaRPr>
                </a:p>
              </p:txBody>
            </p:sp>
            <p:sp>
              <p:nvSpPr>
                <p:cNvPr id="507" name="Freeform 65">
                  <a:extLst>
                    <a:ext uri="{FF2B5EF4-FFF2-40B4-BE49-F238E27FC236}">
                      <a16:creationId xmlns:a16="http://schemas.microsoft.com/office/drawing/2014/main" id="{521CF40B-8FE9-EBB3-04C9-1F7BDB58B44A}"/>
                    </a:ext>
                  </a:extLst>
                </p:cNvPr>
                <p:cNvSpPr>
                  <a:spLocks noEditPoints="1"/>
                </p:cNvSpPr>
                <p:nvPr/>
              </p:nvSpPr>
              <p:spPr bwMode="gray">
                <a:xfrm>
                  <a:off x="1557" y="2373"/>
                  <a:ext cx="85" cy="98"/>
                </a:xfrm>
                <a:custGeom>
                  <a:avLst/>
                  <a:gdLst>
                    <a:gd name="T0" fmla="*/ 4 w 85"/>
                    <a:gd name="T1" fmla="*/ 4 h 98"/>
                    <a:gd name="T2" fmla="*/ 0 w 85"/>
                    <a:gd name="T3" fmla="*/ 9 h 98"/>
                    <a:gd name="T4" fmla="*/ 9 w 85"/>
                    <a:gd name="T5" fmla="*/ 9 h 98"/>
                    <a:gd name="T6" fmla="*/ 13 w 85"/>
                    <a:gd name="T7" fmla="*/ 9 h 98"/>
                    <a:gd name="T8" fmla="*/ 13 w 85"/>
                    <a:gd name="T9" fmla="*/ 4 h 98"/>
                    <a:gd name="T10" fmla="*/ 4 w 85"/>
                    <a:gd name="T11" fmla="*/ 4 h 98"/>
                    <a:gd name="T12" fmla="*/ 9 w 85"/>
                    <a:gd name="T13" fmla="*/ 26 h 98"/>
                    <a:gd name="T14" fmla="*/ 4 w 85"/>
                    <a:gd name="T15" fmla="*/ 40 h 98"/>
                    <a:gd name="T16" fmla="*/ 13 w 85"/>
                    <a:gd name="T17" fmla="*/ 40 h 98"/>
                    <a:gd name="T18" fmla="*/ 13 w 85"/>
                    <a:gd name="T19" fmla="*/ 40 h 98"/>
                    <a:gd name="T20" fmla="*/ 9 w 85"/>
                    <a:gd name="T21" fmla="*/ 26 h 98"/>
                    <a:gd name="T22" fmla="*/ 9 w 85"/>
                    <a:gd name="T23" fmla="*/ 26 h 98"/>
                    <a:gd name="T24" fmla="*/ 18 w 85"/>
                    <a:gd name="T25" fmla="*/ 26 h 98"/>
                    <a:gd name="T26" fmla="*/ 18 w 85"/>
                    <a:gd name="T27" fmla="*/ 35 h 98"/>
                    <a:gd name="T28" fmla="*/ 22 w 85"/>
                    <a:gd name="T29" fmla="*/ 31 h 98"/>
                    <a:gd name="T30" fmla="*/ 22 w 85"/>
                    <a:gd name="T31" fmla="*/ 31 h 98"/>
                    <a:gd name="T32" fmla="*/ 22 w 85"/>
                    <a:gd name="T33" fmla="*/ 26 h 98"/>
                    <a:gd name="T34" fmla="*/ 18 w 85"/>
                    <a:gd name="T35" fmla="*/ 26 h 98"/>
                    <a:gd name="T36" fmla="*/ 18 w 85"/>
                    <a:gd name="T37" fmla="*/ 0 h 98"/>
                    <a:gd name="T38" fmla="*/ 22 w 85"/>
                    <a:gd name="T39" fmla="*/ 9 h 98"/>
                    <a:gd name="T40" fmla="*/ 22 w 85"/>
                    <a:gd name="T41" fmla="*/ 13 h 98"/>
                    <a:gd name="T42" fmla="*/ 22 w 85"/>
                    <a:gd name="T43" fmla="*/ 17 h 98"/>
                    <a:gd name="T44" fmla="*/ 27 w 85"/>
                    <a:gd name="T45" fmla="*/ 9 h 98"/>
                    <a:gd name="T46" fmla="*/ 22 w 85"/>
                    <a:gd name="T47" fmla="*/ 4 h 98"/>
                    <a:gd name="T48" fmla="*/ 18 w 85"/>
                    <a:gd name="T49" fmla="*/ 0 h 98"/>
                    <a:gd name="T50" fmla="*/ 18 w 85"/>
                    <a:gd name="T51" fmla="*/ 53 h 98"/>
                    <a:gd name="T52" fmla="*/ 18 w 85"/>
                    <a:gd name="T53" fmla="*/ 44 h 98"/>
                    <a:gd name="T54" fmla="*/ 13 w 85"/>
                    <a:gd name="T55" fmla="*/ 44 h 98"/>
                    <a:gd name="T56" fmla="*/ 13 w 85"/>
                    <a:gd name="T57" fmla="*/ 53 h 98"/>
                    <a:gd name="T58" fmla="*/ 18 w 85"/>
                    <a:gd name="T59" fmla="*/ 53 h 98"/>
                    <a:gd name="T60" fmla="*/ 31 w 85"/>
                    <a:gd name="T61" fmla="*/ 22 h 98"/>
                    <a:gd name="T62" fmla="*/ 27 w 85"/>
                    <a:gd name="T63" fmla="*/ 22 h 98"/>
                    <a:gd name="T64" fmla="*/ 31 w 85"/>
                    <a:gd name="T65" fmla="*/ 26 h 98"/>
                    <a:gd name="T66" fmla="*/ 36 w 85"/>
                    <a:gd name="T67" fmla="*/ 31 h 98"/>
                    <a:gd name="T68" fmla="*/ 36 w 85"/>
                    <a:gd name="T69" fmla="*/ 35 h 98"/>
                    <a:gd name="T70" fmla="*/ 40 w 85"/>
                    <a:gd name="T71" fmla="*/ 26 h 98"/>
                    <a:gd name="T72" fmla="*/ 31 w 85"/>
                    <a:gd name="T73" fmla="*/ 22 h 98"/>
                    <a:gd name="T74" fmla="*/ 45 w 85"/>
                    <a:gd name="T75" fmla="*/ 35 h 98"/>
                    <a:gd name="T76" fmla="*/ 49 w 85"/>
                    <a:gd name="T77" fmla="*/ 44 h 98"/>
                    <a:gd name="T78" fmla="*/ 45 w 85"/>
                    <a:gd name="T79" fmla="*/ 49 h 98"/>
                    <a:gd name="T80" fmla="*/ 53 w 85"/>
                    <a:gd name="T81" fmla="*/ 49 h 98"/>
                    <a:gd name="T82" fmla="*/ 49 w 85"/>
                    <a:gd name="T83" fmla="*/ 44 h 98"/>
                    <a:gd name="T84" fmla="*/ 45 w 85"/>
                    <a:gd name="T85" fmla="*/ 35 h 98"/>
                    <a:gd name="T86" fmla="*/ 49 w 85"/>
                    <a:gd name="T87" fmla="*/ 53 h 98"/>
                    <a:gd name="T88" fmla="*/ 49 w 85"/>
                    <a:gd name="T89" fmla="*/ 53 h 98"/>
                    <a:gd name="T90" fmla="*/ 49 w 85"/>
                    <a:gd name="T91" fmla="*/ 62 h 98"/>
                    <a:gd name="T92" fmla="*/ 58 w 85"/>
                    <a:gd name="T93" fmla="*/ 67 h 98"/>
                    <a:gd name="T94" fmla="*/ 53 w 85"/>
                    <a:gd name="T95" fmla="*/ 58 h 98"/>
                    <a:gd name="T96" fmla="*/ 49 w 85"/>
                    <a:gd name="T97" fmla="*/ 53 h 98"/>
                    <a:gd name="T98" fmla="*/ 62 w 85"/>
                    <a:gd name="T99" fmla="*/ 62 h 98"/>
                    <a:gd name="T100" fmla="*/ 62 w 85"/>
                    <a:gd name="T101" fmla="*/ 67 h 98"/>
                    <a:gd name="T102" fmla="*/ 67 w 85"/>
                    <a:gd name="T103" fmla="*/ 67 h 98"/>
                    <a:gd name="T104" fmla="*/ 67 w 85"/>
                    <a:gd name="T105" fmla="*/ 71 h 98"/>
                    <a:gd name="T106" fmla="*/ 67 w 85"/>
                    <a:gd name="T107" fmla="*/ 80 h 98"/>
                    <a:gd name="T108" fmla="*/ 71 w 85"/>
                    <a:gd name="T109" fmla="*/ 71 h 98"/>
                    <a:gd name="T110" fmla="*/ 71 w 85"/>
                    <a:gd name="T111" fmla="*/ 67 h 98"/>
                    <a:gd name="T112" fmla="*/ 67 w 85"/>
                    <a:gd name="T113" fmla="*/ 67 h 98"/>
                    <a:gd name="T114" fmla="*/ 62 w 85"/>
                    <a:gd name="T115" fmla="*/ 62 h 98"/>
                    <a:gd name="T116" fmla="*/ 71 w 85"/>
                    <a:gd name="T117" fmla="*/ 93 h 98"/>
                    <a:gd name="T118" fmla="*/ 80 w 85"/>
                    <a:gd name="T119" fmla="*/ 98 h 98"/>
                    <a:gd name="T120" fmla="*/ 85 w 85"/>
                    <a:gd name="T121" fmla="*/ 89 h 98"/>
                    <a:gd name="T122" fmla="*/ 76 w 85"/>
                    <a:gd name="T123" fmla="*/ 89 h 98"/>
                    <a:gd name="T124" fmla="*/ 71 w 85"/>
                    <a:gd name="T125" fmla="*/ 93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  <a:cxn ang="0">
                      <a:pos x="T122" y="T123"/>
                    </a:cxn>
                    <a:cxn ang="0">
                      <a:pos x="T124" y="T125"/>
                    </a:cxn>
                  </a:cxnLst>
                  <a:rect l="0" t="0" r="r" b="b"/>
                  <a:pathLst>
                    <a:path w="85" h="98">
                      <a:moveTo>
                        <a:pt x="4" y="4"/>
                      </a:moveTo>
                      <a:lnTo>
                        <a:pt x="0" y="9"/>
                      </a:lnTo>
                      <a:lnTo>
                        <a:pt x="9" y="9"/>
                      </a:lnTo>
                      <a:lnTo>
                        <a:pt x="13" y="9"/>
                      </a:lnTo>
                      <a:lnTo>
                        <a:pt x="13" y="4"/>
                      </a:lnTo>
                      <a:lnTo>
                        <a:pt x="4" y="4"/>
                      </a:lnTo>
                      <a:close/>
                      <a:moveTo>
                        <a:pt x="9" y="26"/>
                      </a:moveTo>
                      <a:lnTo>
                        <a:pt x="4" y="40"/>
                      </a:lnTo>
                      <a:lnTo>
                        <a:pt x="13" y="40"/>
                      </a:lnTo>
                      <a:lnTo>
                        <a:pt x="13" y="40"/>
                      </a:lnTo>
                      <a:lnTo>
                        <a:pt x="9" y="26"/>
                      </a:lnTo>
                      <a:lnTo>
                        <a:pt x="9" y="26"/>
                      </a:lnTo>
                      <a:close/>
                      <a:moveTo>
                        <a:pt x="18" y="26"/>
                      </a:moveTo>
                      <a:lnTo>
                        <a:pt x="18" y="35"/>
                      </a:lnTo>
                      <a:lnTo>
                        <a:pt x="22" y="31"/>
                      </a:lnTo>
                      <a:lnTo>
                        <a:pt x="22" y="31"/>
                      </a:lnTo>
                      <a:lnTo>
                        <a:pt x="22" y="26"/>
                      </a:lnTo>
                      <a:lnTo>
                        <a:pt x="18" y="26"/>
                      </a:lnTo>
                      <a:close/>
                      <a:moveTo>
                        <a:pt x="18" y="0"/>
                      </a:moveTo>
                      <a:lnTo>
                        <a:pt x="22" y="9"/>
                      </a:lnTo>
                      <a:lnTo>
                        <a:pt x="22" y="13"/>
                      </a:lnTo>
                      <a:lnTo>
                        <a:pt x="22" y="17"/>
                      </a:lnTo>
                      <a:lnTo>
                        <a:pt x="27" y="9"/>
                      </a:lnTo>
                      <a:lnTo>
                        <a:pt x="22" y="4"/>
                      </a:lnTo>
                      <a:lnTo>
                        <a:pt x="18" y="0"/>
                      </a:lnTo>
                      <a:close/>
                      <a:moveTo>
                        <a:pt x="18" y="53"/>
                      </a:moveTo>
                      <a:lnTo>
                        <a:pt x="18" y="44"/>
                      </a:lnTo>
                      <a:lnTo>
                        <a:pt x="13" y="44"/>
                      </a:lnTo>
                      <a:lnTo>
                        <a:pt x="13" y="53"/>
                      </a:lnTo>
                      <a:lnTo>
                        <a:pt x="18" y="53"/>
                      </a:lnTo>
                      <a:close/>
                      <a:moveTo>
                        <a:pt x="31" y="22"/>
                      </a:moveTo>
                      <a:lnTo>
                        <a:pt x="27" y="22"/>
                      </a:lnTo>
                      <a:lnTo>
                        <a:pt x="31" y="26"/>
                      </a:lnTo>
                      <a:lnTo>
                        <a:pt x="36" y="31"/>
                      </a:lnTo>
                      <a:lnTo>
                        <a:pt x="36" y="35"/>
                      </a:lnTo>
                      <a:lnTo>
                        <a:pt x="40" y="26"/>
                      </a:lnTo>
                      <a:lnTo>
                        <a:pt x="31" y="22"/>
                      </a:lnTo>
                      <a:close/>
                      <a:moveTo>
                        <a:pt x="45" y="35"/>
                      </a:moveTo>
                      <a:lnTo>
                        <a:pt x="49" y="44"/>
                      </a:lnTo>
                      <a:lnTo>
                        <a:pt x="45" y="49"/>
                      </a:lnTo>
                      <a:lnTo>
                        <a:pt x="53" y="49"/>
                      </a:lnTo>
                      <a:lnTo>
                        <a:pt x="49" y="44"/>
                      </a:lnTo>
                      <a:lnTo>
                        <a:pt x="45" y="35"/>
                      </a:lnTo>
                      <a:close/>
                      <a:moveTo>
                        <a:pt x="49" y="53"/>
                      </a:moveTo>
                      <a:lnTo>
                        <a:pt x="49" y="53"/>
                      </a:lnTo>
                      <a:lnTo>
                        <a:pt x="49" y="62"/>
                      </a:lnTo>
                      <a:lnTo>
                        <a:pt x="58" y="67"/>
                      </a:lnTo>
                      <a:lnTo>
                        <a:pt x="53" y="58"/>
                      </a:lnTo>
                      <a:lnTo>
                        <a:pt x="49" y="53"/>
                      </a:lnTo>
                      <a:close/>
                      <a:moveTo>
                        <a:pt x="62" y="62"/>
                      </a:moveTo>
                      <a:lnTo>
                        <a:pt x="62" y="67"/>
                      </a:lnTo>
                      <a:lnTo>
                        <a:pt x="67" y="67"/>
                      </a:lnTo>
                      <a:lnTo>
                        <a:pt x="67" y="71"/>
                      </a:lnTo>
                      <a:lnTo>
                        <a:pt x="67" y="80"/>
                      </a:lnTo>
                      <a:lnTo>
                        <a:pt x="71" y="71"/>
                      </a:lnTo>
                      <a:lnTo>
                        <a:pt x="71" y="67"/>
                      </a:lnTo>
                      <a:lnTo>
                        <a:pt x="67" y="67"/>
                      </a:lnTo>
                      <a:lnTo>
                        <a:pt x="62" y="62"/>
                      </a:lnTo>
                      <a:close/>
                      <a:moveTo>
                        <a:pt x="71" y="93"/>
                      </a:moveTo>
                      <a:lnTo>
                        <a:pt x="80" y="98"/>
                      </a:lnTo>
                      <a:lnTo>
                        <a:pt x="85" y="89"/>
                      </a:lnTo>
                      <a:lnTo>
                        <a:pt x="76" y="89"/>
                      </a:lnTo>
                      <a:lnTo>
                        <a:pt x="71" y="93"/>
                      </a:lnTo>
                      <a:close/>
                    </a:path>
                  </a:pathLst>
                </a:custGeom>
                <a:grpFill/>
                <a:ln w="9525" cmpd="sng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>
                    <a:latin typeface="Delivery" panose="020F0503020204020204" pitchFamily="34" charset="0"/>
                  </a:endParaRPr>
                </a:p>
              </p:txBody>
            </p:sp>
            <p:sp>
              <p:nvSpPr>
                <p:cNvPr id="508" name="Freeform 66">
                  <a:extLst>
                    <a:ext uri="{FF2B5EF4-FFF2-40B4-BE49-F238E27FC236}">
                      <a16:creationId xmlns:a16="http://schemas.microsoft.com/office/drawing/2014/main" id="{AF4E93BB-B347-779A-E711-BA4E1545197E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1834" y="2583"/>
                  <a:ext cx="4" cy="9"/>
                </a:xfrm>
                <a:custGeom>
                  <a:avLst/>
                  <a:gdLst>
                    <a:gd name="T0" fmla="*/ 0 w 4"/>
                    <a:gd name="T1" fmla="*/ 0 h 9"/>
                    <a:gd name="T2" fmla="*/ 0 w 4"/>
                    <a:gd name="T3" fmla="*/ 4 h 9"/>
                    <a:gd name="T4" fmla="*/ 0 w 4"/>
                    <a:gd name="T5" fmla="*/ 9 h 9"/>
                    <a:gd name="T6" fmla="*/ 4 w 4"/>
                    <a:gd name="T7" fmla="*/ 4 h 9"/>
                    <a:gd name="T8" fmla="*/ 0 w 4"/>
                    <a:gd name="T9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" h="9">
                      <a:moveTo>
                        <a:pt x="0" y="0"/>
                      </a:moveTo>
                      <a:lnTo>
                        <a:pt x="0" y="4"/>
                      </a:lnTo>
                      <a:lnTo>
                        <a:pt x="0" y="9"/>
                      </a:lnTo>
                      <a:lnTo>
                        <a:pt x="4" y="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9525" cmpd="sng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>
                    <a:latin typeface="Delivery" panose="020F0503020204020204" pitchFamily="34" charset="0"/>
                  </a:endParaRPr>
                </a:p>
              </p:txBody>
            </p:sp>
            <p:sp>
              <p:nvSpPr>
                <p:cNvPr id="509" name="Freeform 67">
                  <a:extLst>
                    <a:ext uri="{FF2B5EF4-FFF2-40B4-BE49-F238E27FC236}">
                      <a16:creationId xmlns:a16="http://schemas.microsoft.com/office/drawing/2014/main" id="{3B729463-1A5B-C626-5877-49297FD8AC93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1691" y="2922"/>
                  <a:ext cx="170" cy="201"/>
                </a:xfrm>
                <a:custGeom>
                  <a:avLst/>
                  <a:gdLst>
                    <a:gd name="T0" fmla="*/ 0 w 170"/>
                    <a:gd name="T1" fmla="*/ 121 h 201"/>
                    <a:gd name="T2" fmla="*/ 4 w 170"/>
                    <a:gd name="T3" fmla="*/ 130 h 201"/>
                    <a:gd name="T4" fmla="*/ 9 w 170"/>
                    <a:gd name="T5" fmla="*/ 143 h 201"/>
                    <a:gd name="T6" fmla="*/ 9 w 170"/>
                    <a:gd name="T7" fmla="*/ 161 h 201"/>
                    <a:gd name="T8" fmla="*/ 22 w 170"/>
                    <a:gd name="T9" fmla="*/ 197 h 201"/>
                    <a:gd name="T10" fmla="*/ 31 w 170"/>
                    <a:gd name="T11" fmla="*/ 201 h 201"/>
                    <a:gd name="T12" fmla="*/ 45 w 170"/>
                    <a:gd name="T13" fmla="*/ 188 h 201"/>
                    <a:gd name="T14" fmla="*/ 67 w 170"/>
                    <a:gd name="T15" fmla="*/ 192 h 201"/>
                    <a:gd name="T16" fmla="*/ 76 w 170"/>
                    <a:gd name="T17" fmla="*/ 201 h 201"/>
                    <a:gd name="T18" fmla="*/ 80 w 170"/>
                    <a:gd name="T19" fmla="*/ 188 h 201"/>
                    <a:gd name="T20" fmla="*/ 94 w 170"/>
                    <a:gd name="T21" fmla="*/ 188 h 201"/>
                    <a:gd name="T22" fmla="*/ 98 w 170"/>
                    <a:gd name="T23" fmla="*/ 192 h 201"/>
                    <a:gd name="T24" fmla="*/ 103 w 170"/>
                    <a:gd name="T25" fmla="*/ 179 h 201"/>
                    <a:gd name="T26" fmla="*/ 103 w 170"/>
                    <a:gd name="T27" fmla="*/ 166 h 201"/>
                    <a:gd name="T28" fmla="*/ 112 w 170"/>
                    <a:gd name="T29" fmla="*/ 157 h 201"/>
                    <a:gd name="T30" fmla="*/ 147 w 170"/>
                    <a:gd name="T31" fmla="*/ 148 h 201"/>
                    <a:gd name="T32" fmla="*/ 161 w 170"/>
                    <a:gd name="T33" fmla="*/ 152 h 201"/>
                    <a:gd name="T34" fmla="*/ 165 w 170"/>
                    <a:gd name="T35" fmla="*/ 166 h 201"/>
                    <a:gd name="T36" fmla="*/ 170 w 170"/>
                    <a:gd name="T37" fmla="*/ 161 h 201"/>
                    <a:gd name="T38" fmla="*/ 170 w 170"/>
                    <a:gd name="T39" fmla="*/ 157 h 201"/>
                    <a:gd name="T40" fmla="*/ 165 w 170"/>
                    <a:gd name="T41" fmla="*/ 152 h 201"/>
                    <a:gd name="T42" fmla="*/ 170 w 170"/>
                    <a:gd name="T43" fmla="*/ 125 h 201"/>
                    <a:gd name="T44" fmla="*/ 170 w 170"/>
                    <a:gd name="T45" fmla="*/ 116 h 201"/>
                    <a:gd name="T46" fmla="*/ 156 w 170"/>
                    <a:gd name="T47" fmla="*/ 116 h 201"/>
                    <a:gd name="T48" fmla="*/ 161 w 170"/>
                    <a:gd name="T49" fmla="*/ 99 h 201"/>
                    <a:gd name="T50" fmla="*/ 134 w 170"/>
                    <a:gd name="T51" fmla="*/ 99 h 201"/>
                    <a:gd name="T52" fmla="*/ 129 w 170"/>
                    <a:gd name="T53" fmla="*/ 85 h 201"/>
                    <a:gd name="T54" fmla="*/ 134 w 170"/>
                    <a:gd name="T55" fmla="*/ 67 h 201"/>
                    <a:gd name="T56" fmla="*/ 129 w 170"/>
                    <a:gd name="T57" fmla="*/ 58 h 201"/>
                    <a:gd name="T58" fmla="*/ 116 w 170"/>
                    <a:gd name="T59" fmla="*/ 58 h 201"/>
                    <a:gd name="T60" fmla="*/ 80 w 170"/>
                    <a:gd name="T61" fmla="*/ 40 h 201"/>
                    <a:gd name="T62" fmla="*/ 62 w 170"/>
                    <a:gd name="T63" fmla="*/ 32 h 201"/>
                    <a:gd name="T64" fmla="*/ 62 w 170"/>
                    <a:gd name="T65" fmla="*/ 0 h 201"/>
                    <a:gd name="T66" fmla="*/ 40 w 170"/>
                    <a:gd name="T67" fmla="*/ 5 h 201"/>
                    <a:gd name="T68" fmla="*/ 13 w 170"/>
                    <a:gd name="T69" fmla="*/ 23 h 201"/>
                    <a:gd name="T70" fmla="*/ 0 w 170"/>
                    <a:gd name="T71" fmla="*/ 23 h 201"/>
                    <a:gd name="T72" fmla="*/ 9 w 170"/>
                    <a:gd name="T73" fmla="*/ 40 h 201"/>
                    <a:gd name="T74" fmla="*/ 4 w 170"/>
                    <a:gd name="T75" fmla="*/ 49 h 201"/>
                    <a:gd name="T76" fmla="*/ 4 w 170"/>
                    <a:gd name="T77" fmla="*/ 72 h 201"/>
                    <a:gd name="T78" fmla="*/ 0 w 170"/>
                    <a:gd name="T79" fmla="*/ 94 h 201"/>
                    <a:gd name="T80" fmla="*/ 4 w 170"/>
                    <a:gd name="T81" fmla="*/ 99 h 201"/>
                    <a:gd name="T82" fmla="*/ 0 w 170"/>
                    <a:gd name="T83" fmla="*/ 112 h 201"/>
                    <a:gd name="T84" fmla="*/ 0 w 170"/>
                    <a:gd name="T85" fmla="*/ 121 h 2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</a:cxnLst>
                  <a:rect l="0" t="0" r="r" b="b"/>
                  <a:pathLst>
                    <a:path w="170" h="201">
                      <a:moveTo>
                        <a:pt x="0" y="121"/>
                      </a:moveTo>
                      <a:lnTo>
                        <a:pt x="4" y="130"/>
                      </a:lnTo>
                      <a:lnTo>
                        <a:pt x="9" y="143"/>
                      </a:lnTo>
                      <a:lnTo>
                        <a:pt x="9" y="161"/>
                      </a:lnTo>
                      <a:lnTo>
                        <a:pt x="22" y="197"/>
                      </a:lnTo>
                      <a:lnTo>
                        <a:pt x="31" y="201"/>
                      </a:lnTo>
                      <a:lnTo>
                        <a:pt x="45" y="188"/>
                      </a:lnTo>
                      <a:lnTo>
                        <a:pt x="67" y="192"/>
                      </a:lnTo>
                      <a:lnTo>
                        <a:pt x="76" y="201"/>
                      </a:lnTo>
                      <a:lnTo>
                        <a:pt x="80" y="188"/>
                      </a:lnTo>
                      <a:lnTo>
                        <a:pt x="94" y="188"/>
                      </a:lnTo>
                      <a:lnTo>
                        <a:pt x="98" y="192"/>
                      </a:lnTo>
                      <a:lnTo>
                        <a:pt x="103" y="179"/>
                      </a:lnTo>
                      <a:lnTo>
                        <a:pt x="103" y="166"/>
                      </a:lnTo>
                      <a:lnTo>
                        <a:pt x="112" y="157"/>
                      </a:lnTo>
                      <a:lnTo>
                        <a:pt x="147" y="148"/>
                      </a:lnTo>
                      <a:lnTo>
                        <a:pt x="161" y="152"/>
                      </a:lnTo>
                      <a:lnTo>
                        <a:pt x="165" y="166"/>
                      </a:lnTo>
                      <a:lnTo>
                        <a:pt x="170" y="161"/>
                      </a:lnTo>
                      <a:lnTo>
                        <a:pt x="170" y="157"/>
                      </a:lnTo>
                      <a:lnTo>
                        <a:pt x="165" y="152"/>
                      </a:lnTo>
                      <a:lnTo>
                        <a:pt x="170" y="125"/>
                      </a:lnTo>
                      <a:lnTo>
                        <a:pt x="170" y="116"/>
                      </a:lnTo>
                      <a:lnTo>
                        <a:pt x="156" y="116"/>
                      </a:lnTo>
                      <a:lnTo>
                        <a:pt x="161" y="99"/>
                      </a:lnTo>
                      <a:lnTo>
                        <a:pt x="134" y="99"/>
                      </a:lnTo>
                      <a:lnTo>
                        <a:pt x="129" y="85"/>
                      </a:lnTo>
                      <a:lnTo>
                        <a:pt x="134" y="67"/>
                      </a:lnTo>
                      <a:lnTo>
                        <a:pt x="129" y="58"/>
                      </a:lnTo>
                      <a:lnTo>
                        <a:pt x="116" y="58"/>
                      </a:lnTo>
                      <a:lnTo>
                        <a:pt x="80" y="40"/>
                      </a:lnTo>
                      <a:lnTo>
                        <a:pt x="62" y="32"/>
                      </a:lnTo>
                      <a:lnTo>
                        <a:pt x="62" y="0"/>
                      </a:lnTo>
                      <a:lnTo>
                        <a:pt x="40" y="5"/>
                      </a:lnTo>
                      <a:lnTo>
                        <a:pt x="13" y="23"/>
                      </a:lnTo>
                      <a:lnTo>
                        <a:pt x="0" y="23"/>
                      </a:lnTo>
                      <a:lnTo>
                        <a:pt x="9" y="40"/>
                      </a:lnTo>
                      <a:lnTo>
                        <a:pt x="4" y="49"/>
                      </a:lnTo>
                      <a:lnTo>
                        <a:pt x="4" y="72"/>
                      </a:lnTo>
                      <a:lnTo>
                        <a:pt x="0" y="94"/>
                      </a:lnTo>
                      <a:lnTo>
                        <a:pt x="4" y="99"/>
                      </a:lnTo>
                      <a:lnTo>
                        <a:pt x="0" y="112"/>
                      </a:lnTo>
                      <a:lnTo>
                        <a:pt x="0" y="121"/>
                      </a:lnTo>
                      <a:close/>
                    </a:path>
                  </a:pathLst>
                </a:custGeom>
                <a:grpFill/>
                <a:ln w="9525" cmpd="sng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>
                    <a:latin typeface="Delivery" panose="020F0503020204020204" pitchFamily="34" charset="0"/>
                  </a:endParaRPr>
                </a:p>
              </p:txBody>
            </p:sp>
            <p:sp>
              <p:nvSpPr>
                <p:cNvPr id="510" name="Freeform 68">
                  <a:extLst>
                    <a:ext uri="{FF2B5EF4-FFF2-40B4-BE49-F238E27FC236}">
                      <a16:creationId xmlns:a16="http://schemas.microsoft.com/office/drawing/2014/main" id="{80230AB7-F2C3-0951-4B54-956D944337EE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1624" y="2703"/>
                  <a:ext cx="567" cy="608"/>
                </a:xfrm>
                <a:custGeom>
                  <a:avLst/>
                  <a:gdLst>
                    <a:gd name="T0" fmla="*/ 45 w 567"/>
                    <a:gd name="T1" fmla="*/ 143 h 608"/>
                    <a:gd name="T2" fmla="*/ 13 w 567"/>
                    <a:gd name="T3" fmla="*/ 170 h 608"/>
                    <a:gd name="T4" fmla="*/ 9 w 567"/>
                    <a:gd name="T5" fmla="*/ 219 h 608"/>
                    <a:gd name="T6" fmla="*/ 49 w 567"/>
                    <a:gd name="T7" fmla="*/ 215 h 608"/>
                    <a:gd name="T8" fmla="*/ 80 w 567"/>
                    <a:gd name="T9" fmla="*/ 242 h 608"/>
                    <a:gd name="T10" fmla="*/ 129 w 567"/>
                    <a:gd name="T11" fmla="*/ 251 h 608"/>
                    <a:gd name="T12" fmla="*/ 196 w 567"/>
                    <a:gd name="T13" fmla="*/ 277 h 608"/>
                    <a:gd name="T14" fmla="*/ 201 w 567"/>
                    <a:gd name="T15" fmla="*/ 318 h 608"/>
                    <a:gd name="T16" fmla="*/ 237 w 567"/>
                    <a:gd name="T17" fmla="*/ 335 h 608"/>
                    <a:gd name="T18" fmla="*/ 237 w 567"/>
                    <a:gd name="T19" fmla="*/ 376 h 608"/>
                    <a:gd name="T20" fmla="*/ 232 w 567"/>
                    <a:gd name="T21" fmla="*/ 411 h 608"/>
                    <a:gd name="T22" fmla="*/ 268 w 567"/>
                    <a:gd name="T23" fmla="*/ 416 h 608"/>
                    <a:gd name="T24" fmla="*/ 286 w 567"/>
                    <a:gd name="T25" fmla="*/ 443 h 608"/>
                    <a:gd name="T26" fmla="*/ 295 w 567"/>
                    <a:gd name="T27" fmla="*/ 465 h 608"/>
                    <a:gd name="T28" fmla="*/ 241 w 567"/>
                    <a:gd name="T29" fmla="*/ 537 h 608"/>
                    <a:gd name="T30" fmla="*/ 259 w 567"/>
                    <a:gd name="T31" fmla="*/ 554 h 608"/>
                    <a:gd name="T32" fmla="*/ 290 w 567"/>
                    <a:gd name="T33" fmla="*/ 568 h 608"/>
                    <a:gd name="T34" fmla="*/ 295 w 567"/>
                    <a:gd name="T35" fmla="*/ 608 h 608"/>
                    <a:gd name="T36" fmla="*/ 362 w 567"/>
                    <a:gd name="T37" fmla="*/ 514 h 608"/>
                    <a:gd name="T38" fmla="*/ 366 w 567"/>
                    <a:gd name="T39" fmla="*/ 461 h 608"/>
                    <a:gd name="T40" fmla="*/ 415 w 567"/>
                    <a:gd name="T41" fmla="*/ 443 h 608"/>
                    <a:gd name="T42" fmla="*/ 464 w 567"/>
                    <a:gd name="T43" fmla="*/ 420 h 608"/>
                    <a:gd name="T44" fmla="*/ 496 w 567"/>
                    <a:gd name="T45" fmla="*/ 367 h 608"/>
                    <a:gd name="T46" fmla="*/ 505 w 567"/>
                    <a:gd name="T47" fmla="*/ 277 h 608"/>
                    <a:gd name="T48" fmla="*/ 531 w 567"/>
                    <a:gd name="T49" fmla="*/ 237 h 608"/>
                    <a:gd name="T50" fmla="*/ 567 w 567"/>
                    <a:gd name="T51" fmla="*/ 184 h 608"/>
                    <a:gd name="T52" fmla="*/ 527 w 567"/>
                    <a:gd name="T53" fmla="*/ 143 h 608"/>
                    <a:gd name="T54" fmla="*/ 487 w 567"/>
                    <a:gd name="T55" fmla="*/ 116 h 608"/>
                    <a:gd name="T56" fmla="*/ 424 w 567"/>
                    <a:gd name="T57" fmla="*/ 116 h 608"/>
                    <a:gd name="T58" fmla="*/ 411 w 567"/>
                    <a:gd name="T59" fmla="*/ 103 h 608"/>
                    <a:gd name="T60" fmla="*/ 357 w 567"/>
                    <a:gd name="T61" fmla="*/ 103 h 608"/>
                    <a:gd name="T62" fmla="*/ 357 w 567"/>
                    <a:gd name="T63" fmla="*/ 94 h 608"/>
                    <a:gd name="T64" fmla="*/ 335 w 567"/>
                    <a:gd name="T65" fmla="*/ 76 h 608"/>
                    <a:gd name="T66" fmla="*/ 348 w 567"/>
                    <a:gd name="T67" fmla="*/ 49 h 608"/>
                    <a:gd name="T68" fmla="*/ 321 w 567"/>
                    <a:gd name="T69" fmla="*/ 14 h 608"/>
                    <a:gd name="T70" fmla="*/ 299 w 567"/>
                    <a:gd name="T71" fmla="*/ 49 h 608"/>
                    <a:gd name="T72" fmla="*/ 259 w 567"/>
                    <a:gd name="T73" fmla="*/ 41 h 608"/>
                    <a:gd name="T74" fmla="*/ 228 w 567"/>
                    <a:gd name="T75" fmla="*/ 54 h 608"/>
                    <a:gd name="T76" fmla="*/ 201 w 567"/>
                    <a:gd name="T77" fmla="*/ 45 h 608"/>
                    <a:gd name="T78" fmla="*/ 201 w 567"/>
                    <a:gd name="T79" fmla="*/ 14 h 608"/>
                    <a:gd name="T80" fmla="*/ 192 w 567"/>
                    <a:gd name="T81" fmla="*/ 14 h 608"/>
                    <a:gd name="T82" fmla="*/ 134 w 567"/>
                    <a:gd name="T83" fmla="*/ 9 h 608"/>
                    <a:gd name="T84" fmla="*/ 138 w 567"/>
                    <a:gd name="T85" fmla="*/ 41 h 608"/>
                    <a:gd name="T86" fmla="*/ 134 w 567"/>
                    <a:gd name="T87" fmla="*/ 54 h 608"/>
                    <a:gd name="T88" fmla="*/ 94 w 567"/>
                    <a:gd name="T89" fmla="*/ 58 h 608"/>
                    <a:gd name="T90" fmla="*/ 62 w 567"/>
                    <a:gd name="T91" fmla="*/ 54 h 608"/>
                    <a:gd name="T92" fmla="*/ 67 w 567"/>
                    <a:gd name="T93" fmla="*/ 76 h 608"/>
                    <a:gd name="T94" fmla="*/ 67 w 567"/>
                    <a:gd name="T95" fmla="*/ 85 h 60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</a:cxnLst>
                  <a:rect l="0" t="0" r="r" b="b"/>
                  <a:pathLst>
                    <a:path w="567" h="608">
                      <a:moveTo>
                        <a:pt x="53" y="139"/>
                      </a:moveTo>
                      <a:lnTo>
                        <a:pt x="58" y="143"/>
                      </a:lnTo>
                      <a:lnTo>
                        <a:pt x="45" y="143"/>
                      </a:lnTo>
                      <a:lnTo>
                        <a:pt x="27" y="148"/>
                      </a:lnTo>
                      <a:lnTo>
                        <a:pt x="18" y="157"/>
                      </a:lnTo>
                      <a:lnTo>
                        <a:pt x="13" y="170"/>
                      </a:lnTo>
                      <a:lnTo>
                        <a:pt x="0" y="188"/>
                      </a:lnTo>
                      <a:lnTo>
                        <a:pt x="9" y="206"/>
                      </a:lnTo>
                      <a:lnTo>
                        <a:pt x="9" y="219"/>
                      </a:lnTo>
                      <a:lnTo>
                        <a:pt x="22" y="219"/>
                      </a:lnTo>
                      <a:lnTo>
                        <a:pt x="27" y="228"/>
                      </a:lnTo>
                      <a:lnTo>
                        <a:pt x="49" y="215"/>
                      </a:lnTo>
                      <a:lnTo>
                        <a:pt x="49" y="242"/>
                      </a:lnTo>
                      <a:lnTo>
                        <a:pt x="67" y="242"/>
                      </a:lnTo>
                      <a:lnTo>
                        <a:pt x="80" y="242"/>
                      </a:lnTo>
                      <a:lnTo>
                        <a:pt x="107" y="224"/>
                      </a:lnTo>
                      <a:lnTo>
                        <a:pt x="129" y="219"/>
                      </a:lnTo>
                      <a:lnTo>
                        <a:pt x="129" y="251"/>
                      </a:lnTo>
                      <a:lnTo>
                        <a:pt x="147" y="259"/>
                      </a:lnTo>
                      <a:lnTo>
                        <a:pt x="183" y="277"/>
                      </a:lnTo>
                      <a:lnTo>
                        <a:pt x="196" y="277"/>
                      </a:lnTo>
                      <a:lnTo>
                        <a:pt x="201" y="286"/>
                      </a:lnTo>
                      <a:lnTo>
                        <a:pt x="196" y="304"/>
                      </a:lnTo>
                      <a:lnTo>
                        <a:pt x="201" y="318"/>
                      </a:lnTo>
                      <a:lnTo>
                        <a:pt x="228" y="318"/>
                      </a:lnTo>
                      <a:lnTo>
                        <a:pt x="223" y="335"/>
                      </a:lnTo>
                      <a:lnTo>
                        <a:pt x="237" y="335"/>
                      </a:lnTo>
                      <a:lnTo>
                        <a:pt x="237" y="344"/>
                      </a:lnTo>
                      <a:lnTo>
                        <a:pt x="232" y="371"/>
                      </a:lnTo>
                      <a:lnTo>
                        <a:pt x="237" y="376"/>
                      </a:lnTo>
                      <a:lnTo>
                        <a:pt x="237" y="380"/>
                      </a:lnTo>
                      <a:lnTo>
                        <a:pt x="237" y="394"/>
                      </a:lnTo>
                      <a:lnTo>
                        <a:pt x="232" y="411"/>
                      </a:lnTo>
                      <a:lnTo>
                        <a:pt x="246" y="411"/>
                      </a:lnTo>
                      <a:lnTo>
                        <a:pt x="259" y="407"/>
                      </a:lnTo>
                      <a:lnTo>
                        <a:pt x="268" y="416"/>
                      </a:lnTo>
                      <a:lnTo>
                        <a:pt x="268" y="443"/>
                      </a:lnTo>
                      <a:lnTo>
                        <a:pt x="281" y="438"/>
                      </a:lnTo>
                      <a:lnTo>
                        <a:pt x="286" y="443"/>
                      </a:lnTo>
                      <a:lnTo>
                        <a:pt x="281" y="461"/>
                      </a:lnTo>
                      <a:lnTo>
                        <a:pt x="286" y="465"/>
                      </a:lnTo>
                      <a:lnTo>
                        <a:pt x="295" y="465"/>
                      </a:lnTo>
                      <a:lnTo>
                        <a:pt x="295" y="487"/>
                      </a:lnTo>
                      <a:lnTo>
                        <a:pt x="277" y="501"/>
                      </a:lnTo>
                      <a:lnTo>
                        <a:pt x="241" y="537"/>
                      </a:lnTo>
                      <a:lnTo>
                        <a:pt x="241" y="541"/>
                      </a:lnTo>
                      <a:lnTo>
                        <a:pt x="250" y="541"/>
                      </a:lnTo>
                      <a:lnTo>
                        <a:pt x="259" y="554"/>
                      </a:lnTo>
                      <a:lnTo>
                        <a:pt x="268" y="550"/>
                      </a:lnTo>
                      <a:lnTo>
                        <a:pt x="277" y="563"/>
                      </a:lnTo>
                      <a:lnTo>
                        <a:pt x="290" y="568"/>
                      </a:lnTo>
                      <a:lnTo>
                        <a:pt x="299" y="586"/>
                      </a:lnTo>
                      <a:lnTo>
                        <a:pt x="295" y="595"/>
                      </a:lnTo>
                      <a:lnTo>
                        <a:pt x="295" y="608"/>
                      </a:lnTo>
                      <a:lnTo>
                        <a:pt x="308" y="599"/>
                      </a:lnTo>
                      <a:lnTo>
                        <a:pt x="317" y="577"/>
                      </a:lnTo>
                      <a:lnTo>
                        <a:pt x="362" y="514"/>
                      </a:lnTo>
                      <a:lnTo>
                        <a:pt x="366" y="501"/>
                      </a:lnTo>
                      <a:lnTo>
                        <a:pt x="371" y="465"/>
                      </a:lnTo>
                      <a:lnTo>
                        <a:pt x="366" y="461"/>
                      </a:lnTo>
                      <a:lnTo>
                        <a:pt x="375" y="461"/>
                      </a:lnTo>
                      <a:lnTo>
                        <a:pt x="397" y="443"/>
                      </a:lnTo>
                      <a:lnTo>
                        <a:pt x="415" y="443"/>
                      </a:lnTo>
                      <a:lnTo>
                        <a:pt x="415" y="434"/>
                      </a:lnTo>
                      <a:lnTo>
                        <a:pt x="447" y="425"/>
                      </a:lnTo>
                      <a:lnTo>
                        <a:pt x="464" y="420"/>
                      </a:lnTo>
                      <a:lnTo>
                        <a:pt x="464" y="416"/>
                      </a:lnTo>
                      <a:lnTo>
                        <a:pt x="473" y="411"/>
                      </a:lnTo>
                      <a:lnTo>
                        <a:pt x="496" y="367"/>
                      </a:lnTo>
                      <a:lnTo>
                        <a:pt x="496" y="349"/>
                      </a:lnTo>
                      <a:lnTo>
                        <a:pt x="505" y="340"/>
                      </a:lnTo>
                      <a:lnTo>
                        <a:pt x="505" y="277"/>
                      </a:lnTo>
                      <a:lnTo>
                        <a:pt x="509" y="264"/>
                      </a:lnTo>
                      <a:lnTo>
                        <a:pt x="514" y="268"/>
                      </a:lnTo>
                      <a:lnTo>
                        <a:pt x="531" y="237"/>
                      </a:lnTo>
                      <a:lnTo>
                        <a:pt x="540" y="237"/>
                      </a:lnTo>
                      <a:lnTo>
                        <a:pt x="567" y="197"/>
                      </a:lnTo>
                      <a:lnTo>
                        <a:pt x="567" y="184"/>
                      </a:lnTo>
                      <a:lnTo>
                        <a:pt x="558" y="152"/>
                      </a:lnTo>
                      <a:lnTo>
                        <a:pt x="536" y="152"/>
                      </a:lnTo>
                      <a:lnTo>
                        <a:pt x="527" y="143"/>
                      </a:lnTo>
                      <a:lnTo>
                        <a:pt x="523" y="143"/>
                      </a:lnTo>
                      <a:lnTo>
                        <a:pt x="500" y="121"/>
                      </a:lnTo>
                      <a:lnTo>
                        <a:pt x="487" y="116"/>
                      </a:lnTo>
                      <a:lnTo>
                        <a:pt x="460" y="116"/>
                      </a:lnTo>
                      <a:lnTo>
                        <a:pt x="438" y="112"/>
                      </a:lnTo>
                      <a:lnTo>
                        <a:pt x="424" y="116"/>
                      </a:lnTo>
                      <a:lnTo>
                        <a:pt x="424" y="103"/>
                      </a:lnTo>
                      <a:lnTo>
                        <a:pt x="420" y="94"/>
                      </a:lnTo>
                      <a:lnTo>
                        <a:pt x="411" y="103"/>
                      </a:lnTo>
                      <a:lnTo>
                        <a:pt x="406" y="94"/>
                      </a:lnTo>
                      <a:lnTo>
                        <a:pt x="375" y="90"/>
                      </a:lnTo>
                      <a:lnTo>
                        <a:pt x="357" y="103"/>
                      </a:lnTo>
                      <a:lnTo>
                        <a:pt x="348" y="116"/>
                      </a:lnTo>
                      <a:lnTo>
                        <a:pt x="353" y="99"/>
                      </a:lnTo>
                      <a:lnTo>
                        <a:pt x="357" y="94"/>
                      </a:lnTo>
                      <a:lnTo>
                        <a:pt x="366" y="85"/>
                      </a:lnTo>
                      <a:lnTo>
                        <a:pt x="339" y="81"/>
                      </a:lnTo>
                      <a:lnTo>
                        <a:pt x="335" y="76"/>
                      </a:lnTo>
                      <a:lnTo>
                        <a:pt x="353" y="76"/>
                      </a:lnTo>
                      <a:lnTo>
                        <a:pt x="344" y="72"/>
                      </a:lnTo>
                      <a:lnTo>
                        <a:pt x="348" y="49"/>
                      </a:lnTo>
                      <a:lnTo>
                        <a:pt x="335" y="45"/>
                      </a:lnTo>
                      <a:lnTo>
                        <a:pt x="330" y="18"/>
                      </a:lnTo>
                      <a:lnTo>
                        <a:pt x="321" y="14"/>
                      </a:lnTo>
                      <a:lnTo>
                        <a:pt x="321" y="23"/>
                      </a:lnTo>
                      <a:lnTo>
                        <a:pt x="313" y="41"/>
                      </a:lnTo>
                      <a:lnTo>
                        <a:pt x="299" y="49"/>
                      </a:lnTo>
                      <a:lnTo>
                        <a:pt x="286" y="49"/>
                      </a:lnTo>
                      <a:lnTo>
                        <a:pt x="277" y="41"/>
                      </a:lnTo>
                      <a:lnTo>
                        <a:pt x="259" y="41"/>
                      </a:lnTo>
                      <a:lnTo>
                        <a:pt x="259" y="54"/>
                      </a:lnTo>
                      <a:lnTo>
                        <a:pt x="254" y="49"/>
                      </a:lnTo>
                      <a:lnTo>
                        <a:pt x="228" y="54"/>
                      </a:lnTo>
                      <a:lnTo>
                        <a:pt x="219" y="63"/>
                      </a:lnTo>
                      <a:lnTo>
                        <a:pt x="210" y="58"/>
                      </a:lnTo>
                      <a:lnTo>
                        <a:pt x="201" y="45"/>
                      </a:lnTo>
                      <a:lnTo>
                        <a:pt x="201" y="23"/>
                      </a:lnTo>
                      <a:lnTo>
                        <a:pt x="210" y="14"/>
                      </a:lnTo>
                      <a:lnTo>
                        <a:pt x="201" y="14"/>
                      </a:lnTo>
                      <a:lnTo>
                        <a:pt x="201" y="0"/>
                      </a:lnTo>
                      <a:lnTo>
                        <a:pt x="192" y="0"/>
                      </a:lnTo>
                      <a:lnTo>
                        <a:pt x="192" y="14"/>
                      </a:lnTo>
                      <a:lnTo>
                        <a:pt x="161" y="18"/>
                      </a:lnTo>
                      <a:lnTo>
                        <a:pt x="147" y="18"/>
                      </a:lnTo>
                      <a:lnTo>
                        <a:pt x="134" y="9"/>
                      </a:lnTo>
                      <a:lnTo>
                        <a:pt x="129" y="18"/>
                      </a:lnTo>
                      <a:lnTo>
                        <a:pt x="134" y="23"/>
                      </a:lnTo>
                      <a:lnTo>
                        <a:pt x="138" y="41"/>
                      </a:lnTo>
                      <a:lnTo>
                        <a:pt x="152" y="45"/>
                      </a:lnTo>
                      <a:lnTo>
                        <a:pt x="143" y="45"/>
                      </a:lnTo>
                      <a:lnTo>
                        <a:pt x="134" y="54"/>
                      </a:lnTo>
                      <a:lnTo>
                        <a:pt x="112" y="63"/>
                      </a:lnTo>
                      <a:lnTo>
                        <a:pt x="103" y="58"/>
                      </a:lnTo>
                      <a:lnTo>
                        <a:pt x="94" y="58"/>
                      </a:lnTo>
                      <a:lnTo>
                        <a:pt x="94" y="45"/>
                      </a:lnTo>
                      <a:lnTo>
                        <a:pt x="80" y="54"/>
                      </a:lnTo>
                      <a:lnTo>
                        <a:pt x="62" y="54"/>
                      </a:lnTo>
                      <a:lnTo>
                        <a:pt x="58" y="67"/>
                      </a:lnTo>
                      <a:lnTo>
                        <a:pt x="71" y="67"/>
                      </a:lnTo>
                      <a:lnTo>
                        <a:pt x="67" y="76"/>
                      </a:lnTo>
                      <a:lnTo>
                        <a:pt x="53" y="76"/>
                      </a:lnTo>
                      <a:lnTo>
                        <a:pt x="58" y="85"/>
                      </a:lnTo>
                      <a:lnTo>
                        <a:pt x="67" y="85"/>
                      </a:lnTo>
                      <a:lnTo>
                        <a:pt x="71" y="94"/>
                      </a:lnTo>
                      <a:lnTo>
                        <a:pt x="53" y="139"/>
                      </a:lnTo>
                      <a:close/>
                    </a:path>
                  </a:pathLst>
                </a:custGeom>
                <a:grpFill/>
                <a:ln w="9525" cmpd="sng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>
                    <a:latin typeface="Delivery" panose="020F0503020204020204" pitchFamily="34" charset="0"/>
                  </a:endParaRPr>
                </a:p>
              </p:txBody>
            </p:sp>
            <p:sp>
              <p:nvSpPr>
                <p:cNvPr id="511" name="Freeform 69">
                  <a:extLst>
                    <a:ext uri="{FF2B5EF4-FFF2-40B4-BE49-F238E27FC236}">
                      <a16:creationId xmlns:a16="http://schemas.microsoft.com/office/drawing/2014/main" id="{E9195138-DF4C-EB5A-E5F3-C75405B270D1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1401" y="2507"/>
                  <a:ext cx="22" cy="40"/>
                </a:xfrm>
                <a:custGeom>
                  <a:avLst/>
                  <a:gdLst>
                    <a:gd name="T0" fmla="*/ 4 w 22"/>
                    <a:gd name="T1" fmla="*/ 9 h 40"/>
                    <a:gd name="T2" fmla="*/ 0 w 22"/>
                    <a:gd name="T3" fmla="*/ 26 h 40"/>
                    <a:gd name="T4" fmla="*/ 4 w 22"/>
                    <a:gd name="T5" fmla="*/ 40 h 40"/>
                    <a:gd name="T6" fmla="*/ 8 w 22"/>
                    <a:gd name="T7" fmla="*/ 40 h 40"/>
                    <a:gd name="T8" fmla="*/ 13 w 22"/>
                    <a:gd name="T9" fmla="*/ 35 h 40"/>
                    <a:gd name="T10" fmla="*/ 17 w 22"/>
                    <a:gd name="T11" fmla="*/ 31 h 40"/>
                    <a:gd name="T12" fmla="*/ 22 w 22"/>
                    <a:gd name="T13" fmla="*/ 26 h 40"/>
                    <a:gd name="T14" fmla="*/ 17 w 22"/>
                    <a:gd name="T15" fmla="*/ 4 h 40"/>
                    <a:gd name="T16" fmla="*/ 13 w 22"/>
                    <a:gd name="T17" fmla="*/ 0 h 40"/>
                    <a:gd name="T18" fmla="*/ 4 w 22"/>
                    <a:gd name="T19" fmla="*/ 9 h 4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2" h="40">
                      <a:moveTo>
                        <a:pt x="4" y="9"/>
                      </a:moveTo>
                      <a:lnTo>
                        <a:pt x="0" y="26"/>
                      </a:lnTo>
                      <a:lnTo>
                        <a:pt x="4" y="40"/>
                      </a:lnTo>
                      <a:lnTo>
                        <a:pt x="8" y="40"/>
                      </a:lnTo>
                      <a:lnTo>
                        <a:pt x="13" y="35"/>
                      </a:lnTo>
                      <a:lnTo>
                        <a:pt x="17" y="31"/>
                      </a:lnTo>
                      <a:lnTo>
                        <a:pt x="22" y="26"/>
                      </a:lnTo>
                      <a:lnTo>
                        <a:pt x="17" y="4"/>
                      </a:lnTo>
                      <a:lnTo>
                        <a:pt x="13" y="0"/>
                      </a:lnTo>
                      <a:lnTo>
                        <a:pt x="4" y="9"/>
                      </a:lnTo>
                      <a:close/>
                    </a:path>
                  </a:pathLst>
                </a:custGeom>
                <a:grpFill/>
                <a:ln w="9525" cmpd="sng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>
                    <a:latin typeface="Delivery" panose="020F0503020204020204" pitchFamily="34" charset="0"/>
                  </a:endParaRPr>
                </a:p>
              </p:txBody>
            </p:sp>
            <p:sp>
              <p:nvSpPr>
                <p:cNvPr id="192" name="Freeform 70">
                  <a:extLst>
                    <a:ext uri="{FF2B5EF4-FFF2-40B4-BE49-F238E27FC236}">
                      <a16:creationId xmlns:a16="http://schemas.microsoft.com/office/drawing/2014/main" id="{7DE8DFEE-466B-818F-EEA2-CA444434E1C4}"/>
                    </a:ext>
                  </a:extLst>
                </p:cNvPr>
                <p:cNvSpPr>
                  <a:spLocks noEditPoints="1"/>
                </p:cNvSpPr>
                <p:nvPr/>
              </p:nvSpPr>
              <p:spPr bwMode="gray">
                <a:xfrm>
                  <a:off x="659" y="898"/>
                  <a:ext cx="1273" cy="1202"/>
                </a:xfrm>
                <a:custGeom>
                  <a:avLst/>
                  <a:gdLst>
                    <a:gd name="T0" fmla="*/ 161 w 1273"/>
                    <a:gd name="T1" fmla="*/ 894 h 1202"/>
                    <a:gd name="T2" fmla="*/ 188 w 1273"/>
                    <a:gd name="T3" fmla="*/ 1001 h 1202"/>
                    <a:gd name="T4" fmla="*/ 733 w 1273"/>
                    <a:gd name="T5" fmla="*/ 1081 h 1202"/>
                    <a:gd name="T6" fmla="*/ 858 w 1273"/>
                    <a:gd name="T7" fmla="*/ 1162 h 1202"/>
                    <a:gd name="T8" fmla="*/ 1014 w 1273"/>
                    <a:gd name="T9" fmla="*/ 1099 h 1202"/>
                    <a:gd name="T10" fmla="*/ 1197 w 1273"/>
                    <a:gd name="T11" fmla="*/ 934 h 1202"/>
                    <a:gd name="T12" fmla="*/ 1121 w 1273"/>
                    <a:gd name="T13" fmla="*/ 818 h 1202"/>
                    <a:gd name="T14" fmla="*/ 956 w 1273"/>
                    <a:gd name="T15" fmla="*/ 710 h 1202"/>
                    <a:gd name="T16" fmla="*/ 902 w 1273"/>
                    <a:gd name="T17" fmla="*/ 979 h 1202"/>
                    <a:gd name="T18" fmla="*/ 692 w 1273"/>
                    <a:gd name="T19" fmla="*/ 813 h 1202"/>
                    <a:gd name="T20" fmla="*/ 755 w 1273"/>
                    <a:gd name="T21" fmla="*/ 612 h 1202"/>
                    <a:gd name="T22" fmla="*/ 817 w 1273"/>
                    <a:gd name="T23" fmla="*/ 581 h 1202"/>
                    <a:gd name="T24" fmla="*/ 817 w 1273"/>
                    <a:gd name="T25" fmla="*/ 438 h 1202"/>
                    <a:gd name="T26" fmla="*/ 728 w 1273"/>
                    <a:gd name="T27" fmla="*/ 456 h 1202"/>
                    <a:gd name="T28" fmla="*/ 643 w 1273"/>
                    <a:gd name="T29" fmla="*/ 407 h 1202"/>
                    <a:gd name="T30" fmla="*/ 616 w 1273"/>
                    <a:gd name="T31" fmla="*/ 500 h 1202"/>
                    <a:gd name="T32" fmla="*/ 478 w 1273"/>
                    <a:gd name="T33" fmla="*/ 541 h 1202"/>
                    <a:gd name="T34" fmla="*/ 237 w 1273"/>
                    <a:gd name="T35" fmla="*/ 424 h 1202"/>
                    <a:gd name="T36" fmla="*/ 121 w 1273"/>
                    <a:gd name="T37" fmla="*/ 938 h 1202"/>
                    <a:gd name="T38" fmla="*/ 232 w 1273"/>
                    <a:gd name="T39" fmla="*/ 1041 h 1202"/>
                    <a:gd name="T40" fmla="*/ 304 w 1273"/>
                    <a:gd name="T41" fmla="*/ 348 h 1202"/>
                    <a:gd name="T42" fmla="*/ 295 w 1273"/>
                    <a:gd name="T43" fmla="*/ 112 h 1202"/>
                    <a:gd name="T44" fmla="*/ 317 w 1273"/>
                    <a:gd name="T45" fmla="*/ 18 h 1202"/>
                    <a:gd name="T46" fmla="*/ 420 w 1273"/>
                    <a:gd name="T47" fmla="*/ 411 h 1202"/>
                    <a:gd name="T48" fmla="*/ 554 w 1273"/>
                    <a:gd name="T49" fmla="*/ 478 h 1202"/>
                    <a:gd name="T50" fmla="*/ 487 w 1273"/>
                    <a:gd name="T51" fmla="*/ 344 h 1202"/>
                    <a:gd name="T52" fmla="*/ 380 w 1273"/>
                    <a:gd name="T53" fmla="*/ 259 h 1202"/>
                    <a:gd name="T54" fmla="*/ 344 w 1273"/>
                    <a:gd name="T55" fmla="*/ 594 h 1202"/>
                    <a:gd name="T56" fmla="*/ 241 w 1273"/>
                    <a:gd name="T57" fmla="*/ 585 h 1202"/>
                    <a:gd name="T58" fmla="*/ 451 w 1273"/>
                    <a:gd name="T59" fmla="*/ 702 h 1202"/>
                    <a:gd name="T60" fmla="*/ 362 w 1273"/>
                    <a:gd name="T61" fmla="*/ 89 h 1202"/>
                    <a:gd name="T62" fmla="*/ 407 w 1273"/>
                    <a:gd name="T63" fmla="*/ 156 h 1202"/>
                    <a:gd name="T64" fmla="*/ 509 w 1273"/>
                    <a:gd name="T65" fmla="*/ 165 h 1202"/>
                    <a:gd name="T66" fmla="*/ 456 w 1273"/>
                    <a:gd name="T67" fmla="*/ 152 h 1202"/>
                    <a:gd name="T68" fmla="*/ 616 w 1273"/>
                    <a:gd name="T69" fmla="*/ 179 h 1202"/>
                    <a:gd name="T70" fmla="*/ 563 w 1273"/>
                    <a:gd name="T71" fmla="*/ 89 h 1202"/>
                    <a:gd name="T72" fmla="*/ 572 w 1273"/>
                    <a:gd name="T73" fmla="*/ 259 h 1202"/>
                    <a:gd name="T74" fmla="*/ 634 w 1273"/>
                    <a:gd name="T75" fmla="*/ 264 h 1202"/>
                    <a:gd name="T76" fmla="*/ 688 w 1273"/>
                    <a:gd name="T77" fmla="*/ 295 h 1202"/>
                    <a:gd name="T78" fmla="*/ 679 w 1273"/>
                    <a:gd name="T79" fmla="*/ 62 h 1202"/>
                    <a:gd name="T80" fmla="*/ 809 w 1273"/>
                    <a:gd name="T81" fmla="*/ 205 h 1202"/>
                    <a:gd name="T82" fmla="*/ 773 w 1273"/>
                    <a:gd name="T83" fmla="*/ 143 h 1202"/>
                    <a:gd name="T84" fmla="*/ 804 w 1273"/>
                    <a:gd name="T85" fmla="*/ 688 h 1202"/>
                    <a:gd name="T86" fmla="*/ 791 w 1273"/>
                    <a:gd name="T87" fmla="*/ 657 h 1202"/>
                    <a:gd name="T88" fmla="*/ 759 w 1273"/>
                    <a:gd name="T89" fmla="*/ 89 h 1202"/>
                    <a:gd name="T90" fmla="*/ 849 w 1273"/>
                    <a:gd name="T91" fmla="*/ 40 h 1202"/>
                    <a:gd name="T92" fmla="*/ 844 w 1273"/>
                    <a:gd name="T93" fmla="*/ 688 h 1202"/>
                    <a:gd name="T94" fmla="*/ 929 w 1273"/>
                    <a:gd name="T95" fmla="*/ 438 h 1202"/>
                    <a:gd name="T96" fmla="*/ 978 w 1273"/>
                    <a:gd name="T97" fmla="*/ 563 h 1202"/>
                    <a:gd name="T98" fmla="*/ 1005 w 1273"/>
                    <a:gd name="T99" fmla="*/ 693 h 1202"/>
                    <a:gd name="T100" fmla="*/ 1117 w 1273"/>
                    <a:gd name="T101" fmla="*/ 626 h 1202"/>
                    <a:gd name="T102" fmla="*/ 1041 w 1273"/>
                    <a:gd name="T103" fmla="*/ 420 h 1202"/>
                    <a:gd name="T104" fmla="*/ 951 w 1273"/>
                    <a:gd name="T105" fmla="*/ 308 h 1202"/>
                    <a:gd name="T106" fmla="*/ 804 w 1273"/>
                    <a:gd name="T107" fmla="*/ 273 h 1202"/>
                    <a:gd name="T108" fmla="*/ 737 w 1273"/>
                    <a:gd name="T109" fmla="*/ 366 h 1202"/>
                    <a:gd name="T110" fmla="*/ 889 w 1273"/>
                    <a:gd name="T111" fmla="*/ 706 h 1202"/>
                    <a:gd name="T112" fmla="*/ 1054 w 1273"/>
                    <a:gd name="T113" fmla="*/ 1135 h 1202"/>
                    <a:gd name="T114" fmla="*/ 1161 w 1273"/>
                    <a:gd name="T115" fmla="*/ 1122 h 1202"/>
                    <a:gd name="T116" fmla="*/ 1085 w 1273"/>
                    <a:gd name="T117" fmla="*/ 1050 h 1202"/>
                    <a:gd name="T118" fmla="*/ 1108 w 1273"/>
                    <a:gd name="T119" fmla="*/ 1041 h 1202"/>
                    <a:gd name="T120" fmla="*/ 1224 w 1273"/>
                    <a:gd name="T121" fmla="*/ 1086 h 1202"/>
                    <a:gd name="T122" fmla="*/ 1260 w 1273"/>
                    <a:gd name="T123" fmla="*/ 1077 h 12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  <a:cxn ang="0">
                      <a:pos x="T122" y="T123"/>
                    </a:cxn>
                  </a:cxnLst>
                  <a:rect l="0" t="0" r="r" b="b"/>
                  <a:pathLst>
                    <a:path w="1273" h="1202">
                      <a:moveTo>
                        <a:pt x="0" y="442"/>
                      </a:moveTo>
                      <a:lnTo>
                        <a:pt x="0" y="777"/>
                      </a:lnTo>
                      <a:lnTo>
                        <a:pt x="4" y="782"/>
                      </a:lnTo>
                      <a:lnTo>
                        <a:pt x="13" y="782"/>
                      </a:lnTo>
                      <a:lnTo>
                        <a:pt x="22" y="773"/>
                      </a:lnTo>
                      <a:lnTo>
                        <a:pt x="27" y="777"/>
                      </a:lnTo>
                      <a:lnTo>
                        <a:pt x="31" y="782"/>
                      </a:lnTo>
                      <a:lnTo>
                        <a:pt x="45" y="800"/>
                      </a:lnTo>
                      <a:lnTo>
                        <a:pt x="49" y="809"/>
                      </a:lnTo>
                      <a:lnTo>
                        <a:pt x="63" y="804"/>
                      </a:lnTo>
                      <a:lnTo>
                        <a:pt x="71" y="791"/>
                      </a:lnTo>
                      <a:lnTo>
                        <a:pt x="85" y="791"/>
                      </a:lnTo>
                      <a:lnTo>
                        <a:pt x="103" y="804"/>
                      </a:lnTo>
                      <a:lnTo>
                        <a:pt x="121" y="840"/>
                      </a:lnTo>
                      <a:lnTo>
                        <a:pt x="134" y="867"/>
                      </a:lnTo>
                      <a:lnTo>
                        <a:pt x="152" y="885"/>
                      </a:lnTo>
                      <a:lnTo>
                        <a:pt x="161" y="885"/>
                      </a:lnTo>
                      <a:lnTo>
                        <a:pt x="161" y="894"/>
                      </a:lnTo>
                      <a:lnTo>
                        <a:pt x="165" y="903"/>
                      </a:lnTo>
                      <a:lnTo>
                        <a:pt x="161" y="920"/>
                      </a:lnTo>
                      <a:lnTo>
                        <a:pt x="156" y="929"/>
                      </a:lnTo>
                      <a:lnTo>
                        <a:pt x="156" y="938"/>
                      </a:lnTo>
                      <a:lnTo>
                        <a:pt x="152" y="938"/>
                      </a:lnTo>
                      <a:lnTo>
                        <a:pt x="152" y="943"/>
                      </a:lnTo>
                      <a:lnTo>
                        <a:pt x="161" y="943"/>
                      </a:lnTo>
                      <a:lnTo>
                        <a:pt x="156" y="956"/>
                      </a:lnTo>
                      <a:lnTo>
                        <a:pt x="165" y="965"/>
                      </a:lnTo>
                      <a:lnTo>
                        <a:pt x="174" y="956"/>
                      </a:lnTo>
                      <a:lnTo>
                        <a:pt x="179" y="956"/>
                      </a:lnTo>
                      <a:lnTo>
                        <a:pt x="170" y="965"/>
                      </a:lnTo>
                      <a:lnTo>
                        <a:pt x="179" y="979"/>
                      </a:lnTo>
                      <a:lnTo>
                        <a:pt x="183" y="979"/>
                      </a:lnTo>
                      <a:lnTo>
                        <a:pt x="183" y="970"/>
                      </a:lnTo>
                      <a:lnTo>
                        <a:pt x="188" y="970"/>
                      </a:lnTo>
                      <a:lnTo>
                        <a:pt x="188" y="983"/>
                      </a:lnTo>
                      <a:lnTo>
                        <a:pt x="188" y="1001"/>
                      </a:lnTo>
                      <a:lnTo>
                        <a:pt x="197" y="1001"/>
                      </a:lnTo>
                      <a:lnTo>
                        <a:pt x="197" y="1005"/>
                      </a:lnTo>
                      <a:lnTo>
                        <a:pt x="206" y="1014"/>
                      </a:lnTo>
                      <a:lnTo>
                        <a:pt x="219" y="1023"/>
                      </a:lnTo>
                      <a:lnTo>
                        <a:pt x="237" y="1028"/>
                      </a:lnTo>
                      <a:lnTo>
                        <a:pt x="237" y="1037"/>
                      </a:lnTo>
                      <a:lnTo>
                        <a:pt x="246" y="1046"/>
                      </a:lnTo>
                      <a:lnTo>
                        <a:pt x="264" y="1055"/>
                      </a:lnTo>
                      <a:lnTo>
                        <a:pt x="268" y="1059"/>
                      </a:lnTo>
                      <a:lnTo>
                        <a:pt x="268" y="1063"/>
                      </a:lnTo>
                      <a:lnTo>
                        <a:pt x="657" y="1063"/>
                      </a:lnTo>
                      <a:lnTo>
                        <a:pt x="666" y="1059"/>
                      </a:lnTo>
                      <a:lnTo>
                        <a:pt x="670" y="1068"/>
                      </a:lnTo>
                      <a:lnTo>
                        <a:pt x="692" y="1068"/>
                      </a:lnTo>
                      <a:lnTo>
                        <a:pt x="701" y="1072"/>
                      </a:lnTo>
                      <a:lnTo>
                        <a:pt x="710" y="1081"/>
                      </a:lnTo>
                      <a:lnTo>
                        <a:pt x="724" y="1077"/>
                      </a:lnTo>
                      <a:lnTo>
                        <a:pt x="733" y="1081"/>
                      </a:lnTo>
                      <a:lnTo>
                        <a:pt x="750" y="1072"/>
                      </a:lnTo>
                      <a:lnTo>
                        <a:pt x="759" y="1068"/>
                      </a:lnTo>
                      <a:lnTo>
                        <a:pt x="764" y="1059"/>
                      </a:lnTo>
                      <a:lnTo>
                        <a:pt x="786" y="1063"/>
                      </a:lnTo>
                      <a:lnTo>
                        <a:pt x="795" y="1081"/>
                      </a:lnTo>
                      <a:lnTo>
                        <a:pt x="809" y="1081"/>
                      </a:lnTo>
                      <a:lnTo>
                        <a:pt x="809" y="1099"/>
                      </a:lnTo>
                      <a:lnTo>
                        <a:pt x="817" y="1113"/>
                      </a:lnTo>
                      <a:lnTo>
                        <a:pt x="826" y="1117"/>
                      </a:lnTo>
                      <a:lnTo>
                        <a:pt x="867" y="1122"/>
                      </a:lnTo>
                      <a:lnTo>
                        <a:pt x="889" y="1148"/>
                      </a:lnTo>
                      <a:lnTo>
                        <a:pt x="876" y="1144"/>
                      </a:lnTo>
                      <a:lnTo>
                        <a:pt x="880" y="1153"/>
                      </a:lnTo>
                      <a:lnTo>
                        <a:pt x="867" y="1148"/>
                      </a:lnTo>
                      <a:lnTo>
                        <a:pt x="858" y="1135"/>
                      </a:lnTo>
                      <a:lnTo>
                        <a:pt x="853" y="1135"/>
                      </a:lnTo>
                      <a:lnTo>
                        <a:pt x="862" y="1148"/>
                      </a:lnTo>
                      <a:lnTo>
                        <a:pt x="858" y="1162"/>
                      </a:lnTo>
                      <a:lnTo>
                        <a:pt x="858" y="1171"/>
                      </a:lnTo>
                      <a:lnTo>
                        <a:pt x="844" y="1189"/>
                      </a:lnTo>
                      <a:lnTo>
                        <a:pt x="844" y="1193"/>
                      </a:lnTo>
                      <a:lnTo>
                        <a:pt x="840" y="1198"/>
                      </a:lnTo>
                      <a:lnTo>
                        <a:pt x="844" y="1202"/>
                      </a:lnTo>
                      <a:lnTo>
                        <a:pt x="862" y="1189"/>
                      </a:lnTo>
                      <a:lnTo>
                        <a:pt x="876" y="1193"/>
                      </a:lnTo>
                      <a:lnTo>
                        <a:pt x="876" y="1189"/>
                      </a:lnTo>
                      <a:lnTo>
                        <a:pt x="893" y="1184"/>
                      </a:lnTo>
                      <a:lnTo>
                        <a:pt x="893" y="1180"/>
                      </a:lnTo>
                      <a:lnTo>
                        <a:pt x="880" y="1175"/>
                      </a:lnTo>
                      <a:lnTo>
                        <a:pt x="889" y="1171"/>
                      </a:lnTo>
                      <a:lnTo>
                        <a:pt x="911" y="1162"/>
                      </a:lnTo>
                      <a:lnTo>
                        <a:pt x="925" y="1166"/>
                      </a:lnTo>
                      <a:lnTo>
                        <a:pt x="929" y="1157"/>
                      </a:lnTo>
                      <a:lnTo>
                        <a:pt x="934" y="1157"/>
                      </a:lnTo>
                      <a:lnTo>
                        <a:pt x="992" y="1108"/>
                      </a:lnTo>
                      <a:lnTo>
                        <a:pt x="1014" y="1099"/>
                      </a:lnTo>
                      <a:lnTo>
                        <a:pt x="1032" y="1072"/>
                      </a:lnTo>
                      <a:lnTo>
                        <a:pt x="1041" y="1059"/>
                      </a:lnTo>
                      <a:lnTo>
                        <a:pt x="1063" y="1050"/>
                      </a:lnTo>
                      <a:lnTo>
                        <a:pt x="1072" y="1032"/>
                      </a:lnTo>
                      <a:lnTo>
                        <a:pt x="1170" y="1032"/>
                      </a:lnTo>
                      <a:lnTo>
                        <a:pt x="1193" y="1001"/>
                      </a:lnTo>
                      <a:lnTo>
                        <a:pt x="1215" y="996"/>
                      </a:lnTo>
                      <a:lnTo>
                        <a:pt x="1228" y="983"/>
                      </a:lnTo>
                      <a:lnTo>
                        <a:pt x="1228" y="974"/>
                      </a:lnTo>
                      <a:lnTo>
                        <a:pt x="1224" y="974"/>
                      </a:lnTo>
                      <a:lnTo>
                        <a:pt x="1228" y="965"/>
                      </a:lnTo>
                      <a:lnTo>
                        <a:pt x="1228" y="956"/>
                      </a:lnTo>
                      <a:lnTo>
                        <a:pt x="1219" y="943"/>
                      </a:lnTo>
                      <a:lnTo>
                        <a:pt x="1211" y="947"/>
                      </a:lnTo>
                      <a:lnTo>
                        <a:pt x="1202" y="952"/>
                      </a:lnTo>
                      <a:lnTo>
                        <a:pt x="1206" y="938"/>
                      </a:lnTo>
                      <a:lnTo>
                        <a:pt x="1206" y="934"/>
                      </a:lnTo>
                      <a:lnTo>
                        <a:pt x="1197" y="934"/>
                      </a:lnTo>
                      <a:lnTo>
                        <a:pt x="1170" y="956"/>
                      </a:lnTo>
                      <a:lnTo>
                        <a:pt x="1170" y="943"/>
                      </a:lnTo>
                      <a:lnTo>
                        <a:pt x="1184" y="938"/>
                      </a:lnTo>
                      <a:lnTo>
                        <a:pt x="1193" y="929"/>
                      </a:lnTo>
                      <a:lnTo>
                        <a:pt x="1197" y="925"/>
                      </a:lnTo>
                      <a:lnTo>
                        <a:pt x="1197" y="916"/>
                      </a:lnTo>
                      <a:lnTo>
                        <a:pt x="1184" y="925"/>
                      </a:lnTo>
                      <a:lnTo>
                        <a:pt x="1184" y="912"/>
                      </a:lnTo>
                      <a:lnTo>
                        <a:pt x="1161" y="912"/>
                      </a:lnTo>
                      <a:lnTo>
                        <a:pt x="1161" y="894"/>
                      </a:lnTo>
                      <a:lnTo>
                        <a:pt x="1139" y="885"/>
                      </a:lnTo>
                      <a:lnTo>
                        <a:pt x="1135" y="871"/>
                      </a:lnTo>
                      <a:lnTo>
                        <a:pt x="1148" y="871"/>
                      </a:lnTo>
                      <a:lnTo>
                        <a:pt x="1135" y="840"/>
                      </a:lnTo>
                      <a:lnTo>
                        <a:pt x="1126" y="836"/>
                      </a:lnTo>
                      <a:lnTo>
                        <a:pt x="1130" y="827"/>
                      </a:lnTo>
                      <a:lnTo>
                        <a:pt x="1117" y="822"/>
                      </a:lnTo>
                      <a:lnTo>
                        <a:pt x="1121" y="818"/>
                      </a:lnTo>
                      <a:lnTo>
                        <a:pt x="1094" y="769"/>
                      </a:lnTo>
                      <a:lnTo>
                        <a:pt x="1090" y="791"/>
                      </a:lnTo>
                      <a:lnTo>
                        <a:pt x="1081" y="809"/>
                      </a:lnTo>
                      <a:lnTo>
                        <a:pt x="1077" y="809"/>
                      </a:lnTo>
                      <a:lnTo>
                        <a:pt x="1059" y="831"/>
                      </a:lnTo>
                      <a:lnTo>
                        <a:pt x="1045" y="809"/>
                      </a:lnTo>
                      <a:lnTo>
                        <a:pt x="1027" y="813"/>
                      </a:lnTo>
                      <a:lnTo>
                        <a:pt x="1032" y="804"/>
                      </a:lnTo>
                      <a:lnTo>
                        <a:pt x="1027" y="800"/>
                      </a:lnTo>
                      <a:lnTo>
                        <a:pt x="1027" y="777"/>
                      </a:lnTo>
                      <a:lnTo>
                        <a:pt x="1023" y="764"/>
                      </a:lnTo>
                      <a:lnTo>
                        <a:pt x="1032" y="760"/>
                      </a:lnTo>
                      <a:lnTo>
                        <a:pt x="1027" y="751"/>
                      </a:lnTo>
                      <a:lnTo>
                        <a:pt x="1018" y="755"/>
                      </a:lnTo>
                      <a:lnTo>
                        <a:pt x="1001" y="746"/>
                      </a:lnTo>
                      <a:lnTo>
                        <a:pt x="987" y="715"/>
                      </a:lnTo>
                      <a:lnTo>
                        <a:pt x="969" y="702"/>
                      </a:lnTo>
                      <a:lnTo>
                        <a:pt x="956" y="710"/>
                      </a:lnTo>
                      <a:lnTo>
                        <a:pt x="911" y="697"/>
                      </a:lnTo>
                      <a:lnTo>
                        <a:pt x="902" y="706"/>
                      </a:lnTo>
                      <a:lnTo>
                        <a:pt x="902" y="719"/>
                      </a:lnTo>
                      <a:lnTo>
                        <a:pt x="907" y="733"/>
                      </a:lnTo>
                      <a:lnTo>
                        <a:pt x="902" y="760"/>
                      </a:lnTo>
                      <a:lnTo>
                        <a:pt x="907" y="760"/>
                      </a:lnTo>
                      <a:lnTo>
                        <a:pt x="911" y="782"/>
                      </a:lnTo>
                      <a:lnTo>
                        <a:pt x="920" y="782"/>
                      </a:lnTo>
                      <a:lnTo>
                        <a:pt x="898" y="809"/>
                      </a:lnTo>
                      <a:lnTo>
                        <a:pt x="898" y="818"/>
                      </a:lnTo>
                      <a:lnTo>
                        <a:pt x="902" y="822"/>
                      </a:lnTo>
                      <a:lnTo>
                        <a:pt x="925" y="849"/>
                      </a:lnTo>
                      <a:lnTo>
                        <a:pt x="929" y="880"/>
                      </a:lnTo>
                      <a:lnTo>
                        <a:pt x="902" y="912"/>
                      </a:lnTo>
                      <a:lnTo>
                        <a:pt x="880" y="920"/>
                      </a:lnTo>
                      <a:lnTo>
                        <a:pt x="898" y="938"/>
                      </a:lnTo>
                      <a:lnTo>
                        <a:pt x="893" y="961"/>
                      </a:lnTo>
                      <a:lnTo>
                        <a:pt x="902" y="979"/>
                      </a:lnTo>
                      <a:lnTo>
                        <a:pt x="898" y="988"/>
                      </a:lnTo>
                      <a:lnTo>
                        <a:pt x="902" y="1001"/>
                      </a:lnTo>
                      <a:lnTo>
                        <a:pt x="898" y="1005"/>
                      </a:lnTo>
                      <a:lnTo>
                        <a:pt x="889" y="996"/>
                      </a:lnTo>
                      <a:lnTo>
                        <a:pt x="880" y="1010"/>
                      </a:lnTo>
                      <a:lnTo>
                        <a:pt x="862" y="988"/>
                      </a:lnTo>
                      <a:lnTo>
                        <a:pt x="853" y="983"/>
                      </a:lnTo>
                      <a:lnTo>
                        <a:pt x="858" y="979"/>
                      </a:lnTo>
                      <a:lnTo>
                        <a:pt x="844" y="961"/>
                      </a:lnTo>
                      <a:lnTo>
                        <a:pt x="849" y="947"/>
                      </a:lnTo>
                      <a:lnTo>
                        <a:pt x="844" y="934"/>
                      </a:lnTo>
                      <a:lnTo>
                        <a:pt x="849" y="912"/>
                      </a:lnTo>
                      <a:lnTo>
                        <a:pt x="809" y="907"/>
                      </a:lnTo>
                      <a:lnTo>
                        <a:pt x="773" y="885"/>
                      </a:lnTo>
                      <a:lnTo>
                        <a:pt x="755" y="867"/>
                      </a:lnTo>
                      <a:lnTo>
                        <a:pt x="728" y="853"/>
                      </a:lnTo>
                      <a:lnTo>
                        <a:pt x="706" y="867"/>
                      </a:lnTo>
                      <a:lnTo>
                        <a:pt x="692" y="813"/>
                      </a:lnTo>
                      <a:lnTo>
                        <a:pt x="675" y="818"/>
                      </a:lnTo>
                      <a:lnTo>
                        <a:pt x="666" y="809"/>
                      </a:lnTo>
                      <a:lnTo>
                        <a:pt x="670" y="773"/>
                      </a:lnTo>
                      <a:lnTo>
                        <a:pt x="688" y="724"/>
                      </a:lnTo>
                      <a:lnTo>
                        <a:pt x="706" y="706"/>
                      </a:lnTo>
                      <a:lnTo>
                        <a:pt x="706" y="697"/>
                      </a:lnTo>
                      <a:lnTo>
                        <a:pt x="724" y="693"/>
                      </a:lnTo>
                      <a:lnTo>
                        <a:pt x="724" y="675"/>
                      </a:lnTo>
                      <a:lnTo>
                        <a:pt x="652" y="657"/>
                      </a:lnTo>
                      <a:lnTo>
                        <a:pt x="652" y="643"/>
                      </a:lnTo>
                      <a:lnTo>
                        <a:pt x="688" y="657"/>
                      </a:lnTo>
                      <a:lnTo>
                        <a:pt x="724" y="670"/>
                      </a:lnTo>
                      <a:lnTo>
                        <a:pt x="733" y="666"/>
                      </a:lnTo>
                      <a:lnTo>
                        <a:pt x="737" y="652"/>
                      </a:lnTo>
                      <a:lnTo>
                        <a:pt x="755" y="657"/>
                      </a:lnTo>
                      <a:lnTo>
                        <a:pt x="768" y="648"/>
                      </a:lnTo>
                      <a:lnTo>
                        <a:pt x="777" y="612"/>
                      </a:lnTo>
                      <a:lnTo>
                        <a:pt x="755" y="612"/>
                      </a:lnTo>
                      <a:lnTo>
                        <a:pt x="742" y="590"/>
                      </a:lnTo>
                      <a:lnTo>
                        <a:pt x="768" y="608"/>
                      </a:lnTo>
                      <a:lnTo>
                        <a:pt x="782" y="608"/>
                      </a:lnTo>
                      <a:lnTo>
                        <a:pt x="795" y="585"/>
                      </a:lnTo>
                      <a:lnTo>
                        <a:pt x="782" y="581"/>
                      </a:lnTo>
                      <a:lnTo>
                        <a:pt x="782" y="572"/>
                      </a:lnTo>
                      <a:lnTo>
                        <a:pt x="804" y="567"/>
                      </a:lnTo>
                      <a:lnTo>
                        <a:pt x="804" y="581"/>
                      </a:lnTo>
                      <a:lnTo>
                        <a:pt x="813" y="585"/>
                      </a:lnTo>
                      <a:lnTo>
                        <a:pt x="809" y="590"/>
                      </a:lnTo>
                      <a:lnTo>
                        <a:pt x="813" y="603"/>
                      </a:lnTo>
                      <a:lnTo>
                        <a:pt x="813" y="603"/>
                      </a:lnTo>
                      <a:lnTo>
                        <a:pt x="813" y="590"/>
                      </a:lnTo>
                      <a:lnTo>
                        <a:pt x="817" y="585"/>
                      </a:lnTo>
                      <a:lnTo>
                        <a:pt x="826" y="603"/>
                      </a:lnTo>
                      <a:lnTo>
                        <a:pt x="831" y="603"/>
                      </a:lnTo>
                      <a:lnTo>
                        <a:pt x="826" y="590"/>
                      </a:lnTo>
                      <a:lnTo>
                        <a:pt x="817" y="581"/>
                      </a:lnTo>
                      <a:lnTo>
                        <a:pt x="822" y="581"/>
                      </a:lnTo>
                      <a:lnTo>
                        <a:pt x="822" y="567"/>
                      </a:lnTo>
                      <a:lnTo>
                        <a:pt x="822" y="563"/>
                      </a:lnTo>
                      <a:lnTo>
                        <a:pt x="831" y="581"/>
                      </a:lnTo>
                      <a:lnTo>
                        <a:pt x="853" y="563"/>
                      </a:lnTo>
                      <a:lnTo>
                        <a:pt x="853" y="554"/>
                      </a:lnTo>
                      <a:lnTo>
                        <a:pt x="867" y="545"/>
                      </a:lnTo>
                      <a:lnTo>
                        <a:pt x="867" y="527"/>
                      </a:lnTo>
                      <a:lnTo>
                        <a:pt x="858" y="514"/>
                      </a:lnTo>
                      <a:lnTo>
                        <a:pt x="849" y="491"/>
                      </a:lnTo>
                      <a:lnTo>
                        <a:pt x="858" y="491"/>
                      </a:lnTo>
                      <a:lnTo>
                        <a:pt x="867" y="478"/>
                      </a:lnTo>
                      <a:lnTo>
                        <a:pt x="858" y="474"/>
                      </a:lnTo>
                      <a:lnTo>
                        <a:pt x="867" y="469"/>
                      </a:lnTo>
                      <a:lnTo>
                        <a:pt x="867" y="460"/>
                      </a:lnTo>
                      <a:lnTo>
                        <a:pt x="849" y="442"/>
                      </a:lnTo>
                      <a:lnTo>
                        <a:pt x="826" y="442"/>
                      </a:lnTo>
                      <a:lnTo>
                        <a:pt x="817" y="438"/>
                      </a:lnTo>
                      <a:lnTo>
                        <a:pt x="804" y="438"/>
                      </a:lnTo>
                      <a:lnTo>
                        <a:pt x="804" y="460"/>
                      </a:lnTo>
                      <a:lnTo>
                        <a:pt x="809" y="465"/>
                      </a:lnTo>
                      <a:lnTo>
                        <a:pt x="804" y="474"/>
                      </a:lnTo>
                      <a:lnTo>
                        <a:pt x="795" y="478"/>
                      </a:lnTo>
                      <a:lnTo>
                        <a:pt x="795" y="505"/>
                      </a:lnTo>
                      <a:lnTo>
                        <a:pt x="786" y="518"/>
                      </a:lnTo>
                      <a:lnTo>
                        <a:pt x="773" y="536"/>
                      </a:lnTo>
                      <a:lnTo>
                        <a:pt x="759" y="496"/>
                      </a:lnTo>
                      <a:lnTo>
                        <a:pt x="764" y="478"/>
                      </a:lnTo>
                      <a:lnTo>
                        <a:pt x="764" y="460"/>
                      </a:lnTo>
                      <a:lnTo>
                        <a:pt x="750" y="447"/>
                      </a:lnTo>
                      <a:lnTo>
                        <a:pt x="746" y="447"/>
                      </a:lnTo>
                      <a:lnTo>
                        <a:pt x="737" y="496"/>
                      </a:lnTo>
                      <a:lnTo>
                        <a:pt x="728" y="496"/>
                      </a:lnTo>
                      <a:lnTo>
                        <a:pt x="728" y="469"/>
                      </a:lnTo>
                      <a:lnTo>
                        <a:pt x="719" y="456"/>
                      </a:lnTo>
                      <a:lnTo>
                        <a:pt x="728" y="456"/>
                      </a:lnTo>
                      <a:lnTo>
                        <a:pt x="733" y="451"/>
                      </a:lnTo>
                      <a:lnTo>
                        <a:pt x="719" y="442"/>
                      </a:lnTo>
                      <a:lnTo>
                        <a:pt x="710" y="451"/>
                      </a:lnTo>
                      <a:lnTo>
                        <a:pt x="701" y="442"/>
                      </a:lnTo>
                      <a:lnTo>
                        <a:pt x="706" y="429"/>
                      </a:lnTo>
                      <a:lnTo>
                        <a:pt x="701" y="420"/>
                      </a:lnTo>
                      <a:lnTo>
                        <a:pt x="715" y="420"/>
                      </a:lnTo>
                      <a:lnTo>
                        <a:pt x="706" y="393"/>
                      </a:lnTo>
                      <a:lnTo>
                        <a:pt x="692" y="389"/>
                      </a:lnTo>
                      <a:lnTo>
                        <a:pt x="692" y="366"/>
                      </a:lnTo>
                      <a:lnTo>
                        <a:pt x="679" y="348"/>
                      </a:lnTo>
                      <a:lnTo>
                        <a:pt x="661" y="344"/>
                      </a:lnTo>
                      <a:lnTo>
                        <a:pt x="652" y="348"/>
                      </a:lnTo>
                      <a:lnTo>
                        <a:pt x="661" y="357"/>
                      </a:lnTo>
                      <a:lnTo>
                        <a:pt x="652" y="362"/>
                      </a:lnTo>
                      <a:lnTo>
                        <a:pt x="643" y="389"/>
                      </a:lnTo>
                      <a:lnTo>
                        <a:pt x="657" y="393"/>
                      </a:lnTo>
                      <a:lnTo>
                        <a:pt x="643" y="407"/>
                      </a:lnTo>
                      <a:lnTo>
                        <a:pt x="643" y="424"/>
                      </a:lnTo>
                      <a:lnTo>
                        <a:pt x="652" y="442"/>
                      </a:lnTo>
                      <a:lnTo>
                        <a:pt x="688" y="451"/>
                      </a:lnTo>
                      <a:lnTo>
                        <a:pt x="675" y="460"/>
                      </a:lnTo>
                      <a:lnTo>
                        <a:pt x="670" y="478"/>
                      </a:lnTo>
                      <a:lnTo>
                        <a:pt x="683" y="469"/>
                      </a:lnTo>
                      <a:lnTo>
                        <a:pt x="683" y="487"/>
                      </a:lnTo>
                      <a:lnTo>
                        <a:pt x="670" y="505"/>
                      </a:lnTo>
                      <a:lnTo>
                        <a:pt x="661" y="505"/>
                      </a:lnTo>
                      <a:lnTo>
                        <a:pt x="657" y="518"/>
                      </a:lnTo>
                      <a:lnTo>
                        <a:pt x="666" y="527"/>
                      </a:lnTo>
                      <a:lnTo>
                        <a:pt x="657" y="536"/>
                      </a:lnTo>
                      <a:lnTo>
                        <a:pt x="648" y="527"/>
                      </a:lnTo>
                      <a:lnTo>
                        <a:pt x="652" y="496"/>
                      </a:lnTo>
                      <a:lnTo>
                        <a:pt x="643" y="509"/>
                      </a:lnTo>
                      <a:lnTo>
                        <a:pt x="639" y="491"/>
                      </a:lnTo>
                      <a:lnTo>
                        <a:pt x="625" y="487"/>
                      </a:lnTo>
                      <a:lnTo>
                        <a:pt x="616" y="500"/>
                      </a:lnTo>
                      <a:lnTo>
                        <a:pt x="616" y="509"/>
                      </a:lnTo>
                      <a:lnTo>
                        <a:pt x="603" y="514"/>
                      </a:lnTo>
                      <a:lnTo>
                        <a:pt x="567" y="514"/>
                      </a:lnTo>
                      <a:lnTo>
                        <a:pt x="549" y="505"/>
                      </a:lnTo>
                      <a:lnTo>
                        <a:pt x="536" y="509"/>
                      </a:lnTo>
                      <a:lnTo>
                        <a:pt x="518" y="496"/>
                      </a:lnTo>
                      <a:lnTo>
                        <a:pt x="518" y="478"/>
                      </a:lnTo>
                      <a:lnTo>
                        <a:pt x="509" y="469"/>
                      </a:lnTo>
                      <a:lnTo>
                        <a:pt x="491" y="483"/>
                      </a:lnTo>
                      <a:lnTo>
                        <a:pt x="474" y="483"/>
                      </a:lnTo>
                      <a:lnTo>
                        <a:pt x="469" y="500"/>
                      </a:lnTo>
                      <a:lnTo>
                        <a:pt x="478" y="500"/>
                      </a:lnTo>
                      <a:lnTo>
                        <a:pt x="509" y="487"/>
                      </a:lnTo>
                      <a:lnTo>
                        <a:pt x="514" y="496"/>
                      </a:lnTo>
                      <a:lnTo>
                        <a:pt x="482" y="523"/>
                      </a:lnTo>
                      <a:lnTo>
                        <a:pt x="482" y="554"/>
                      </a:lnTo>
                      <a:lnTo>
                        <a:pt x="474" y="559"/>
                      </a:lnTo>
                      <a:lnTo>
                        <a:pt x="478" y="541"/>
                      </a:lnTo>
                      <a:lnTo>
                        <a:pt x="465" y="532"/>
                      </a:lnTo>
                      <a:lnTo>
                        <a:pt x="465" y="523"/>
                      </a:lnTo>
                      <a:lnTo>
                        <a:pt x="447" y="514"/>
                      </a:lnTo>
                      <a:lnTo>
                        <a:pt x="407" y="532"/>
                      </a:lnTo>
                      <a:lnTo>
                        <a:pt x="371" y="527"/>
                      </a:lnTo>
                      <a:lnTo>
                        <a:pt x="375" y="505"/>
                      </a:lnTo>
                      <a:lnTo>
                        <a:pt x="389" y="505"/>
                      </a:lnTo>
                      <a:lnTo>
                        <a:pt x="393" y="496"/>
                      </a:lnTo>
                      <a:lnTo>
                        <a:pt x="380" y="469"/>
                      </a:lnTo>
                      <a:lnTo>
                        <a:pt x="353" y="460"/>
                      </a:lnTo>
                      <a:lnTo>
                        <a:pt x="357" y="474"/>
                      </a:lnTo>
                      <a:lnTo>
                        <a:pt x="340" y="460"/>
                      </a:lnTo>
                      <a:lnTo>
                        <a:pt x="304" y="451"/>
                      </a:lnTo>
                      <a:lnTo>
                        <a:pt x="259" y="433"/>
                      </a:lnTo>
                      <a:lnTo>
                        <a:pt x="255" y="447"/>
                      </a:lnTo>
                      <a:lnTo>
                        <a:pt x="241" y="451"/>
                      </a:lnTo>
                      <a:lnTo>
                        <a:pt x="241" y="424"/>
                      </a:lnTo>
                      <a:lnTo>
                        <a:pt x="237" y="424"/>
                      </a:lnTo>
                      <a:lnTo>
                        <a:pt x="237" y="447"/>
                      </a:lnTo>
                      <a:lnTo>
                        <a:pt x="228" y="442"/>
                      </a:lnTo>
                      <a:lnTo>
                        <a:pt x="197" y="393"/>
                      </a:lnTo>
                      <a:lnTo>
                        <a:pt x="188" y="402"/>
                      </a:lnTo>
                      <a:lnTo>
                        <a:pt x="192" y="429"/>
                      </a:lnTo>
                      <a:lnTo>
                        <a:pt x="130" y="460"/>
                      </a:lnTo>
                      <a:lnTo>
                        <a:pt x="130" y="451"/>
                      </a:lnTo>
                      <a:lnTo>
                        <a:pt x="165" y="433"/>
                      </a:lnTo>
                      <a:lnTo>
                        <a:pt x="170" y="420"/>
                      </a:lnTo>
                      <a:lnTo>
                        <a:pt x="147" y="424"/>
                      </a:lnTo>
                      <a:lnTo>
                        <a:pt x="139" y="438"/>
                      </a:lnTo>
                      <a:lnTo>
                        <a:pt x="134" y="429"/>
                      </a:lnTo>
                      <a:lnTo>
                        <a:pt x="103" y="451"/>
                      </a:lnTo>
                      <a:lnTo>
                        <a:pt x="98" y="433"/>
                      </a:lnTo>
                      <a:lnTo>
                        <a:pt x="71" y="460"/>
                      </a:lnTo>
                      <a:lnTo>
                        <a:pt x="31" y="447"/>
                      </a:lnTo>
                      <a:lnTo>
                        <a:pt x="0" y="442"/>
                      </a:lnTo>
                      <a:close/>
                      <a:moveTo>
                        <a:pt x="121" y="938"/>
                      </a:moveTo>
                      <a:lnTo>
                        <a:pt x="121" y="956"/>
                      </a:lnTo>
                      <a:lnTo>
                        <a:pt x="130" y="974"/>
                      </a:lnTo>
                      <a:lnTo>
                        <a:pt x="143" y="988"/>
                      </a:lnTo>
                      <a:lnTo>
                        <a:pt x="134" y="970"/>
                      </a:lnTo>
                      <a:lnTo>
                        <a:pt x="139" y="965"/>
                      </a:lnTo>
                      <a:lnTo>
                        <a:pt x="134" y="952"/>
                      </a:lnTo>
                      <a:lnTo>
                        <a:pt x="139" y="943"/>
                      </a:lnTo>
                      <a:lnTo>
                        <a:pt x="121" y="938"/>
                      </a:lnTo>
                      <a:close/>
                      <a:moveTo>
                        <a:pt x="183" y="1019"/>
                      </a:moveTo>
                      <a:lnTo>
                        <a:pt x="192" y="1028"/>
                      </a:lnTo>
                      <a:lnTo>
                        <a:pt x="197" y="1041"/>
                      </a:lnTo>
                      <a:lnTo>
                        <a:pt x="201" y="1037"/>
                      </a:lnTo>
                      <a:lnTo>
                        <a:pt x="210" y="1046"/>
                      </a:lnTo>
                      <a:lnTo>
                        <a:pt x="232" y="1063"/>
                      </a:lnTo>
                      <a:lnTo>
                        <a:pt x="259" y="1072"/>
                      </a:lnTo>
                      <a:lnTo>
                        <a:pt x="259" y="1068"/>
                      </a:lnTo>
                      <a:lnTo>
                        <a:pt x="246" y="1055"/>
                      </a:lnTo>
                      <a:lnTo>
                        <a:pt x="232" y="1041"/>
                      </a:lnTo>
                      <a:lnTo>
                        <a:pt x="228" y="1032"/>
                      </a:lnTo>
                      <a:lnTo>
                        <a:pt x="197" y="1019"/>
                      </a:lnTo>
                      <a:lnTo>
                        <a:pt x="183" y="1019"/>
                      </a:lnTo>
                      <a:close/>
                      <a:moveTo>
                        <a:pt x="241" y="223"/>
                      </a:moveTo>
                      <a:lnTo>
                        <a:pt x="250" y="228"/>
                      </a:lnTo>
                      <a:lnTo>
                        <a:pt x="259" y="246"/>
                      </a:lnTo>
                      <a:lnTo>
                        <a:pt x="241" y="281"/>
                      </a:lnTo>
                      <a:lnTo>
                        <a:pt x="250" y="290"/>
                      </a:lnTo>
                      <a:lnTo>
                        <a:pt x="237" y="290"/>
                      </a:lnTo>
                      <a:lnTo>
                        <a:pt x="228" y="331"/>
                      </a:lnTo>
                      <a:lnTo>
                        <a:pt x="237" y="331"/>
                      </a:lnTo>
                      <a:lnTo>
                        <a:pt x="255" y="344"/>
                      </a:lnTo>
                      <a:lnTo>
                        <a:pt x="255" y="366"/>
                      </a:lnTo>
                      <a:lnTo>
                        <a:pt x="264" y="375"/>
                      </a:lnTo>
                      <a:lnTo>
                        <a:pt x="273" y="371"/>
                      </a:lnTo>
                      <a:lnTo>
                        <a:pt x="281" y="353"/>
                      </a:lnTo>
                      <a:lnTo>
                        <a:pt x="290" y="362"/>
                      </a:lnTo>
                      <a:lnTo>
                        <a:pt x="304" y="348"/>
                      </a:lnTo>
                      <a:lnTo>
                        <a:pt x="304" y="322"/>
                      </a:lnTo>
                      <a:lnTo>
                        <a:pt x="313" y="313"/>
                      </a:lnTo>
                      <a:lnTo>
                        <a:pt x="308" y="304"/>
                      </a:lnTo>
                      <a:lnTo>
                        <a:pt x="313" y="290"/>
                      </a:lnTo>
                      <a:lnTo>
                        <a:pt x="335" y="277"/>
                      </a:lnTo>
                      <a:lnTo>
                        <a:pt x="353" y="268"/>
                      </a:lnTo>
                      <a:lnTo>
                        <a:pt x="371" y="255"/>
                      </a:lnTo>
                      <a:lnTo>
                        <a:pt x="348" y="232"/>
                      </a:lnTo>
                      <a:lnTo>
                        <a:pt x="340" y="210"/>
                      </a:lnTo>
                      <a:lnTo>
                        <a:pt x="322" y="214"/>
                      </a:lnTo>
                      <a:lnTo>
                        <a:pt x="317" y="219"/>
                      </a:lnTo>
                      <a:lnTo>
                        <a:pt x="290" y="205"/>
                      </a:lnTo>
                      <a:lnTo>
                        <a:pt x="241" y="223"/>
                      </a:lnTo>
                      <a:close/>
                      <a:moveTo>
                        <a:pt x="259" y="89"/>
                      </a:moveTo>
                      <a:lnTo>
                        <a:pt x="264" y="98"/>
                      </a:lnTo>
                      <a:lnTo>
                        <a:pt x="281" y="98"/>
                      </a:lnTo>
                      <a:lnTo>
                        <a:pt x="286" y="89"/>
                      </a:lnTo>
                      <a:lnTo>
                        <a:pt x="295" y="112"/>
                      </a:lnTo>
                      <a:lnTo>
                        <a:pt x="308" y="98"/>
                      </a:lnTo>
                      <a:lnTo>
                        <a:pt x="308" y="80"/>
                      </a:lnTo>
                      <a:lnTo>
                        <a:pt x="313" y="94"/>
                      </a:lnTo>
                      <a:lnTo>
                        <a:pt x="322" y="76"/>
                      </a:lnTo>
                      <a:lnTo>
                        <a:pt x="322" y="49"/>
                      </a:lnTo>
                      <a:lnTo>
                        <a:pt x="335" y="45"/>
                      </a:lnTo>
                      <a:lnTo>
                        <a:pt x="335" y="71"/>
                      </a:lnTo>
                      <a:lnTo>
                        <a:pt x="344" y="89"/>
                      </a:lnTo>
                      <a:lnTo>
                        <a:pt x="348" y="80"/>
                      </a:lnTo>
                      <a:lnTo>
                        <a:pt x="348" y="67"/>
                      </a:lnTo>
                      <a:lnTo>
                        <a:pt x="362" y="71"/>
                      </a:lnTo>
                      <a:lnTo>
                        <a:pt x="366" y="49"/>
                      </a:lnTo>
                      <a:lnTo>
                        <a:pt x="362" y="36"/>
                      </a:lnTo>
                      <a:lnTo>
                        <a:pt x="371" y="27"/>
                      </a:lnTo>
                      <a:lnTo>
                        <a:pt x="357" y="9"/>
                      </a:lnTo>
                      <a:lnTo>
                        <a:pt x="353" y="9"/>
                      </a:lnTo>
                      <a:lnTo>
                        <a:pt x="348" y="22"/>
                      </a:lnTo>
                      <a:lnTo>
                        <a:pt x="317" y="18"/>
                      </a:lnTo>
                      <a:lnTo>
                        <a:pt x="299" y="49"/>
                      </a:lnTo>
                      <a:lnTo>
                        <a:pt x="286" y="54"/>
                      </a:lnTo>
                      <a:lnTo>
                        <a:pt x="286" y="67"/>
                      </a:lnTo>
                      <a:lnTo>
                        <a:pt x="264" y="76"/>
                      </a:lnTo>
                      <a:lnTo>
                        <a:pt x="259" y="89"/>
                      </a:lnTo>
                      <a:close/>
                      <a:moveTo>
                        <a:pt x="322" y="362"/>
                      </a:moveTo>
                      <a:lnTo>
                        <a:pt x="335" y="353"/>
                      </a:lnTo>
                      <a:lnTo>
                        <a:pt x="362" y="348"/>
                      </a:lnTo>
                      <a:lnTo>
                        <a:pt x="375" y="353"/>
                      </a:lnTo>
                      <a:lnTo>
                        <a:pt x="348" y="362"/>
                      </a:lnTo>
                      <a:lnTo>
                        <a:pt x="326" y="375"/>
                      </a:lnTo>
                      <a:lnTo>
                        <a:pt x="326" y="384"/>
                      </a:lnTo>
                      <a:lnTo>
                        <a:pt x="340" y="393"/>
                      </a:lnTo>
                      <a:lnTo>
                        <a:pt x="375" y="398"/>
                      </a:lnTo>
                      <a:lnTo>
                        <a:pt x="398" y="389"/>
                      </a:lnTo>
                      <a:lnTo>
                        <a:pt x="433" y="398"/>
                      </a:lnTo>
                      <a:lnTo>
                        <a:pt x="438" y="402"/>
                      </a:lnTo>
                      <a:lnTo>
                        <a:pt x="420" y="411"/>
                      </a:lnTo>
                      <a:lnTo>
                        <a:pt x="398" y="407"/>
                      </a:lnTo>
                      <a:lnTo>
                        <a:pt x="353" y="416"/>
                      </a:lnTo>
                      <a:lnTo>
                        <a:pt x="344" y="429"/>
                      </a:lnTo>
                      <a:lnTo>
                        <a:pt x="357" y="451"/>
                      </a:lnTo>
                      <a:lnTo>
                        <a:pt x="402" y="451"/>
                      </a:lnTo>
                      <a:lnTo>
                        <a:pt x="402" y="460"/>
                      </a:lnTo>
                      <a:lnTo>
                        <a:pt x="393" y="469"/>
                      </a:lnTo>
                      <a:lnTo>
                        <a:pt x="393" y="483"/>
                      </a:lnTo>
                      <a:lnTo>
                        <a:pt x="407" y="496"/>
                      </a:lnTo>
                      <a:lnTo>
                        <a:pt x="451" y="491"/>
                      </a:lnTo>
                      <a:lnTo>
                        <a:pt x="474" y="474"/>
                      </a:lnTo>
                      <a:lnTo>
                        <a:pt x="482" y="474"/>
                      </a:lnTo>
                      <a:lnTo>
                        <a:pt x="491" y="465"/>
                      </a:lnTo>
                      <a:lnTo>
                        <a:pt x="496" y="447"/>
                      </a:lnTo>
                      <a:lnTo>
                        <a:pt x="500" y="465"/>
                      </a:lnTo>
                      <a:lnTo>
                        <a:pt x="527" y="460"/>
                      </a:lnTo>
                      <a:lnTo>
                        <a:pt x="518" y="474"/>
                      </a:lnTo>
                      <a:lnTo>
                        <a:pt x="554" y="478"/>
                      </a:lnTo>
                      <a:lnTo>
                        <a:pt x="572" y="465"/>
                      </a:lnTo>
                      <a:lnTo>
                        <a:pt x="563" y="447"/>
                      </a:lnTo>
                      <a:lnTo>
                        <a:pt x="554" y="451"/>
                      </a:lnTo>
                      <a:lnTo>
                        <a:pt x="549" y="442"/>
                      </a:lnTo>
                      <a:lnTo>
                        <a:pt x="567" y="438"/>
                      </a:lnTo>
                      <a:lnTo>
                        <a:pt x="581" y="442"/>
                      </a:lnTo>
                      <a:lnTo>
                        <a:pt x="581" y="420"/>
                      </a:lnTo>
                      <a:lnTo>
                        <a:pt x="558" y="411"/>
                      </a:lnTo>
                      <a:lnTo>
                        <a:pt x="554" y="398"/>
                      </a:lnTo>
                      <a:lnTo>
                        <a:pt x="545" y="407"/>
                      </a:lnTo>
                      <a:lnTo>
                        <a:pt x="527" y="380"/>
                      </a:lnTo>
                      <a:lnTo>
                        <a:pt x="527" y="348"/>
                      </a:lnTo>
                      <a:lnTo>
                        <a:pt x="509" y="281"/>
                      </a:lnTo>
                      <a:lnTo>
                        <a:pt x="491" y="264"/>
                      </a:lnTo>
                      <a:lnTo>
                        <a:pt x="491" y="273"/>
                      </a:lnTo>
                      <a:lnTo>
                        <a:pt x="478" y="268"/>
                      </a:lnTo>
                      <a:lnTo>
                        <a:pt x="478" y="281"/>
                      </a:lnTo>
                      <a:lnTo>
                        <a:pt x="487" y="344"/>
                      </a:lnTo>
                      <a:lnTo>
                        <a:pt x="478" y="353"/>
                      </a:lnTo>
                      <a:lnTo>
                        <a:pt x="474" y="344"/>
                      </a:lnTo>
                      <a:lnTo>
                        <a:pt x="469" y="304"/>
                      </a:lnTo>
                      <a:lnTo>
                        <a:pt x="456" y="286"/>
                      </a:lnTo>
                      <a:lnTo>
                        <a:pt x="442" y="286"/>
                      </a:lnTo>
                      <a:lnTo>
                        <a:pt x="447" y="299"/>
                      </a:lnTo>
                      <a:lnTo>
                        <a:pt x="451" y="299"/>
                      </a:lnTo>
                      <a:lnTo>
                        <a:pt x="451" y="322"/>
                      </a:lnTo>
                      <a:lnTo>
                        <a:pt x="433" y="322"/>
                      </a:lnTo>
                      <a:lnTo>
                        <a:pt x="424" y="326"/>
                      </a:lnTo>
                      <a:lnTo>
                        <a:pt x="438" y="299"/>
                      </a:lnTo>
                      <a:lnTo>
                        <a:pt x="424" y="286"/>
                      </a:lnTo>
                      <a:lnTo>
                        <a:pt x="402" y="277"/>
                      </a:lnTo>
                      <a:lnTo>
                        <a:pt x="398" y="304"/>
                      </a:lnTo>
                      <a:lnTo>
                        <a:pt x="384" y="313"/>
                      </a:lnTo>
                      <a:lnTo>
                        <a:pt x="389" y="295"/>
                      </a:lnTo>
                      <a:lnTo>
                        <a:pt x="389" y="259"/>
                      </a:lnTo>
                      <a:lnTo>
                        <a:pt x="380" y="259"/>
                      </a:lnTo>
                      <a:lnTo>
                        <a:pt x="322" y="295"/>
                      </a:lnTo>
                      <a:lnTo>
                        <a:pt x="322" y="304"/>
                      </a:lnTo>
                      <a:lnTo>
                        <a:pt x="322" y="313"/>
                      </a:lnTo>
                      <a:lnTo>
                        <a:pt x="335" y="308"/>
                      </a:lnTo>
                      <a:lnTo>
                        <a:pt x="331" y="317"/>
                      </a:lnTo>
                      <a:lnTo>
                        <a:pt x="317" y="322"/>
                      </a:lnTo>
                      <a:lnTo>
                        <a:pt x="308" y="340"/>
                      </a:lnTo>
                      <a:lnTo>
                        <a:pt x="308" y="348"/>
                      </a:lnTo>
                      <a:lnTo>
                        <a:pt x="317" y="340"/>
                      </a:lnTo>
                      <a:lnTo>
                        <a:pt x="326" y="344"/>
                      </a:lnTo>
                      <a:lnTo>
                        <a:pt x="322" y="353"/>
                      </a:lnTo>
                      <a:lnTo>
                        <a:pt x="322" y="362"/>
                      </a:lnTo>
                      <a:close/>
                      <a:moveTo>
                        <a:pt x="322" y="550"/>
                      </a:moveTo>
                      <a:lnTo>
                        <a:pt x="299" y="572"/>
                      </a:lnTo>
                      <a:lnTo>
                        <a:pt x="322" y="581"/>
                      </a:lnTo>
                      <a:lnTo>
                        <a:pt x="344" y="572"/>
                      </a:lnTo>
                      <a:lnTo>
                        <a:pt x="348" y="576"/>
                      </a:lnTo>
                      <a:lnTo>
                        <a:pt x="344" y="594"/>
                      </a:lnTo>
                      <a:lnTo>
                        <a:pt x="322" y="599"/>
                      </a:lnTo>
                      <a:lnTo>
                        <a:pt x="322" y="590"/>
                      </a:lnTo>
                      <a:lnTo>
                        <a:pt x="313" y="590"/>
                      </a:lnTo>
                      <a:lnTo>
                        <a:pt x="308" y="599"/>
                      </a:lnTo>
                      <a:lnTo>
                        <a:pt x="313" y="608"/>
                      </a:lnTo>
                      <a:lnTo>
                        <a:pt x="308" y="612"/>
                      </a:lnTo>
                      <a:lnTo>
                        <a:pt x="295" y="630"/>
                      </a:lnTo>
                      <a:lnTo>
                        <a:pt x="290" y="626"/>
                      </a:lnTo>
                      <a:lnTo>
                        <a:pt x="299" y="603"/>
                      </a:lnTo>
                      <a:lnTo>
                        <a:pt x="295" y="599"/>
                      </a:lnTo>
                      <a:lnTo>
                        <a:pt x="281" y="626"/>
                      </a:lnTo>
                      <a:lnTo>
                        <a:pt x="255" y="617"/>
                      </a:lnTo>
                      <a:lnTo>
                        <a:pt x="268" y="612"/>
                      </a:lnTo>
                      <a:lnTo>
                        <a:pt x="273" y="599"/>
                      </a:lnTo>
                      <a:lnTo>
                        <a:pt x="268" y="590"/>
                      </a:lnTo>
                      <a:lnTo>
                        <a:pt x="286" y="590"/>
                      </a:lnTo>
                      <a:lnTo>
                        <a:pt x="281" y="581"/>
                      </a:lnTo>
                      <a:lnTo>
                        <a:pt x="241" y="585"/>
                      </a:lnTo>
                      <a:lnTo>
                        <a:pt x="232" y="590"/>
                      </a:lnTo>
                      <a:lnTo>
                        <a:pt x="237" y="576"/>
                      </a:lnTo>
                      <a:lnTo>
                        <a:pt x="246" y="581"/>
                      </a:lnTo>
                      <a:lnTo>
                        <a:pt x="268" y="572"/>
                      </a:lnTo>
                      <a:lnTo>
                        <a:pt x="308" y="545"/>
                      </a:lnTo>
                      <a:lnTo>
                        <a:pt x="322" y="550"/>
                      </a:lnTo>
                      <a:close/>
                      <a:moveTo>
                        <a:pt x="335" y="107"/>
                      </a:moveTo>
                      <a:lnTo>
                        <a:pt x="313" y="143"/>
                      </a:lnTo>
                      <a:lnTo>
                        <a:pt x="313" y="152"/>
                      </a:lnTo>
                      <a:lnTo>
                        <a:pt x="326" y="156"/>
                      </a:lnTo>
                      <a:lnTo>
                        <a:pt x="340" y="107"/>
                      </a:lnTo>
                      <a:lnTo>
                        <a:pt x="335" y="107"/>
                      </a:lnTo>
                      <a:close/>
                      <a:moveTo>
                        <a:pt x="357" y="684"/>
                      </a:moveTo>
                      <a:lnTo>
                        <a:pt x="402" y="715"/>
                      </a:lnTo>
                      <a:lnTo>
                        <a:pt x="415" y="715"/>
                      </a:lnTo>
                      <a:lnTo>
                        <a:pt x="433" y="697"/>
                      </a:lnTo>
                      <a:lnTo>
                        <a:pt x="451" y="693"/>
                      </a:lnTo>
                      <a:lnTo>
                        <a:pt x="451" y="702"/>
                      </a:lnTo>
                      <a:lnTo>
                        <a:pt x="433" y="710"/>
                      </a:lnTo>
                      <a:lnTo>
                        <a:pt x="411" y="737"/>
                      </a:lnTo>
                      <a:lnTo>
                        <a:pt x="402" y="737"/>
                      </a:lnTo>
                      <a:lnTo>
                        <a:pt x="402" y="746"/>
                      </a:lnTo>
                      <a:lnTo>
                        <a:pt x="371" y="755"/>
                      </a:lnTo>
                      <a:lnTo>
                        <a:pt x="348" y="751"/>
                      </a:lnTo>
                      <a:lnTo>
                        <a:pt x="322" y="737"/>
                      </a:lnTo>
                      <a:lnTo>
                        <a:pt x="326" y="733"/>
                      </a:lnTo>
                      <a:lnTo>
                        <a:pt x="348" y="742"/>
                      </a:lnTo>
                      <a:lnTo>
                        <a:pt x="366" y="742"/>
                      </a:lnTo>
                      <a:lnTo>
                        <a:pt x="371" y="724"/>
                      </a:lnTo>
                      <a:lnTo>
                        <a:pt x="384" y="719"/>
                      </a:lnTo>
                      <a:lnTo>
                        <a:pt x="375" y="702"/>
                      </a:lnTo>
                      <a:lnTo>
                        <a:pt x="366" y="706"/>
                      </a:lnTo>
                      <a:lnTo>
                        <a:pt x="357" y="684"/>
                      </a:lnTo>
                      <a:close/>
                      <a:moveTo>
                        <a:pt x="384" y="71"/>
                      </a:moveTo>
                      <a:lnTo>
                        <a:pt x="375" y="76"/>
                      </a:lnTo>
                      <a:lnTo>
                        <a:pt x="362" y="89"/>
                      </a:lnTo>
                      <a:lnTo>
                        <a:pt x="375" y="98"/>
                      </a:lnTo>
                      <a:lnTo>
                        <a:pt x="357" y="98"/>
                      </a:lnTo>
                      <a:lnTo>
                        <a:pt x="353" y="107"/>
                      </a:lnTo>
                      <a:lnTo>
                        <a:pt x="348" y="121"/>
                      </a:lnTo>
                      <a:lnTo>
                        <a:pt x="371" y="121"/>
                      </a:lnTo>
                      <a:lnTo>
                        <a:pt x="348" y="134"/>
                      </a:lnTo>
                      <a:lnTo>
                        <a:pt x="344" y="152"/>
                      </a:lnTo>
                      <a:lnTo>
                        <a:pt x="375" y="147"/>
                      </a:lnTo>
                      <a:lnTo>
                        <a:pt x="357" y="161"/>
                      </a:lnTo>
                      <a:lnTo>
                        <a:pt x="344" y="161"/>
                      </a:lnTo>
                      <a:lnTo>
                        <a:pt x="340" y="174"/>
                      </a:lnTo>
                      <a:lnTo>
                        <a:pt x="357" y="174"/>
                      </a:lnTo>
                      <a:lnTo>
                        <a:pt x="366" y="174"/>
                      </a:lnTo>
                      <a:lnTo>
                        <a:pt x="371" y="183"/>
                      </a:lnTo>
                      <a:lnTo>
                        <a:pt x="380" y="183"/>
                      </a:lnTo>
                      <a:lnTo>
                        <a:pt x="389" y="179"/>
                      </a:lnTo>
                      <a:lnTo>
                        <a:pt x="398" y="156"/>
                      </a:lnTo>
                      <a:lnTo>
                        <a:pt x="407" y="156"/>
                      </a:lnTo>
                      <a:lnTo>
                        <a:pt x="398" y="174"/>
                      </a:lnTo>
                      <a:lnTo>
                        <a:pt x="398" y="179"/>
                      </a:lnTo>
                      <a:lnTo>
                        <a:pt x="411" y="170"/>
                      </a:lnTo>
                      <a:lnTo>
                        <a:pt x="433" y="170"/>
                      </a:lnTo>
                      <a:lnTo>
                        <a:pt x="429" y="179"/>
                      </a:lnTo>
                      <a:lnTo>
                        <a:pt x="407" y="183"/>
                      </a:lnTo>
                      <a:lnTo>
                        <a:pt x="384" y="188"/>
                      </a:lnTo>
                      <a:lnTo>
                        <a:pt x="384" y="197"/>
                      </a:lnTo>
                      <a:lnTo>
                        <a:pt x="389" y="210"/>
                      </a:lnTo>
                      <a:lnTo>
                        <a:pt x="402" y="214"/>
                      </a:lnTo>
                      <a:lnTo>
                        <a:pt x="420" y="210"/>
                      </a:lnTo>
                      <a:lnTo>
                        <a:pt x="433" y="201"/>
                      </a:lnTo>
                      <a:lnTo>
                        <a:pt x="438" y="192"/>
                      </a:lnTo>
                      <a:lnTo>
                        <a:pt x="456" y="192"/>
                      </a:lnTo>
                      <a:lnTo>
                        <a:pt x="460" y="183"/>
                      </a:lnTo>
                      <a:lnTo>
                        <a:pt x="496" y="188"/>
                      </a:lnTo>
                      <a:lnTo>
                        <a:pt x="509" y="174"/>
                      </a:lnTo>
                      <a:lnTo>
                        <a:pt x="509" y="165"/>
                      </a:lnTo>
                      <a:lnTo>
                        <a:pt x="523" y="134"/>
                      </a:lnTo>
                      <a:lnTo>
                        <a:pt x="514" y="116"/>
                      </a:lnTo>
                      <a:lnTo>
                        <a:pt x="505" y="107"/>
                      </a:lnTo>
                      <a:lnTo>
                        <a:pt x="496" y="116"/>
                      </a:lnTo>
                      <a:lnTo>
                        <a:pt x="482" y="121"/>
                      </a:lnTo>
                      <a:lnTo>
                        <a:pt x="482" y="112"/>
                      </a:lnTo>
                      <a:lnTo>
                        <a:pt x="469" y="107"/>
                      </a:lnTo>
                      <a:lnTo>
                        <a:pt x="469" y="89"/>
                      </a:lnTo>
                      <a:lnTo>
                        <a:pt x="465" y="71"/>
                      </a:lnTo>
                      <a:lnTo>
                        <a:pt x="456" y="67"/>
                      </a:lnTo>
                      <a:lnTo>
                        <a:pt x="460" y="58"/>
                      </a:lnTo>
                      <a:lnTo>
                        <a:pt x="456" y="54"/>
                      </a:lnTo>
                      <a:lnTo>
                        <a:pt x="451" y="58"/>
                      </a:lnTo>
                      <a:lnTo>
                        <a:pt x="438" y="76"/>
                      </a:lnTo>
                      <a:lnTo>
                        <a:pt x="456" y="107"/>
                      </a:lnTo>
                      <a:lnTo>
                        <a:pt x="442" y="121"/>
                      </a:lnTo>
                      <a:lnTo>
                        <a:pt x="460" y="143"/>
                      </a:lnTo>
                      <a:lnTo>
                        <a:pt x="456" y="152"/>
                      </a:lnTo>
                      <a:lnTo>
                        <a:pt x="433" y="152"/>
                      </a:lnTo>
                      <a:lnTo>
                        <a:pt x="424" y="134"/>
                      </a:lnTo>
                      <a:lnTo>
                        <a:pt x="407" y="130"/>
                      </a:lnTo>
                      <a:lnTo>
                        <a:pt x="420" y="125"/>
                      </a:lnTo>
                      <a:lnTo>
                        <a:pt x="407" y="89"/>
                      </a:lnTo>
                      <a:lnTo>
                        <a:pt x="393" y="94"/>
                      </a:lnTo>
                      <a:lnTo>
                        <a:pt x="389" y="71"/>
                      </a:lnTo>
                      <a:lnTo>
                        <a:pt x="384" y="71"/>
                      </a:lnTo>
                      <a:close/>
                      <a:moveTo>
                        <a:pt x="500" y="246"/>
                      </a:moveTo>
                      <a:lnTo>
                        <a:pt x="496" y="255"/>
                      </a:lnTo>
                      <a:lnTo>
                        <a:pt x="505" y="264"/>
                      </a:lnTo>
                      <a:lnTo>
                        <a:pt x="518" y="286"/>
                      </a:lnTo>
                      <a:lnTo>
                        <a:pt x="527" y="273"/>
                      </a:lnTo>
                      <a:lnTo>
                        <a:pt x="532" y="259"/>
                      </a:lnTo>
                      <a:lnTo>
                        <a:pt x="523" y="241"/>
                      </a:lnTo>
                      <a:lnTo>
                        <a:pt x="500" y="246"/>
                      </a:lnTo>
                      <a:close/>
                      <a:moveTo>
                        <a:pt x="585" y="183"/>
                      </a:moveTo>
                      <a:lnTo>
                        <a:pt x="616" y="179"/>
                      </a:lnTo>
                      <a:lnTo>
                        <a:pt x="621" y="156"/>
                      </a:lnTo>
                      <a:lnTo>
                        <a:pt x="630" y="161"/>
                      </a:lnTo>
                      <a:lnTo>
                        <a:pt x="625" y="143"/>
                      </a:lnTo>
                      <a:lnTo>
                        <a:pt x="621" y="143"/>
                      </a:lnTo>
                      <a:lnTo>
                        <a:pt x="634" y="112"/>
                      </a:lnTo>
                      <a:lnTo>
                        <a:pt x="630" y="76"/>
                      </a:lnTo>
                      <a:lnTo>
                        <a:pt x="612" y="71"/>
                      </a:lnTo>
                      <a:lnTo>
                        <a:pt x="608" y="85"/>
                      </a:lnTo>
                      <a:lnTo>
                        <a:pt x="599" y="76"/>
                      </a:lnTo>
                      <a:lnTo>
                        <a:pt x="590" y="71"/>
                      </a:lnTo>
                      <a:lnTo>
                        <a:pt x="581" y="80"/>
                      </a:lnTo>
                      <a:lnTo>
                        <a:pt x="590" y="98"/>
                      </a:lnTo>
                      <a:lnTo>
                        <a:pt x="599" y="103"/>
                      </a:lnTo>
                      <a:lnTo>
                        <a:pt x="594" y="107"/>
                      </a:lnTo>
                      <a:lnTo>
                        <a:pt x="594" y="125"/>
                      </a:lnTo>
                      <a:lnTo>
                        <a:pt x="581" y="103"/>
                      </a:lnTo>
                      <a:lnTo>
                        <a:pt x="576" y="89"/>
                      </a:lnTo>
                      <a:lnTo>
                        <a:pt x="563" y="89"/>
                      </a:lnTo>
                      <a:lnTo>
                        <a:pt x="563" y="103"/>
                      </a:lnTo>
                      <a:lnTo>
                        <a:pt x="572" y="103"/>
                      </a:lnTo>
                      <a:lnTo>
                        <a:pt x="567" y="112"/>
                      </a:lnTo>
                      <a:lnTo>
                        <a:pt x="576" y="138"/>
                      </a:lnTo>
                      <a:lnTo>
                        <a:pt x="572" y="143"/>
                      </a:lnTo>
                      <a:lnTo>
                        <a:pt x="563" y="138"/>
                      </a:lnTo>
                      <a:lnTo>
                        <a:pt x="549" y="152"/>
                      </a:lnTo>
                      <a:lnTo>
                        <a:pt x="549" y="161"/>
                      </a:lnTo>
                      <a:lnTo>
                        <a:pt x="576" y="152"/>
                      </a:lnTo>
                      <a:lnTo>
                        <a:pt x="594" y="152"/>
                      </a:lnTo>
                      <a:lnTo>
                        <a:pt x="585" y="161"/>
                      </a:lnTo>
                      <a:lnTo>
                        <a:pt x="585" y="174"/>
                      </a:lnTo>
                      <a:lnTo>
                        <a:pt x="585" y="183"/>
                      </a:lnTo>
                      <a:close/>
                      <a:moveTo>
                        <a:pt x="603" y="246"/>
                      </a:moveTo>
                      <a:lnTo>
                        <a:pt x="594" y="237"/>
                      </a:lnTo>
                      <a:lnTo>
                        <a:pt x="581" y="246"/>
                      </a:lnTo>
                      <a:lnTo>
                        <a:pt x="581" y="255"/>
                      </a:lnTo>
                      <a:lnTo>
                        <a:pt x="572" y="259"/>
                      </a:lnTo>
                      <a:lnTo>
                        <a:pt x="594" y="290"/>
                      </a:lnTo>
                      <a:lnTo>
                        <a:pt x="590" y="295"/>
                      </a:lnTo>
                      <a:lnTo>
                        <a:pt x="567" y="273"/>
                      </a:lnTo>
                      <a:lnTo>
                        <a:pt x="558" y="277"/>
                      </a:lnTo>
                      <a:lnTo>
                        <a:pt x="554" y="290"/>
                      </a:lnTo>
                      <a:lnTo>
                        <a:pt x="567" y="308"/>
                      </a:lnTo>
                      <a:lnTo>
                        <a:pt x="563" y="317"/>
                      </a:lnTo>
                      <a:lnTo>
                        <a:pt x="585" y="317"/>
                      </a:lnTo>
                      <a:lnTo>
                        <a:pt x="603" y="348"/>
                      </a:lnTo>
                      <a:lnTo>
                        <a:pt x="603" y="371"/>
                      </a:lnTo>
                      <a:lnTo>
                        <a:pt x="621" y="371"/>
                      </a:lnTo>
                      <a:lnTo>
                        <a:pt x="625" y="357"/>
                      </a:lnTo>
                      <a:lnTo>
                        <a:pt x="621" y="344"/>
                      </a:lnTo>
                      <a:lnTo>
                        <a:pt x="639" y="340"/>
                      </a:lnTo>
                      <a:lnTo>
                        <a:pt x="639" y="286"/>
                      </a:lnTo>
                      <a:lnTo>
                        <a:pt x="630" y="295"/>
                      </a:lnTo>
                      <a:lnTo>
                        <a:pt x="621" y="277"/>
                      </a:lnTo>
                      <a:lnTo>
                        <a:pt x="634" y="264"/>
                      </a:lnTo>
                      <a:lnTo>
                        <a:pt x="634" y="255"/>
                      </a:lnTo>
                      <a:lnTo>
                        <a:pt x="639" y="246"/>
                      </a:lnTo>
                      <a:lnTo>
                        <a:pt x="639" y="237"/>
                      </a:lnTo>
                      <a:lnTo>
                        <a:pt x="603" y="246"/>
                      </a:lnTo>
                      <a:close/>
                      <a:moveTo>
                        <a:pt x="657" y="241"/>
                      </a:moveTo>
                      <a:lnTo>
                        <a:pt x="666" y="250"/>
                      </a:lnTo>
                      <a:lnTo>
                        <a:pt x="652" y="246"/>
                      </a:lnTo>
                      <a:lnTo>
                        <a:pt x="652" y="273"/>
                      </a:lnTo>
                      <a:lnTo>
                        <a:pt x="652" y="308"/>
                      </a:lnTo>
                      <a:lnTo>
                        <a:pt x="661" y="313"/>
                      </a:lnTo>
                      <a:lnTo>
                        <a:pt x="661" y="340"/>
                      </a:lnTo>
                      <a:lnTo>
                        <a:pt x="675" y="344"/>
                      </a:lnTo>
                      <a:lnTo>
                        <a:pt x="675" y="335"/>
                      </a:lnTo>
                      <a:lnTo>
                        <a:pt x="688" y="322"/>
                      </a:lnTo>
                      <a:lnTo>
                        <a:pt x="683" y="304"/>
                      </a:lnTo>
                      <a:lnTo>
                        <a:pt x="666" y="304"/>
                      </a:lnTo>
                      <a:lnTo>
                        <a:pt x="666" y="295"/>
                      </a:lnTo>
                      <a:lnTo>
                        <a:pt x="688" y="295"/>
                      </a:lnTo>
                      <a:lnTo>
                        <a:pt x="715" y="304"/>
                      </a:lnTo>
                      <a:lnTo>
                        <a:pt x="733" y="250"/>
                      </a:lnTo>
                      <a:lnTo>
                        <a:pt x="719" y="241"/>
                      </a:lnTo>
                      <a:lnTo>
                        <a:pt x="679" y="228"/>
                      </a:lnTo>
                      <a:lnTo>
                        <a:pt x="657" y="241"/>
                      </a:lnTo>
                      <a:close/>
                      <a:moveTo>
                        <a:pt x="666" y="143"/>
                      </a:moveTo>
                      <a:lnTo>
                        <a:pt x="652" y="152"/>
                      </a:lnTo>
                      <a:lnTo>
                        <a:pt x="643" y="170"/>
                      </a:lnTo>
                      <a:lnTo>
                        <a:pt x="643" y="179"/>
                      </a:lnTo>
                      <a:lnTo>
                        <a:pt x="657" y="179"/>
                      </a:lnTo>
                      <a:lnTo>
                        <a:pt x="683" y="197"/>
                      </a:lnTo>
                      <a:lnTo>
                        <a:pt x="688" y="192"/>
                      </a:lnTo>
                      <a:lnTo>
                        <a:pt x="683" y="161"/>
                      </a:lnTo>
                      <a:lnTo>
                        <a:pt x="666" y="143"/>
                      </a:lnTo>
                      <a:close/>
                      <a:moveTo>
                        <a:pt x="697" y="76"/>
                      </a:moveTo>
                      <a:lnTo>
                        <a:pt x="688" y="89"/>
                      </a:lnTo>
                      <a:lnTo>
                        <a:pt x="692" y="71"/>
                      </a:lnTo>
                      <a:lnTo>
                        <a:pt x="679" y="62"/>
                      </a:lnTo>
                      <a:lnTo>
                        <a:pt x="657" y="54"/>
                      </a:lnTo>
                      <a:lnTo>
                        <a:pt x="634" y="58"/>
                      </a:lnTo>
                      <a:lnTo>
                        <a:pt x="639" y="76"/>
                      </a:lnTo>
                      <a:lnTo>
                        <a:pt x="661" y="103"/>
                      </a:lnTo>
                      <a:lnTo>
                        <a:pt x="683" y="107"/>
                      </a:lnTo>
                      <a:lnTo>
                        <a:pt x="697" y="98"/>
                      </a:lnTo>
                      <a:lnTo>
                        <a:pt x="710" y="138"/>
                      </a:lnTo>
                      <a:lnTo>
                        <a:pt x="701" y="152"/>
                      </a:lnTo>
                      <a:lnTo>
                        <a:pt x="710" y="197"/>
                      </a:lnTo>
                      <a:lnTo>
                        <a:pt x="719" y="205"/>
                      </a:lnTo>
                      <a:lnTo>
                        <a:pt x="724" y="197"/>
                      </a:lnTo>
                      <a:lnTo>
                        <a:pt x="737" y="210"/>
                      </a:lnTo>
                      <a:lnTo>
                        <a:pt x="746" y="205"/>
                      </a:lnTo>
                      <a:lnTo>
                        <a:pt x="750" y="197"/>
                      </a:lnTo>
                      <a:lnTo>
                        <a:pt x="759" y="192"/>
                      </a:lnTo>
                      <a:lnTo>
                        <a:pt x="759" y="205"/>
                      </a:lnTo>
                      <a:lnTo>
                        <a:pt x="782" y="205"/>
                      </a:lnTo>
                      <a:lnTo>
                        <a:pt x="809" y="205"/>
                      </a:lnTo>
                      <a:lnTo>
                        <a:pt x="826" y="205"/>
                      </a:lnTo>
                      <a:lnTo>
                        <a:pt x="835" y="192"/>
                      </a:lnTo>
                      <a:lnTo>
                        <a:pt x="840" y="201"/>
                      </a:lnTo>
                      <a:lnTo>
                        <a:pt x="853" y="210"/>
                      </a:lnTo>
                      <a:lnTo>
                        <a:pt x="871" y="201"/>
                      </a:lnTo>
                      <a:lnTo>
                        <a:pt x="871" y="192"/>
                      </a:lnTo>
                      <a:lnTo>
                        <a:pt x="884" y="188"/>
                      </a:lnTo>
                      <a:lnTo>
                        <a:pt x="880" y="179"/>
                      </a:lnTo>
                      <a:lnTo>
                        <a:pt x="871" y="179"/>
                      </a:lnTo>
                      <a:lnTo>
                        <a:pt x="884" y="165"/>
                      </a:lnTo>
                      <a:lnTo>
                        <a:pt x="884" y="143"/>
                      </a:lnTo>
                      <a:lnTo>
                        <a:pt x="867" y="134"/>
                      </a:lnTo>
                      <a:lnTo>
                        <a:pt x="849" y="130"/>
                      </a:lnTo>
                      <a:lnTo>
                        <a:pt x="835" y="134"/>
                      </a:lnTo>
                      <a:lnTo>
                        <a:pt x="826" y="130"/>
                      </a:lnTo>
                      <a:lnTo>
                        <a:pt x="800" y="138"/>
                      </a:lnTo>
                      <a:lnTo>
                        <a:pt x="791" y="152"/>
                      </a:lnTo>
                      <a:lnTo>
                        <a:pt x="773" y="143"/>
                      </a:lnTo>
                      <a:lnTo>
                        <a:pt x="759" y="138"/>
                      </a:lnTo>
                      <a:lnTo>
                        <a:pt x="750" y="143"/>
                      </a:lnTo>
                      <a:lnTo>
                        <a:pt x="737" y="134"/>
                      </a:lnTo>
                      <a:lnTo>
                        <a:pt x="737" y="125"/>
                      </a:lnTo>
                      <a:lnTo>
                        <a:pt x="724" y="121"/>
                      </a:lnTo>
                      <a:lnTo>
                        <a:pt x="733" y="116"/>
                      </a:lnTo>
                      <a:lnTo>
                        <a:pt x="724" y="112"/>
                      </a:lnTo>
                      <a:lnTo>
                        <a:pt x="724" y="107"/>
                      </a:lnTo>
                      <a:lnTo>
                        <a:pt x="746" y="107"/>
                      </a:lnTo>
                      <a:lnTo>
                        <a:pt x="750" y="103"/>
                      </a:lnTo>
                      <a:lnTo>
                        <a:pt x="719" y="89"/>
                      </a:lnTo>
                      <a:lnTo>
                        <a:pt x="728" y="85"/>
                      </a:lnTo>
                      <a:lnTo>
                        <a:pt x="710" y="67"/>
                      </a:lnTo>
                      <a:lnTo>
                        <a:pt x="701" y="76"/>
                      </a:lnTo>
                      <a:lnTo>
                        <a:pt x="697" y="76"/>
                      </a:lnTo>
                      <a:close/>
                      <a:moveTo>
                        <a:pt x="777" y="670"/>
                      </a:moveTo>
                      <a:lnTo>
                        <a:pt x="800" y="666"/>
                      </a:lnTo>
                      <a:lnTo>
                        <a:pt x="804" y="688"/>
                      </a:lnTo>
                      <a:lnTo>
                        <a:pt x="817" y="675"/>
                      </a:lnTo>
                      <a:lnTo>
                        <a:pt x="822" y="666"/>
                      </a:lnTo>
                      <a:lnTo>
                        <a:pt x="831" y="652"/>
                      </a:lnTo>
                      <a:lnTo>
                        <a:pt x="849" y="657"/>
                      </a:lnTo>
                      <a:lnTo>
                        <a:pt x="844" y="666"/>
                      </a:lnTo>
                      <a:lnTo>
                        <a:pt x="867" y="670"/>
                      </a:lnTo>
                      <a:lnTo>
                        <a:pt x="876" y="661"/>
                      </a:lnTo>
                      <a:lnTo>
                        <a:pt x="867" y="652"/>
                      </a:lnTo>
                      <a:lnTo>
                        <a:pt x="853" y="652"/>
                      </a:lnTo>
                      <a:lnTo>
                        <a:pt x="853" y="639"/>
                      </a:lnTo>
                      <a:lnTo>
                        <a:pt x="822" y="612"/>
                      </a:lnTo>
                      <a:lnTo>
                        <a:pt x="817" y="608"/>
                      </a:lnTo>
                      <a:lnTo>
                        <a:pt x="813" y="617"/>
                      </a:lnTo>
                      <a:lnTo>
                        <a:pt x="804" y="599"/>
                      </a:lnTo>
                      <a:lnTo>
                        <a:pt x="800" y="594"/>
                      </a:lnTo>
                      <a:lnTo>
                        <a:pt x="791" y="612"/>
                      </a:lnTo>
                      <a:lnTo>
                        <a:pt x="786" y="634"/>
                      </a:lnTo>
                      <a:lnTo>
                        <a:pt x="791" y="657"/>
                      </a:lnTo>
                      <a:lnTo>
                        <a:pt x="777" y="657"/>
                      </a:lnTo>
                      <a:lnTo>
                        <a:pt x="777" y="670"/>
                      </a:lnTo>
                      <a:close/>
                      <a:moveTo>
                        <a:pt x="791" y="0"/>
                      </a:moveTo>
                      <a:lnTo>
                        <a:pt x="800" y="13"/>
                      </a:lnTo>
                      <a:lnTo>
                        <a:pt x="809" y="18"/>
                      </a:lnTo>
                      <a:lnTo>
                        <a:pt x="826" y="18"/>
                      </a:lnTo>
                      <a:lnTo>
                        <a:pt x="831" y="31"/>
                      </a:lnTo>
                      <a:lnTo>
                        <a:pt x="791" y="22"/>
                      </a:lnTo>
                      <a:lnTo>
                        <a:pt x="782" y="4"/>
                      </a:lnTo>
                      <a:lnTo>
                        <a:pt x="768" y="0"/>
                      </a:lnTo>
                      <a:lnTo>
                        <a:pt x="755" y="9"/>
                      </a:lnTo>
                      <a:lnTo>
                        <a:pt x="768" y="31"/>
                      </a:lnTo>
                      <a:lnTo>
                        <a:pt x="777" y="31"/>
                      </a:lnTo>
                      <a:lnTo>
                        <a:pt x="777" y="40"/>
                      </a:lnTo>
                      <a:lnTo>
                        <a:pt x="759" y="45"/>
                      </a:lnTo>
                      <a:lnTo>
                        <a:pt x="746" y="62"/>
                      </a:lnTo>
                      <a:lnTo>
                        <a:pt x="742" y="80"/>
                      </a:lnTo>
                      <a:lnTo>
                        <a:pt x="759" y="89"/>
                      </a:lnTo>
                      <a:lnTo>
                        <a:pt x="782" y="98"/>
                      </a:lnTo>
                      <a:lnTo>
                        <a:pt x="809" y="98"/>
                      </a:lnTo>
                      <a:lnTo>
                        <a:pt x="809" y="89"/>
                      </a:lnTo>
                      <a:lnTo>
                        <a:pt x="817" y="85"/>
                      </a:lnTo>
                      <a:lnTo>
                        <a:pt x="822" y="76"/>
                      </a:lnTo>
                      <a:lnTo>
                        <a:pt x="831" y="94"/>
                      </a:lnTo>
                      <a:lnTo>
                        <a:pt x="858" y="85"/>
                      </a:lnTo>
                      <a:lnTo>
                        <a:pt x="867" y="94"/>
                      </a:lnTo>
                      <a:lnTo>
                        <a:pt x="862" y="107"/>
                      </a:lnTo>
                      <a:lnTo>
                        <a:pt x="867" y="112"/>
                      </a:lnTo>
                      <a:lnTo>
                        <a:pt x="893" y="89"/>
                      </a:lnTo>
                      <a:lnTo>
                        <a:pt x="907" y="71"/>
                      </a:lnTo>
                      <a:lnTo>
                        <a:pt x="907" y="58"/>
                      </a:lnTo>
                      <a:lnTo>
                        <a:pt x="889" y="58"/>
                      </a:lnTo>
                      <a:lnTo>
                        <a:pt x="889" y="40"/>
                      </a:lnTo>
                      <a:lnTo>
                        <a:pt x="867" y="36"/>
                      </a:lnTo>
                      <a:lnTo>
                        <a:pt x="853" y="45"/>
                      </a:lnTo>
                      <a:lnTo>
                        <a:pt x="849" y="40"/>
                      </a:lnTo>
                      <a:lnTo>
                        <a:pt x="858" y="36"/>
                      </a:lnTo>
                      <a:lnTo>
                        <a:pt x="849" y="22"/>
                      </a:lnTo>
                      <a:lnTo>
                        <a:pt x="858" y="18"/>
                      </a:lnTo>
                      <a:lnTo>
                        <a:pt x="871" y="31"/>
                      </a:lnTo>
                      <a:lnTo>
                        <a:pt x="902" y="31"/>
                      </a:lnTo>
                      <a:lnTo>
                        <a:pt x="911" y="18"/>
                      </a:lnTo>
                      <a:lnTo>
                        <a:pt x="907" y="18"/>
                      </a:lnTo>
                      <a:lnTo>
                        <a:pt x="911" y="4"/>
                      </a:lnTo>
                      <a:lnTo>
                        <a:pt x="925" y="0"/>
                      </a:lnTo>
                      <a:lnTo>
                        <a:pt x="925" y="0"/>
                      </a:lnTo>
                      <a:lnTo>
                        <a:pt x="791" y="0"/>
                      </a:lnTo>
                      <a:close/>
                      <a:moveTo>
                        <a:pt x="831" y="693"/>
                      </a:moveTo>
                      <a:lnTo>
                        <a:pt x="822" y="706"/>
                      </a:lnTo>
                      <a:lnTo>
                        <a:pt x="826" y="715"/>
                      </a:lnTo>
                      <a:lnTo>
                        <a:pt x="835" y="715"/>
                      </a:lnTo>
                      <a:lnTo>
                        <a:pt x="849" y="697"/>
                      </a:lnTo>
                      <a:lnTo>
                        <a:pt x="849" y="688"/>
                      </a:lnTo>
                      <a:lnTo>
                        <a:pt x="844" y="688"/>
                      </a:lnTo>
                      <a:lnTo>
                        <a:pt x="840" y="693"/>
                      </a:lnTo>
                      <a:lnTo>
                        <a:pt x="831" y="693"/>
                      </a:lnTo>
                      <a:close/>
                      <a:moveTo>
                        <a:pt x="831" y="1122"/>
                      </a:moveTo>
                      <a:lnTo>
                        <a:pt x="849" y="1131"/>
                      </a:lnTo>
                      <a:lnTo>
                        <a:pt x="853" y="1122"/>
                      </a:lnTo>
                      <a:lnTo>
                        <a:pt x="831" y="1122"/>
                      </a:lnTo>
                      <a:close/>
                      <a:moveTo>
                        <a:pt x="871" y="438"/>
                      </a:moveTo>
                      <a:lnTo>
                        <a:pt x="880" y="451"/>
                      </a:lnTo>
                      <a:lnTo>
                        <a:pt x="889" y="442"/>
                      </a:lnTo>
                      <a:lnTo>
                        <a:pt x="889" y="433"/>
                      </a:lnTo>
                      <a:lnTo>
                        <a:pt x="902" y="429"/>
                      </a:lnTo>
                      <a:lnTo>
                        <a:pt x="898" y="411"/>
                      </a:lnTo>
                      <a:lnTo>
                        <a:pt x="889" y="402"/>
                      </a:lnTo>
                      <a:lnTo>
                        <a:pt x="893" y="398"/>
                      </a:lnTo>
                      <a:lnTo>
                        <a:pt x="907" y="416"/>
                      </a:lnTo>
                      <a:lnTo>
                        <a:pt x="916" y="416"/>
                      </a:lnTo>
                      <a:lnTo>
                        <a:pt x="916" y="438"/>
                      </a:lnTo>
                      <a:lnTo>
                        <a:pt x="929" y="438"/>
                      </a:lnTo>
                      <a:lnTo>
                        <a:pt x="920" y="447"/>
                      </a:lnTo>
                      <a:lnTo>
                        <a:pt x="943" y="460"/>
                      </a:lnTo>
                      <a:lnTo>
                        <a:pt x="929" y="469"/>
                      </a:lnTo>
                      <a:lnTo>
                        <a:pt x="929" y="483"/>
                      </a:lnTo>
                      <a:lnTo>
                        <a:pt x="947" y="465"/>
                      </a:lnTo>
                      <a:lnTo>
                        <a:pt x="965" y="487"/>
                      </a:lnTo>
                      <a:lnTo>
                        <a:pt x="969" y="500"/>
                      </a:lnTo>
                      <a:lnTo>
                        <a:pt x="983" y="500"/>
                      </a:lnTo>
                      <a:lnTo>
                        <a:pt x="992" y="527"/>
                      </a:lnTo>
                      <a:lnTo>
                        <a:pt x="1005" y="527"/>
                      </a:lnTo>
                      <a:lnTo>
                        <a:pt x="992" y="532"/>
                      </a:lnTo>
                      <a:lnTo>
                        <a:pt x="983" y="559"/>
                      </a:lnTo>
                      <a:lnTo>
                        <a:pt x="1005" y="559"/>
                      </a:lnTo>
                      <a:lnTo>
                        <a:pt x="1010" y="541"/>
                      </a:lnTo>
                      <a:lnTo>
                        <a:pt x="1036" y="572"/>
                      </a:lnTo>
                      <a:lnTo>
                        <a:pt x="1010" y="585"/>
                      </a:lnTo>
                      <a:lnTo>
                        <a:pt x="1001" y="567"/>
                      </a:lnTo>
                      <a:lnTo>
                        <a:pt x="978" y="563"/>
                      </a:lnTo>
                      <a:lnTo>
                        <a:pt x="960" y="585"/>
                      </a:lnTo>
                      <a:lnTo>
                        <a:pt x="974" y="594"/>
                      </a:lnTo>
                      <a:lnTo>
                        <a:pt x="974" y="612"/>
                      </a:lnTo>
                      <a:lnTo>
                        <a:pt x="965" y="608"/>
                      </a:lnTo>
                      <a:lnTo>
                        <a:pt x="934" y="612"/>
                      </a:lnTo>
                      <a:lnTo>
                        <a:pt x="916" y="603"/>
                      </a:lnTo>
                      <a:lnTo>
                        <a:pt x="902" y="626"/>
                      </a:lnTo>
                      <a:lnTo>
                        <a:pt x="902" y="639"/>
                      </a:lnTo>
                      <a:lnTo>
                        <a:pt x="911" y="648"/>
                      </a:lnTo>
                      <a:lnTo>
                        <a:pt x="925" y="648"/>
                      </a:lnTo>
                      <a:lnTo>
                        <a:pt x="929" y="643"/>
                      </a:lnTo>
                      <a:lnTo>
                        <a:pt x="965" y="643"/>
                      </a:lnTo>
                      <a:lnTo>
                        <a:pt x="1001" y="666"/>
                      </a:lnTo>
                      <a:lnTo>
                        <a:pt x="992" y="675"/>
                      </a:lnTo>
                      <a:lnTo>
                        <a:pt x="996" y="688"/>
                      </a:lnTo>
                      <a:lnTo>
                        <a:pt x="1010" y="688"/>
                      </a:lnTo>
                      <a:lnTo>
                        <a:pt x="1014" y="697"/>
                      </a:lnTo>
                      <a:lnTo>
                        <a:pt x="1005" y="693"/>
                      </a:lnTo>
                      <a:lnTo>
                        <a:pt x="1010" y="706"/>
                      </a:lnTo>
                      <a:lnTo>
                        <a:pt x="1018" y="706"/>
                      </a:lnTo>
                      <a:lnTo>
                        <a:pt x="1023" y="697"/>
                      </a:lnTo>
                      <a:lnTo>
                        <a:pt x="1081" y="724"/>
                      </a:lnTo>
                      <a:lnTo>
                        <a:pt x="1081" y="710"/>
                      </a:lnTo>
                      <a:lnTo>
                        <a:pt x="1041" y="666"/>
                      </a:lnTo>
                      <a:lnTo>
                        <a:pt x="1041" y="657"/>
                      </a:lnTo>
                      <a:lnTo>
                        <a:pt x="1094" y="693"/>
                      </a:lnTo>
                      <a:lnTo>
                        <a:pt x="1103" y="661"/>
                      </a:lnTo>
                      <a:lnTo>
                        <a:pt x="1094" y="634"/>
                      </a:lnTo>
                      <a:lnTo>
                        <a:pt x="1072" y="626"/>
                      </a:lnTo>
                      <a:lnTo>
                        <a:pt x="1050" y="590"/>
                      </a:lnTo>
                      <a:lnTo>
                        <a:pt x="1063" y="590"/>
                      </a:lnTo>
                      <a:lnTo>
                        <a:pt x="1063" y="585"/>
                      </a:lnTo>
                      <a:lnTo>
                        <a:pt x="1063" y="581"/>
                      </a:lnTo>
                      <a:lnTo>
                        <a:pt x="1072" y="576"/>
                      </a:lnTo>
                      <a:lnTo>
                        <a:pt x="1103" y="621"/>
                      </a:lnTo>
                      <a:lnTo>
                        <a:pt x="1117" y="626"/>
                      </a:lnTo>
                      <a:lnTo>
                        <a:pt x="1117" y="599"/>
                      </a:lnTo>
                      <a:lnTo>
                        <a:pt x="1135" y="603"/>
                      </a:lnTo>
                      <a:lnTo>
                        <a:pt x="1139" y="585"/>
                      </a:lnTo>
                      <a:lnTo>
                        <a:pt x="1152" y="567"/>
                      </a:lnTo>
                      <a:lnTo>
                        <a:pt x="1139" y="545"/>
                      </a:lnTo>
                      <a:lnTo>
                        <a:pt x="1121" y="541"/>
                      </a:lnTo>
                      <a:lnTo>
                        <a:pt x="1121" y="532"/>
                      </a:lnTo>
                      <a:lnTo>
                        <a:pt x="1094" y="505"/>
                      </a:lnTo>
                      <a:lnTo>
                        <a:pt x="1068" y="500"/>
                      </a:lnTo>
                      <a:lnTo>
                        <a:pt x="1068" y="487"/>
                      </a:lnTo>
                      <a:lnTo>
                        <a:pt x="1054" y="487"/>
                      </a:lnTo>
                      <a:lnTo>
                        <a:pt x="1054" y="456"/>
                      </a:lnTo>
                      <a:lnTo>
                        <a:pt x="1068" y="460"/>
                      </a:lnTo>
                      <a:lnTo>
                        <a:pt x="1077" y="451"/>
                      </a:lnTo>
                      <a:lnTo>
                        <a:pt x="1054" y="438"/>
                      </a:lnTo>
                      <a:lnTo>
                        <a:pt x="1068" y="433"/>
                      </a:lnTo>
                      <a:lnTo>
                        <a:pt x="1054" y="411"/>
                      </a:lnTo>
                      <a:lnTo>
                        <a:pt x="1041" y="420"/>
                      </a:lnTo>
                      <a:lnTo>
                        <a:pt x="1050" y="407"/>
                      </a:lnTo>
                      <a:lnTo>
                        <a:pt x="1023" y="398"/>
                      </a:lnTo>
                      <a:lnTo>
                        <a:pt x="1005" y="407"/>
                      </a:lnTo>
                      <a:lnTo>
                        <a:pt x="1014" y="389"/>
                      </a:lnTo>
                      <a:lnTo>
                        <a:pt x="1014" y="375"/>
                      </a:lnTo>
                      <a:lnTo>
                        <a:pt x="1005" y="375"/>
                      </a:lnTo>
                      <a:lnTo>
                        <a:pt x="1010" y="362"/>
                      </a:lnTo>
                      <a:lnTo>
                        <a:pt x="1005" y="353"/>
                      </a:lnTo>
                      <a:lnTo>
                        <a:pt x="983" y="344"/>
                      </a:lnTo>
                      <a:lnTo>
                        <a:pt x="978" y="357"/>
                      </a:lnTo>
                      <a:lnTo>
                        <a:pt x="969" y="335"/>
                      </a:lnTo>
                      <a:lnTo>
                        <a:pt x="956" y="344"/>
                      </a:lnTo>
                      <a:lnTo>
                        <a:pt x="956" y="335"/>
                      </a:lnTo>
                      <a:lnTo>
                        <a:pt x="965" y="326"/>
                      </a:lnTo>
                      <a:lnTo>
                        <a:pt x="960" y="317"/>
                      </a:lnTo>
                      <a:lnTo>
                        <a:pt x="951" y="317"/>
                      </a:lnTo>
                      <a:lnTo>
                        <a:pt x="947" y="313"/>
                      </a:lnTo>
                      <a:lnTo>
                        <a:pt x="951" y="308"/>
                      </a:lnTo>
                      <a:lnTo>
                        <a:pt x="951" y="295"/>
                      </a:lnTo>
                      <a:lnTo>
                        <a:pt x="920" y="281"/>
                      </a:lnTo>
                      <a:lnTo>
                        <a:pt x="907" y="295"/>
                      </a:lnTo>
                      <a:lnTo>
                        <a:pt x="911" y="304"/>
                      </a:lnTo>
                      <a:lnTo>
                        <a:pt x="902" y="304"/>
                      </a:lnTo>
                      <a:lnTo>
                        <a:pt x="902" y="313"/>
                      </a:lnTo>
                      <a:lnTo>
                        <a:pt x="889" y="304"/>
                      </a:lnTo>
                      <a:lnTo>
                        <a:pt x="884" y="308"/>
                      </a:lnTo>
                      <a:lnTo>
                        <a:pt x="880" y="299"/>
                      </a:lnTo>
                      <a:lnTo>
                        <a:pt x="871" y="326"/>
                      </a:lnTo>
                      <a:lnTo>
                        <a:pt x="871" y="290"/>
                      </a:lnTo>
                      <a:lnTo>
                        <a:pt x="867" y="268"/>
                      </a:lnTo>
                      <a:lnTo>
                        <a:pt x="862" y="264"/>
                      </a:lnTo>
                      <a:lnTo>
                        <a:pt x="858" y="241"/>
                      </a:lnTo>
                      <a:lnTo>
                        <a:pt x="840" y="241"/>
                      </a:lnTo>
                      <a:lnTo>
                        <a:pt x="809" y="259"/>
                      </a:lnTo>
                      <a:lnTo>
                        <a:pt x="813" y="268"/>
                      </a:lnTo>
                      <a:lnTo>
                        <a:pt x="804" y="273"/>
                      </a:lnTo>
                      <a:lnTo>
                        <a:pt x="804" y="304"/>
                      </a:lnTo>
                      <a:lnTo>
                        <a:pt x="809" y="308"/>
                      </a:lnTo>
                      <a:lnTo>
                        <a:pt x="804" y="331"/>
                      </a:lnTo>
                      <a:lnTo>
                        <a:pt x="804" y="344"/>
                      </a:lnTo>
                      <a:lnTo>
                        <a:pt x="817" y="344"/>
                      </a:lnTo>
                      <a:lnTo>
                        <a:pt x="813" y="371"/>
                      </a:lnTo>
                      <a:lnTo>
                        <a:pt x="795" y="375"/>
                      </a:lnTo>
                      <a:lnTo>
                        <a:pt x="795" y="371"/>
                      </a:lnTo>
                      <a:lnTo>
                        <a:pt x="809" y="362"/>
                      </a:lnTo>
                      <a:lnTo>
                        <a:pt x="804" y="357"/>
                      </a:lnTo>
                      <a:lnTo>
                        <a:pt x="791" y="322"/>
                      </a:lnTo>
                      <a:lnTo>
                        <a:pt x="795" y="304"/>
                      </a:lnTo>
                      <a:lnTo>
                        <a:pt x="791" y="290"/>
                      </a:lnTo>
                      <a:lnTo>
                        <a:pt x="809" y="241"/>
                      </a:lnTo>
                      <a:lnTo>
                        <a:pt x="791" y="237"/>
                      </a:lnTo>
                      <a:lnTo>
                        <a:pt x="755" y="264"/>
                      </a:lnTo>
                      <a:lnTo>
                        <a:pt x="737" y="322"/>
                      </a:lnTo>
                      <a:lnTo>
                        <a:pt x="737" y="366"/>
                      </a:lnTo>
                      <a:lnTo>
                        <a:pt x="768" y="371"/>
                      </a:lnTo>
                      <a:lnTo>
                        <a:pt x="777" y="384"/>
                      </a:lnTo>
                      <a:lnTo>
                        <a:pt x="759" y="380"/>
                      </a:lnTo>
                      <a:lnTo>
                        <a:pt x="742" y="380"/>
                      </a:lnTo>
                      <a:lnTo>
                        <a:pt x="759" y="416"/>
                      </a:lnTo>
                      <a:lnTo>
                        <a:pt x="773" y="420"/>
                      </a:lnTo>
                      <a:lnTo>
                        <a:pt x="786" y="411"/>
                      </a:lnTo>
                      <a:lnTo>
                        <a:pt x="800" y="429"/>
                      </a:lnTo>
                      <a:lnTo>
                        <a:pt x="831" y="429"/>
                      </a:lnTo>
                      <a:lnTo>
                        <a:pt x="853" y="438"/>
                      </a:lnTo>
                      <a:lnTo>
                        <a:pt x="858" y="429"/>
                      </a:lnTo>
                      <a:lnTo>
                        <a:pt x="871" y="438"/>
                      </a:lnTo>
                      <a:close/>
                      <a:moveTo>
                        <a:pt x="880" y="702"/>
                      </a:moveTo>
                      <a:lnTo>
                        <a:pt x="871" y="715"/>
                      </a:lnTo>
                      <a:lnTo>
                        <a:pt x="871" y="724"/>
                      </a:lnTo>
                      <a:lnTo>
                        <a:pt x="880" y="728"/>
                      </a:lnTo>
                      <a:lnTo>
                        <a:pt x="884" y="733"/>
                      </a:lnTo>
                      <a:lnTo>
                        <a:pt x="889" y="706"/>
                      </a:lnTo>
                      <a:lnTo>
                        <a:pt x="884" y="702"/>
                      </a:lnTo>
                      <a:lnTo>
                        <a:pt x="880" y="702"/>
                      </a:lnTo>
                      <a:close/>
                      <a:moveTo>
                        <a:pt x="934" y="496"/>
                      </a:moveTo>
                      <a:lnTo>
                        <a:pt x="920" y="514"/>
                      </a:lnTo>
                      <a:lnTo>
                        <a:pt x="920" y="536"/>
                      </a:lnTo>
                      <a:lnTo>
                        <a:pt x="929" y="536"/>
                      </a:lnTo>
                      <a:lnTo>
                        <a:pt x="943" y="536"/>
                      </a:lnTo>
                      <a:lnTo>
                        <a:pt x="951" y="523"/>
                      </a:lnTo>
                      <a:lnTo>
                        <a:pt x="947" y="505"/>
                      </a:lnTo>
                      <a:lnTo>
                        <a:pt x="951" y="496"/>
                      </a:lnTo>
                      <a:lnTo>
                        <a:pt x="934" y="496"/>
                      </a:lnTo>
                      <a:close/>
                      <a:moveTo>
                        <a:pt x="956" y="1148"/>
                      </a:moveTo>
                      <a:lnTo>
                        <a:pt x="1001" y="1144"/>
                      </a:lnTo>
                      <a:lnTo>
                        <a:pt x="1014" y="1122"/>
                      </a:lnTo>
                      <a:lnTo>
                        <a:pt x="1032" y="1095"/>
                      </a:lnTo>
                      <a:lnTo>
                        <a:pt x="1036" y="1099"/>
                      </a:lnTo>
                      <a:lnTo>
                        <a:pt x="1045" y="1095"/>
                      </a:lnTo>
                      <a:lnTo>
                        <a:pt x="1054" y="1135"/>
                      </a:lnTo>
                      <a:lnTo>
                        <a:pt x="1063" y="1139"/>
                      </a:lnTo>
                      <a:lnTo>
                        <a:pt x="1077" y="1139"/>
                      </a:lnTo>
                      <a:lnTo>
                        <a:pt x="1094" y="1135"/>
                      </a:lnTo>
                      <a:lnTo>
                        <a:pt x="1108" y="1139"/>
                      </a:lnTo>
                      <a:lnTo>
                        <a:pt x="1099" y="1139"/>
                      </a:lnTo>
                      <a:lnTo>
                        <a:pt x="1081" y="1153"/>
                      </a:lnTo>
                      <a:lnTo>
                        <a:pt x="1077" y="1166"/>
                      </a:lnTo>
                      <a:lnTo>
                        <a:pt x="1090" y="1175"/>
                      </a:lnTo>
                      <a:lnTo>
                        <a:pt x="1103" y="1153"/>
                      </a:lnTo>
                      <a:lnTo>
                        <a:pt x="1117" y="1157"/>
                      </a:lnTo>
                      <a:lnTo>
                        <a:pt x="1152" y="1139"/>
                      </a:lnTo>
                      <a:lnTo>
                        <a:pt x="1152" y="1131"/>
                      </a:lnTo>
                      <a:lnTo>
                        <a:pt x="1157" y="1135"/>
                      </a:lnTo>
                      <a:lnTo>
                        <a:pt x="1166" y="1131"/>
                      </a:lnTo>
                      <a:lnTo>
                        <a:pt x="1175" y="1122"/>
                      </a:lnTo>
                      <a:lnTo>
                        <a:pt x="1170" y="1117"/>
                      </a:lnTo>
                      <a:lnTo>
                        <a:pt x="1166" y="1117"/>
                      </a:lnTo>
                      <a:lnTo>
                        <a:pt x="1161" y="1122"/>
                      </a:lnTo>
                      <a:lnTo>
                        <a:pt x="1166" y="1099"/>
                      </a:lnTo>
                      <a:lnTo>
                        <a:pt x="1157" y="1099"/>
                      </a:lnTo>
                      <a:lnTo>
                        <a:pt x="1148" y="1122"/>
                      </a:lnTo>
                      <a:lnTo>
                        <a:pt x="1152" y="1131"/>
                      </a:lnTo>
                      <a:lnTo>
                        <a:pt x="1139" y="1126"/>
                      </a:lnTo>
                      <a:lnTo>
                        <a:pt x="1126" y="1131"/>
                      </a:lnTo>
                      <a:lnTo>
                        <a:pt x="1108" y="1122"/>
                      </a:lnTo>
                      <a:lnTo>
                        <a:pt x="1094" y="1104"/>
                      </a:lnTo>
                      <a:lnTo>
                        <a:pt x="1099" y="1090"/>
                      </a:lnTo>
                      <a:lnTo>
                        <a:pt x="1094" y="1086"/>
                      </a:lnTo>
                      <a:lnTo>
                        <a:pt x="1085" y="1095"/>
                      </a:lnTo>
                      <a:lnTo>
                        <a:pt x="1077" y="1081"/>
                      </a:lnTo>
                      <a:lnTo>
                        <a:pt x="1077" y="1077"/>
                      </a:lnTo>
                      <a:lnTo>
                        <a:pt x="1090" y="1081"/>
                      </a:lnTo>
                      <a:lnTo>
                        <a:pt x="1108" y="1072"/>
                      </a:lnTo>
                      <a:lnTo>
                        <a:pt x="1103" y="1059"/>
                      </a:lnTo>
                      <a:lnTo>
                        <a:pt x="1094" y="1055"/>
                      </a:lnTo>
                      <a:lnTo>
                        <a:pt x="1085" y="1050"/>
                      </a:lnTo>
                      <a:lnTo>
                        <a:pt x="1077" y="1055"/>
                      </a:lnTo>
                      <a:lnTo>
                        <a:pt x="1045" y="1068"/>
                      </a:lnTo>
                      <a:lnTo>
                        <a:pt x="1023" y="1095"/>
                      </a:lnTo>
                      <a:lnTo>
                        <a:pt x="1014" y="1108"/>
                      </a:lnTo>
                      <a:lnTo>
                        <a:pt x="996" y="1113"/>
                      </a:lnTo>
                      <a:lnTo>
                        <a:pt x="956" y="1148"/>
                      </a:lnTo>
                      <a:close/>
                      <a:moveTo>
                        <a:pt x="1085" y="733"/>
                      </a:moveTo>
                      <a:lnTo>
                        <a:pt x="1099" y="746"/>
                      </a:lnTo>
                      <a:lnTo>
                        <a:pt x="1103" y="733"/>
                      </a:lnTo>
                      <a:lnTo>
                        <a:pt x="1099" y="728"/>
                      </a:lnTo>
                      <a:lnTo>
                        <a:pt x="1085" y="733"/>
                      </a:lnTo>
                      <a:close/>
                      <a:moveTo>
                        <a:pt x="1103" y="1041"/>
                      </a:moveTo>
                      <a:lnTo>
                        <a:pt x="1117" y="1050"/>
                      </a:lnTo>
                      <a:lnTo>
                        <a:pt x="1117" y="1055"/>
                      </a:lnTo>
                      <a:lnTo>
                        <a:pt x="1144" y="1059"/>
                      </a:lnTo>
                      <a:lnTo>
                        <a:pt x="1144" y="1050"/>
                      </a:lnTo>
                      <a:lnTo>
                        <a:pt x="1130" y="1046"/>
                      </a:lnTo>
                      <a:lnTo>
                        <a:pt x="1108" y="1041"/>
                      </a:lnTo>
                      <a:lnTo>
                        <a:pt x="1103" y="1041"/>
                      </a:lnTo>
                      <a:close/>
                      <a:moveTo>
                        <a:pt x="1112" y="1099"/>
                      </a:moveTo>
                      <a:lnTo>
                        <a:pt x="1103" y="1108"/>
                      </a:lnTo>
                      <a:lnTo>
                        <a:pt x="1117" y="1122"/>
                      </a:lnTo>
                      <a:lnTo>
                        <a:pt x="1130" y="1122"/>
                      </a:lnTo>
                      <a:lnTo>
                        <a:pt x="1139" y="1113"/>
                      </a:lnTo>
                      <a:lnTo>
                        <a:pt x="1117" y="1113"/>
                      </a:lnTo>
                      <a:lnTo>
                        <a:pt x="1112" y="1099"/>
                      </a:lnTo>
                      <a:close/>
                      <a:moveTo>
                        <a:pt x="1237" y="996"/>
                      </a:moveTo>
                      <a:lnTo>
                        <a:pt x="1228" y="996"/>
                      </a:lnTo>
                      <a:lnTo>
                        <a:pt x="1215" y="1005"/>
                      </a:lnTo>
                      <a:lnTo>
                        <a:pt x="1211" y="1010"/>
                      </a:lnTo>
                      <a:lnTo>
                        <a:pt x="1184" y="1068"/>
                      </a:lnTo>
                      <a:lnTo>
                        <a:pt x="1188" y="1072"/>
                      </a:lnTo>
                      <a:lnTo>
                        <a:pt x="1175" y="1081"/>
                      </a:lnTo>
                      <a:lnTo>
                        <a:pt x="1179" y="1090"/>
                      </a:lnTo>
                      <a:lnTo>
                        <a:pt x="1215" y="1090"/>
                      </a:lnTo>
                      <a:lnTo>
                        <a:pt x="1224" y="1086"/>
                      </a:lnTo>
                      <a:lnTo>
                        <a:pt x="1228" y="1090"/>
                      </a:lnTo>
                      <a:lnTo>
                        <a:pt x="1233" y="1086"/>
                      </a:lnTo>
                      <a:lnTo>
                        <a:pt x="1237" y="1086"/>
                      </a:lnTo>
                      <a:lnTo>
                        <a:pt x="1224" y="1104"/>
                      </a:lnTo>
                      <a:lnTo>
                        <a:pt x="1233" y="1104"/>
                      </a:lnTo>
                      <a:lnTo>
                        <a:pt x="1237" y="1095"/>
                      </a:lnTo>
                      <a:lnTo>
                        <a:pt x="1251" y="1081"/>
                      </a:lnTo>
                      <a:lnTo>
                        <a:pt x="1246" y="1099"/>
                      </a:lnTo>
                      <a:lnTo>
                        <a:pt x="1246" y="1108"/>
                      </a:lnTo>
                      <a:lnTo>
                        <a:pt x="1255" y="1095"/>
                      </a:lnTo>
                      <a:lnTo>
                        <a:pt x="1260" y="1108"/>
                      </a:lnTo>
                      <a:lnTo>
                        <a:pt x="1269" y="1104"/>
                      </a:lnTo>
                      <a:lnTo>
                        <a:pt x="1273" y="1095"/>
                      </a:lnTo>
                      <a:lnTo>
                        <a:pt x="1273" y="1086"/>
                      </a:lnTo>
                      <a:lnTo>
                        <a:pt x="1264" y="1095"/>
                      </a:lnTo>
                      <a:lnTo>
                        <a:pt x="1269" y="1077"/>
                      </a:lnTo>
                      <a:lnTo>
                        <a:pt x="1255" y="1086"/>
                      </a:lnTo>
                      <a:lnTo>
                        <a:pt x="1260" y="1077"/>
                      </a:lnTo>
                      <a:lnTo>
                        <a:pt x="1269" y="1072"/>
                      </a:lnTo>
                      <a:lnTo>
                        <a:pt x="1269" y="1063"/>
                      </a:lnTo>
                      <a:lnTo>
                        <a:pt x="1255" y="1072"/>
                      </a:lnTo>
                      <a:lnTo>
                        <a:pt x="1255" y="1063"/>
                      </a:lnTo>
                      <a:lnTo>
                        <a:pt x="1260" y="1055"/>
                      </a:lnTo>
                      <a:lnTo>
                        <a:pt x="1251" y="1046"/>
                      </a:lnTo>
                      <a:lnTo>
                        <a:pt x="1237" y="1055"/>
                      </a:lnTo>
                      <a:lnTo>
                        <a:pt x="1228" y="1055"/>
                      </a:lnTo>
                      <a:lnTo>
                        <a:pt x="1233" y="1037"/>
                      </a:lnTo>
                      <a:lnTo>
                        <a:pt x="1224" y="1032"/>
                      </a:lnTo>
                      <a:lnTo>
                        <a:pt x="1215" y="1050"/>
                      </a:lnTo>
                      <a:lnTo>
                        <a:pt x="1211" y="1046"/>
                      </a:lnTo>
                      <a:lnTo>
                        <a:pt x="1228" y="1019"/>
                      </a:lnTo>
                      <a:lnTo>
                        <a:pt x="1237" y="996"/>
                      </a:lnTo>
                      <a:close/>
                    </a:path>
                  </a:pathLst>
                </a:custGeom>
                <a:grpFill/>
                <a:ln w="9525" cmpd="sng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>
                    <a:latin typeface="Delivery" panose="020F0503020204020204" pitchFamily="34" charset="0"/>
                  </a:endParaRPr>
                </a:p>
              </p:txBody>
            </p:sp>
            <p:sp>
              <p:nvSpPr>
                <p:cNvPr id="193" name="Freeform 71">
                  <a:extLst>
                    <a:ext uri="{FF2B5EF4-FFF2-40B4-BE49-F238E27FC236}">
                      <a16:creationId xmlns:a16="http://schemas.microsoft.com/office/drawing/2014/main" id="{33F27EC8-C2BE-BBBB-5DEC-79A525EFBB58}"/>
                    </a:ext>
                  </a:extLst>
                </p:cNvPr>
                <p:cNvSpPr>
                  <a:spLocks noEditPoints="1"/>
                </p:cNvSpPr>
                <p:nvPr/>
              </p:nvSpPr>
              <p:spPr bwMode="gray">
                <a:xfrm>
                  <a:off x="1606" y="3043"/>
                  <a:ext cx="125" cy="724"/>
                </a:xfrm>
                <a:custGeom>
                  <a:avLst/>
                  <a:gdLst>
                    <a:gd name="T0" fmla="*/ 71 w 125"/>
                    <a:gd name="T1" fmla="*/ 80 h 724"/>
                    <a:gd name="T2" fmla="*/ 67 w 125"/>
                    <a:gd name="T3" fmla="*/ 125 h 724"/>
                    <a:gd name="T4" fmla="*/ 58 w 125"/>
                    <a:gd name="T5" fmla="*/ 197 h 724"/>
                    <a:gd name="T6" fmla="*/ 49 w 125"/>
                    <a:gd name="T7" fmla="*/ 250 h 724"/>
                    <a:gd name="T8" fmla="*/ 31 w 125"/>
                    <a:gd name="T9" fmla="*/ 375 h 724"/>
                    <a:gd name="T10" fmla="*/ 27 w 125"/>
                    <a:gd name="T11" fmla="*/ 407 h 724"/>
                    <a:gd name="T12" fmla="*/ 27 w 125"/>
                    <a:gd name="T13" fmla="*/ 438 h 724"/>
                    <a:gd name="T14" fmla="*/ 27 w 125"/>
                    <a:gd name="T15" fmla="*/ 465 h 724"/>
                    <a:gd name="T16" fmla="*/ 9 w 125"/>
                    <a:gd name="T17" fmla="*/ 500 h 724"/>
                    <a:gd name="T18" fmla="*/ 4 w 125"/>
                    <a:gd name="T19" fmla="*/ 518 h 724"/>
                    <a:gd name="T20" fmla="*/ 18 w 125"/>
                    <a:gd name="T21" fmla="*/ 527 h 724"/>
                    <a:gd name="T22" fmla="*/ 13 w 125"/>
                    <a:gd name="T23" fmla="*/ 599 h 724"/>
                    <a:gd name="T24" fmla="*/ 18 w 125"/>
                    <a:gd name="T25" fmla="*/ 626 h 724"/>
                    <a:gd name="T26" fmla="*/ 27 w 125"/>
                    <a:gd name="T27" fmla="*/ 652 h 724"/>
                    <a:gd name="T28" fmla="*/ 49 w 125"/>
                    <a:gd name="T29" fmla="*/ 666 h 724"/>
                    <a:gd name="T30" fmla="*/ 85 w 125"/>
                    <a:gd name="T31" fmla="*/ 643 h 724"/>
                    <a:gd name="T32" fmla="*/ 40 w 125"/>
                    <a:gd name="T33" fmla="*/ 621 h 724"/>
                    <a:gd name="T34" fmla="*/ 27 w 125"/>
                    <a:gd name="T35" fmla="*/ 576 h 724"/>
                    <a:gd name="T36" fmla="*/ 49 w 125"/>
                    <a:gd name="T37" fmla="*/ 509 h 724"/>
                    <a:gd name="T38" fmla="*/ 49 w 125"/>
                    <a:gd name="T39" fmla="*/ 474 h 724"/>
                    <a:gd name="T40" fmla="*/ 49 w 125"/>
                    <a:gd name="T41" fmla="*/ 465 h 724"/>
                    <a:gd name="T42" fmla="*/ 54 w 125"/>
                    <a:gd name="T43" fmla="*/ 416 h 724"/>
                    <a:gd name="T44" fmla="*/ 54 w 125"/>
                    <a:gd name="T45" fmla="*/ 371 h 724"/>
                    <a:gd name="T46" fmla="*/ 58 w 125"/>
                    <a:gd name="T47" fmla="*/ 317 h 724"/>
                    <a:gd name="T48" fmla="*/ 80 w 125"/>
                    <a:gd name="T49" fmla="*/ 268 h 724"/>
                    <a:gd name="T50" fmla="*/ 67 w 125"/>
                    <a:gd name="T51" fmla="*/ 223 h 724"/>
                    <a:gd name="T52" fmla="*/ 76 w 125"/>
                    <a:gd name="T53" fmla="*/ 188 h 724"/>
                    <a:gd name="T54" fmla="*/ 89 w 125"/>
                    <a:gd name="T55" fmla="*/ 138 h 724"/>
                    <a:gd name="T56" fmla="*/ 116 w 125"/>
                    <a:gd name="T57" fmla="*/ 80 h 724"/>
                    <a:gd name="T58" fmla="*/ 94 w 125"/>
                    <a:gd name="T59" fmla="*/ 22 h 724"/>
                    <a:gd name="T60" fmla="*/ 71 w 125"/>
                    <a:gd name="T61" fmla="*/ 9 h 724"/>
                    <a:gd name="T62" fmla="*/ 67 w 125"/>
                    <a:gd name="T63" fmla="*/ 675 h 724"/>
                    <a:gd name="T64" fmla="*/ 71 w 125"/>
                    <a:gd name="T65" fmla="*/ 675 h 724"/>
                    <a:gd name="T66" fmla="*/ 98 w 125"/>
                    <a:gd name="T67" fmla="*/ 643 h 724"/>
                    <a:gd name="T68" fmla="*/ 76 w 125"/>
                    <a:gd name="T69" fmla="*/ 666 h 724"/>
                    <a:gd name="T70" fmla="*/ 80 w 125"/>
                    <a:gd name="T71" fmla="*/ 679 h 724"/>
                    <a:gd name="T72" fmla="*/ 13 w 125"/>
                    <a:gd name="T73" fmla="*/ 648 h 724"/>
                    <a:gd name="T74" fmla="*/ 27 w 125"/>
                    <a:gd name="T75" fmla="*/ 670 h 724"/>
                    <a:gd name="T76" fmla="*/ 49 w 125"/>
                    <a:gd name="T77" fmla="*/ 679 h 724"/>
                    <a:gd name="T78" fmla="*/ 54 w 125"/>
                    <a:gd name="T79" fmla="*/ 697 h 724"/>
                    <a:gd name="T80" fmla="*/ 71 w 125"/>
                    <a:gd name="T81" fmla="*/ 702 h 724"/>
                    <a:gd name="T82" fmla="*/ 76 w 125"/>
                    <a:gd name="T83" fmla="*/ 702 h 724"/>
                    <a:gd name="T84" fmla="*/ 89 w 125"/>
                    <a:gd name="T85" fmla="*/ 724 h 724"/>
                    <a:gd name="T86" fmla="*/ 94 w 125"/>
                    <a:gd name="T87" fmla="*/ 724 h 724"/>
                    <a:gd name="T88" fmla="*/ 107 w 125"/>
                    <a:gd name="T89" fmla="*/ 715 h 724"/>
                    <a:gd name="T90" fmla="*/ 107 w 125"/>
                    <a:gd name="T91" fmla="*/ 710 h 724"/>
                    <a:gd name="T92" fmla="*/ 121 w 125"/>
                    <a:gd name="T93" fmla="*/ 706 h 724"/>
                    <a:gd name="T94" fmla="*/ 98 w 125"/>
                    <a:gd name="T95" fmla="*/ 702 h 7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</a:cxnLst>
                  <a:rect l="0" t="0" r="r" b="b"/>
                  <a:pathLst>
                    <a:path w="125" h="724">
                      <a:moveTo>
                        <a:pt x="71" y="9"/>
                      </a:moveTo>
                      <a:lnTo>
                        <a:pt x="71" y="31"/>
                      </a:lnTo>
                      <a:lnTo>
                        <a:pt x="71" y="80"/>
                      </a:lnTo>
                      <a:lnTo>
                        <a:pt x="67" y="85"/>
                      </a:lnTo>
                      <a:lnTo>
                        <a:pt x="67" y="121"/>
                      </a:lnTo>
                      <a:lnTo>
                        <a:pt x="67" y="125"/>
                      </a:lnTo>
                      <a:lnTo>
                        <a:pt x="67" y="138"/>
                      </a:lnTo>
                      <a:lnTo>
                        <a:pt x="54" y="183"/>
                      </a:lnTo>
                      <a:lnTo>
                        <a:pt x="58" y="197"/>
                      </a:lnTo>
                      <a:lnTo>
                        <a:pt x="49" y="205"/>
                      </a:lnTo>
                      <a:lnTo>
                        <a:pt x="54" y="241"/>
                      </a:lnTo>
                      <a:lnTo>
                        <a:pt x="49" y="250"/>
                      </a:lnTo>
                      <a:lnTo>
                        <a:pt x="54" y="259"/>
                      </a:lnTo>
                      <a:lnTo>
                        <a:pt x="27" y="326"/>
                      </a:lnTo>
                      <a:lnTo>
                        <a:pt x="31" y="375"/>
                      </a:lnTo>
                      <a:lnTo>
                        <a:pt x="22" y="380"/>
                      </a:lnTo>
                      <a:lnTo>
                        <a:pt x="27" y="398"/>
                      </a:lnTo>
                      <a:lnTo>
                        <a:pt x="27" y="407"/>
                      </a:lnTo>
                      <a:lnTo>
                        <a:pt x="22" y="411"/>
                      </a:lnTo>
                      <a:lnTo>
                        <a:pt x="22" y="442"/>
                      </a:lnTo>
                      <a:lnTo>
                        <a:pt x="27" y="438"/>
                      </a:lnTo>
                      <a:lnTo>
                        <a:pt x="31" y="416"/>
                      </a:lnTo>
                      <a:lnTo>
                        <a:pt x="40" y="416"/>
                      </a:lnTo>
                      <a:lnTo>
                        <a:pt x="27" y="465"/>
                      </a:lnTo>
                      <a:lnTo>
                        <a:pt x="27" y="451"/>
                      </a:lnTo>
                      <a:lnTo>
                        <a:pt x="22" y="456"/>
                      </a:lnTo>
                      <a:lnTo>
                        <a:pt x="9" y="500"/>
                      </a:lnTo>
                      <a:lnTo>
                        <a:pt x="0" y="509"/>
                      </a:lnTo>
                      <a:lnTo>
                        <a:pt x="0" y="523"/>
                      </a:lnTo>
                      <a:lnTo>
                        <a:pt x="4" y="518"/>
                      </a:lnTo>
                      <a:lnTo>
                        <a:pt x="9" y="509"/>
                      </a:lnTo>
                      <a:lnTo>
                        <a:pt x="22" y="518"/>
                      </a:lnTo>
                      <a:lnTo>
                        <a:pt x="18" y="527"/>
                      </a:lnTo>
                      <a:lnTo>
                        <a:pt x="4" y="541"/>
                      </a:lnTo>
                      <a:lnTo>
                        <a:pt x="4" y="603"/>
                      </a:lnTo>
                      <a:lnTo>
                        <a:pt x="13" y="599"/>
                      </a:lnTo>
                      <a:lnTo>
                        <a:pt x="4" y="617"/>
                      </a:lnTo>
                      <a:lnTo>
                        <a:pt x="9" y="643"/>
                      </a:lnTo>
                      <a:lnTo>
                        <a:pt x="18" y="626"/>
                      </a:lnTo>
                      <a:lnTo>
                        <a:pt x="18" y="648"/>
                      </a:lnTo>
                      <a:lnTo>
                        <a:pt x="27" y="643"/>
                      </a:lnTo>
                      <a:lnTo>
                        <a:pt x="27" y="652"/>
                      </a:lnTo>
                      <a:lnTo>
                        <a:pt x="40" y="657"/>
                      </a:lnTo>
                      <a:lnTo>
                        <a:pt x="36" y="661"/>
                      </a:lnTo>
                      <a:lnTo>
                        <a:pt x="49" y="666"/>
                      </a:lnTo>
                      <a:lnTo>
                        <a:pt x="63" y="675"/>
                      </a:lnTo>
                      <a:lnTo>
                        <a:pt x="67" y="648"/>
                      </a:lnTo>
                      <a:lnTo>
                        <a:pt x="85" y="643"/>
                      </a:lnTo>
                      <a:lnTo>
                        <a:pt x="89" y="634"/>
                      </a:lnTo>
                      <a:lnTo>
                        <a:pt x="49" y="630"/>
                      </a:lnTo>
                      <a:lnTo>
                        <a:pt x="40" y="621"/>
                      </a:lnTo>
                      <a:lnTo>
                        <a:pt x="40" y="603"/>
                      </a:lnTo>
                      <a:lnTo>
                        <a:pt x="31" y="603"/>
                      </a:lnTo>
                      <a:lnTo>
                        <a:pt x="27" y="576"/>
                      </a:lnTo>
                      <a:lnTo>
                        <a:pt x="36" y="559"/>
                      </a:lnTo>
                      <a:lnTo>
                        <a:pt x="40" y="554"/>
                      </a:lnTo>
                      <a:lnTo>
                        <a:pt x="49" y="509"/>
                      </a:lnTo>
                      <a:lnTo>
                        <a:pt x="49" y="491"/>
                      </a:lnTo>
                      <a:lnTo>
                        <a:pt x="58" y="483"/>
                      </a:lnTo>
                      <a:lnTo>
                        <a:pt x="49" y="474"/>
                      </a:lnTo>
                      <a:lnTo>
                        <a:pt x="58" y="474"/>
                      </a:lnTo>
                      <a:lnTo>
                        <a:pt x="58" y="465"/>
                      </a:lnTo>
                      <a:lnTo>
                        <a:pt x="49" y="465"/>
                      </a:lnTo>
                      <a:lnTo>
                        <a:pt x="54" y="442"/>
                      </a:lnTo>
                      <a:lnTo>
                        <a:pt x="49" y="429"/>
                      </a:lnTo>
                      <a:lnTo>
                        <a:pt x="54" y="416"/>
                      </a:lnTo>
                      <a:lnTo>
                        <a:pt x="49" y="393"/>
                      </a:lnTo>
                      <a:lnTo>
                        <a:pt x="49" y="375"/>
                      </a:lnTo>
                      <a:lnTo>
                        <a:pt x="54" y="371"/>
                      </a:lnTo>
                      <a:lnTo>
                        <a:pt x="54" y="357"/>
                      </a:lnTo>
                      <a:lnTo>
                        <a:pt x="63" y="353"/>
                      </a:lnTo>
                      <a:lnTo>
                        <a:pt x="58" y="317"/>
                      </a:lnTo>
                      <a:lnTo>
                        <a:pt x="67" y="304"/>
                      </a:lnTo>
                      <a:lnTo>
                        <a:pt x="71" y="281"/>
                      </a:lnTo>
                      <a:lnTo>
                        <a:pt x="80" y="268"/>
                      </a:lnTo>
                      <a:lnTo>
                        <a:pt x="80" y="250"/>
                      </a:lnTo>
                      <a:lnTo>
                        <a:pt x="76" y="250"/>
                      </a:lnTo>
                      <a:lnTo>
                        <a:pt x="67" y="223"/>
                      </a:lnTo>
                      <a:lnTo>
                        <a:pt x="71" y="210"/>
                      </a:lnTo>
                      <a:lnTo>
                        <a:pt x="80" y="205"/>
                      </a:lnTo>
                      <a:lnTo>
                        <a:pt x="76" y="188"/>
                      </a:lnTo>
                      <a:lnTo>
                        <a:pt x="85" y="161"/>
                      </a:lnTo>
                      <a:lnTo>
                        <a:pt x="94" y="147"/>
                      </a:lnTo>
                      <a:lnTo>
                        <a:pt x="89" y="138"/>
                      </a:lnTo>
                      <a:lnTo>
                        <a:pt x="94" y="112"/>
                      </a:lnTo>
                      <a:lnTo>
                        <a:pt x="116" y="98"/>
                      </a:lnTo>
                      <a:lnTo>
                        <a:pt x="116" y="80"/>
                      </a:lnTo>
                      <a:lnTo>
                        <a:pt x="107" y="76"/>
                      </a:lnTo>
                      <a:lnTo>
                        <a:pt x="94" y="40"/>
                      </a:lnTo>
                      <a:lnTo>
                        <a:pt x="94" y="22"/>
                      </a:lnTo>
                      <a:lnTo>
                        <a:pt x="89" y="9"/>
                      </a:lnTo>
                      <a:lnTo>
                        <a:pt x="85" y="0"/>
                      </a:lnTo>
                      <a:lnTo>
                        <a:pt x="71" y="9"/>
                      </a:lnTo>
                      <a:close/>
                      <a:moveTo>
                        <a:pt x="71" y="666"/>
                      </a:moveTo>
                      <a:lnTo>
                        <a:pt x="71" y="670"/>
                      </a:lnTo>
                      <a:lnTo>
                        <a:pt x="67" y="675"/>
                      </a:lnTo>
                      <a:lnTo>
                        <a:pt x="67" y="679"/>
                      </a:lnTo>
                      <a:lnTo>
                        <a:pt x="71" y="679"/>
                      </a:lnTo>
                      <a:lnTo>
                        <a:pt x="71" y="675"/>
                      </a:lnTo>
                      <a:lnTo>
                        <a:pt x="76" y="675"/>
                      </a:lnTo>
                      <a:lnTo>
                        <a:pt x="71" y="666"/>
                      </a:lnTo>
                      <a:close/>
                      <a:moveTo>
                        <a:pt x="98" y="643"/>
                      </a:moveTo>
                      <a:lnTo>
                        <a:pt x="89" y="643"/>
                      </a:lnTo>
                      <a:lnTo>
                        <a:pt x="76" y="648"/>
                      </a:lnTo>
                      <a:lnTo>
                        <a:pt x="76" y="666"/>
                      </a:lnTo>
                      <a:lnTo>
                        <a:pt x="89" y="661"/>
                      </a:lnTo>
                      <a:lnTo>
                        <a:pt x="80" y="670"/>
                      </a:lnTo>
                      <a:lnTo>
                        <a:pt x="80" y="679"/>
                      </a:lnTo>
                      <a:lnTo>
                        <a:pt x="94" y="693"/>
                      </a:lnTo>
                      <a:lnTo>
                        <a:pt x="67" y="684"/>
                      </a:lnTo>
                      <a:lnTo>
                        <a:pt x="13" y="648"/>
                      </a:lnTo>
                      <a:lnTo>
                        <a:pt x="13" y="657"/>
                      </a:lnTo>
                      <a:lnTo>
                        <a:pt x="31" y="666"/>
                      </a:lnTo>
                      <a:lnTo>
                        <a:pt x="27" y="670"/>
                      </a:lnTo>
                      <a:lnTo>
                        <a:pt x="31" y="679"/>
                      </a:lnTo>
                      <a:lnTo>
                        <a:pt x="40" y="684"/>
                      </a:lnTo>
                      <a:lnTo>
                        <a:pt x="49" y="679"/>
                      </a:lnTo>
                      <a:lnTo>
                        <a:pt x="63" y="688"/>
                      </a:lnTo>
                      <a:lnTo>
                        <a:pt x="49" y="688"/>
                      </a:lnTo>
                      <a:lnTo>
                        <a:pt x="54" y="697"/>
                      </a:lnTo>
                      <a:lnTo>
                        <a:pt x="63" y="693"/>
                      </a:lnTo>
                      <a:lnTo>
                        <a:pt x="71" y="697"/>
                      </a:lnTo>
                      <a:lnTo>
                        <a:pt x="71" y="702"/>
                      </a:lnTo>
                      <a:lnTo>
                        <a:pt x="63" y="702"/>
                      </a:lnTo>
                      <a:lnTo>
                        <a:pt x="76" y="706"/>
                      </a:lnTo>
                      <a:lnTo>
                        <a:pt x="76" y="702"/>
                      </a:lnTo>
                      <a:lnTo>
                        <a:pt x="80" y="706"/>
                      </a:lnTo>
                      <a:lnTo>
                        <a:pt x="76" y="715"/>
                      </a:lnTo>
                      <a:lnTo>
                        <a:pt x="89" y="724"/>
                      </a:lnTo>
                      <a:lnTo>
                        <a:pt x="89" y="715"/>
                      </a:lnTo>
                      <a:lnTo>
                        <a:pt x="94" y="715"/>
                      </a:lnTo>
                      <a:lnTo>
                        <a:pt x="94" y="724"/>
                      </a:lnTo>
                      <a:lnTo>
                        <a:pt x="103" y="719"/>
                      </a:lnTo>
                      <a:lnTo>
                        <a:pt x="107" y="724"/>
                      </a:lnTo>
                      <a:lnTo>
                        <a:pt x="107" y="715"/>
                      </a:lnTo>
                      <a:lnTo>
                        <a:pt x="103" y="715"/>
                      </a:lnTo>
                      <a:lnTo>
                        <a:pt x="103" y="706"/>
                      </a:lnTo>
                      <a:lnTo>
                        <a:pt x="107" y="710"/>
                      </a:lnTo>
                      <a:lnTo>
                        <a:pt x="121" y="715"/>
                      </a:lnTo>
                      <a:lnTo>
                        <a:pt x="125" y="710"/>
                      </a:lnTo>
                      <a:lnTo>
                        <a:pt x="121" y="706"/>
                      </a:lnTo>
                      <a:lnTo>
                        <a:pt x="103" y="702"/>
                      </a:lnTo>
                      <a:lnTo>
                        <a:pt x="94" y="702"/>
                      </a:lnTo>
                      <a:lnTo>
                        <a:pt x="98" y="702"/>
                      </a:lnTo>
                      <a:lnTo>
                        <a:pt x="98" y="643"/>
                      </a:lnTo>
                      <a:close/>
                    </a:path>
                  </a:pathLst>
                </a:custGeom>
                <a:grpFill/>
                <a:ln w="9525" cmpd="sng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>
                    <a:latin typeface="Delivery" panose="020F0503020204020204" pitchFamily="34" charset="0"/>
                  </a:endParaRPr>
                </a:p>
              </p:txBody>
            </p:sp>
            <p:sp>
              <p:nvSpPr>
                <p:cNvPr id="194" name="Freeform 72">
                  <a:extLst>
                    <a:ext uri="{FF2B5EF4-FFF2-40B4-BE49-F238E27FC236}">
                      <a16:creationId xmlns:a16="http://schemas.microsoft.com/office/drawing/2014/main" id="{BB1525B9-789E-02F5-E3E8-531DAE954048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1548" y="2596"/>
                  <a:ext cx="179" cy="246"/>
                </a:xfrm>
                <a:custGeom>
                  <a:avLst/>
                  <a:gdLst>
                    <a:gd name="T0" fmla="*/ 22 w 179"/>
                    <a:gd name="T1" fmla="*/ 174 h 246"/>
                    <a:gd name="T2" fmla="*/ 36 w 179"/>
                    <a:gd name="T3" fmla="*/ 174 h 246"/>
                    <a:gd name="T4" fmla="*/ 71 w 179"/>
                    <a:gd name="T5" fmla="*/ 192 h 246"/>
                    <a:gd name="T6" fmla="*/ 107 w 179"/>
                    <a:gd name="T7" fmla="*/ 210 h 246"/>
                    <a:gd name="T8" fmla="*/ 121 w 179"/>
                    <a:gd name="T9" fmla="*/ 241 h 246"/>
                    <a:gd name="T10" fmla="*/ 147 w 179"/>
                    <a:gd name="T11" fmla="*/ 201 h 246"/>
                    <a:gd name="T12" fmla="*/ 134 w 179"/>
                    <a:gd name="T13" fmla="*/ 192 h 246"/>
                    <a:gd name="T14" fmla="*/ 143 w 179"/>
                    <a:gd name="T15" fmla="*/ 183 h 246"/>
                    <a:gd name="T16" fmla="*/ 134 w 179"/>
                    <a:gd name="T17" fmla="*/ 174 h 246"/>
                    <a:gd name="T18" fmla="*/ 156 w 179"/>
                    <a:gd name="T19" fmla="*/ 161 h 246"/>
                    <a:gd name="T20" fmla="*/ 170 w 179"/>
                    <a:gd name="T21" fmla="*/ 165 h 246"/>
                    <a:gd name="T22" fmla="*/ 174 w 179"/>
                    <a:gd name="T23" fmla="*/ 143 h 246"/>
                    <a:gd name="T24" fmla="*/ 170 w 179"/>
                    <a:gd name="T25" fmla="*/ 134 h 246"/>
                    <a:gd name="T26" fmla="*/ 165 w 179"/>
                    <a:gd name="T27" fmla="*/ 112 h 246"/>
                    <a:gd name="T28" fmla="*/ 143 w 179"/>
                    <a:gd name="T29" fmla="*/ 94 h 246"/>
                    <a:gd name="T30" fmla="*/ 107 w 179"/>
                    <a:gd name="T31" fmla="*/ 85 h 246"/>
                    <a:gd name="T32" fmla="*/ 98 w 179"/>
                    <a:gd name="T33" fmla="*/ 63 h 246"/>
                    <a:gd name="T34" fmla="*/ 85 w 179"/>
                    <a:gd name="T35" fmla="*/ 54 h 246"/>
                    <a:gd name="T36" fmla="*/ 89 w 179"/>
                    <a:gd name="T37" fmla="*/ 31 h 246"/>
                    <a:gd name="T38" fmla="*/ 107 w 179"/>
                    <a:gd name="T39" fmla="*/ 9 h 246"/>
                    <a:gd name="T40" fmla="*/ 116 w 179"/>
                    <a:gd name="T41" fmla="*/ 0 h 246"/>
                    <a:gd name="T42" fmla="*/ 85 w 179"/>
                    <a:gd name="T43" fmla="*/ 18 h 246"/>
                    <a:gd name="T44" fmla="*/ 71 w 179"/>
                    <a:gd name="T45" fmla="*/ 22 h 246"/>
                    <a:gd name="T46" fmla="*/ 49 w 179"/>
                    <a:gd name="T47" fmla="*/ 31 h 246"/>
                    <a:gd name="T48" fmla="*/ 49 w 179"/>
                    <a:gd name="T49" fmla="*/ 40 h 246"/>
                    <a:gd name="T50" fmla="*/ 31 w 179"/>
                    <a:gd name="T51" fmla="*/ 58 h 246"/>
                    <a:gd name="T52" fmla="*/ 27 w 179"/>
                    <a:gd name="T53" fmla="*/ 58 h 246"/>
                    <a:gd name="T54" fmla="*/ 18 w 179"/>
                    <a:gd name="T55" fmla="*/ 76 h 246"/>
                    <a:gd name="T56" fmla="*/ 27 w 179"/>
                    <a:gd name="T57" fmla="*/ 89 h 246"/>
                    <a:gd name="T58" fmla="*/ 27 w 179"/>
                    <a:gd name="T59" fmla="*/ 121 h 246"/>
                    <a:gd name="T60" fmla="*/ 22 w 179"/>
                    <a:gd name="T61" fmla="*/ 143 h 246"/>
                    <a:gd name="T62" fmla="*/ 9 w 179"/>
                    <a:gd name="T63" fmla="*/ 152 h 246"/>
                    <a:gd name="T64" fmla="*/ 0 w 179"/>
                    <a:gd name="T65" fmla="*/ 161 h 2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179" h="246">
                      <a:moveTo>
                        <a:pt x="9" y="161"/>
                      </a:moveTo>
                      <a:lnTo>
                        <a:pt x="22" y="174"/>
                      </a:lnTo>
                      <a:lnTo>
                        <a:pt x="27" y="179"/>
                      </a:lnTo>
                      <a:lnTo>
                        <a:pt x="36" y="174"/>
                      </a:lnTo>
                      <a:lnTo>
                        <a:pt x="58" y="188"/>
                      </a:lnTo>
                      <a:lnTo>
                        <a:pt x="71" y="192"/>
                      </a:lnTo>
                      <a:lnTo>
                        <a:pt x="94" y="215"/>
                      </a:lnTo>
                      <a:lnTo>
                        <a:pt x="107" y="210"/>
                      </a:lnTo>
                      <a:lnTo>
                        <a:pt x="134" y="219"/>
                      </a:lnTo>
                      <a:lnTo>
                        <a:pt x="121" y="241"/>
                      </a:lnTo>
                      <a:lnTo>
                        <a:pt x="129" y="246"/>
                      </a:lnTo>
                      <a:lnTo>
                        <a:pt x="147" y="201"/>
                      </a:lnTo>
                      <a:lnTo>
                        <a:pt x="143" y="192"/>
                      </a:lnTo>
                      <a:lnTo>
                        <a:pt x="134" y="192"/>
                      </a:lnTo>
                      <a:lnTo>
                        <a:pt x="129" y="183"/>
                      </a:lnTo>
                      <a:lnTo>
                        <a:pt x="143" y="183"/>
                      </a:lnTo>
                      <a:lnTo>
                        <a:pt x="147" y="174"/>
                      </a:lnTo>
                      <a:lnTo>
                        <a:pt x="134" y="174"/>
                      </a:lnTo>
                      <a:lnTo>
                        <a:pt x="138" y="161"/>
                      </a:lnTo>
                      <a:lnTo>
                        <a:pt x="156" y="161"/>
                      </a:lnTo>
                      <a:lnTo>
                        <a:pt x="170" y="152"/>
                      </a:lnTo>
                      <a:lnTo>
                        <a:pt x="170" y="165"/>
                      </a:lnTo>
                      <a:lnTo>
                        <a:pt x="179" y="165"/>
                      </a:lnTo>
                      <a:lnTo>
                        <a:pt x="174" y="143"/>
                      </a:lnTo>
                      <a:lnTo>
                        <a:pt x="161" y="148"/>
                      </a:lnTo>
                      <a:lnTo>
                        <a:pt x="170" y="134"/>
                      </a:lnTo>
                      <a:lnTo>
                        <a:pt x="165" y="130"/>
                      </a:lnTo>
                      <a:lnTo>
                        <a:pt x="165" y="112"/>
                      </a:lnTo>
                      <a:lnTo>
                        <a:pt x="170" y="89"/>
                      </a:lnTo>
                      <a:lnTo>
                        <a:pt x="143" y="94"/>
                      </a:lnTo>
                      <a:lnTo>
                        <a:pt x="134" y="80"/>
                      </a:lnTo>
                      <a:lnTo>
                        <a:pt x="107" y="85"/>
                      </a:lnTo>
                      <a:lnTo>
                        <a:pt x="94" y="72"/>
                      </a:lnTo>
                      <a:lnTo>
                        <a:pt x="98" y="63"/>
                      </a:lnTo>
                      <a:lnTo>
                        <a:pt x="89" y="54"/>
                      </a:lnTo>
                      <a:lnTo>
                        <a:pt x="85" y="54"/>
                      </a:lnTo>
                      <a:lnTo>
                        <a:pt x="89" y="49"/>
                      </a:lnTo>
                      <a:lnTo>
                        <a:pt x="89" y="31"/>
                      </a:lnTo>
                      <a:lnTo>
                        <a:pt x="98" y="18"/>
                      </a:lnTo>
                      <a:lnTo>
                        <a:pt x="107" y="9"/>
                      </a:lnTo>
                      <a:lnTo>
                        <a:pt x="116" y="9"/>
                      </a:lnTo>
                      <a:lnTo>
                        <a:pt x="116" y="0"/>
                      </a:lnTo>
                      <a:lnTo>
                        <a:pt x="107" y="0"/>
                      </a:lnTo>
                      <a:lnTo>
                        <a:pt x="85" y="18"/>
                      </a:lnTo>
                      <a:lnTo>
                        <a:pt x="76" y="18"/>
                      </a:lnTo>
                      <a:lnTo>
                        <a:pt x="71" y="22"/>
                      </a:lnTo>
                      <a:lnTo>
                        <a:pt x="62" y="22"/>
                      </a:lnTo>
                      <a:lnTo>
                        <a:pt x="49" y="31"/>
                      </a:lnTo>
                      <a:lnTo>
                        <a:pt x="45" y="40"/>
                      </a:lnTo>
                      <a:lnTo>
                        <a:pt x="49" y="40"/>
                      </a:lnTo>
                      <a:lnTo>
                        <a:pt x="49" y="49"/>
                      </a:lnTo>
                      <a:lnTo>
                        <a:pt x="31" y="58"/>
                      </a:lnTo>
                      <a:lnTo>
                        <a:pt x="31" y="72"/>
                      </a:lnTo>
                      <a:lnTo>
                        <a:pt x="27" y="58"/>
                      </a:lnTo>
                      <a:lnTo>
                        <a:pt x="27" y="72"/>
                      </a:lnTo>
                      <a:lnTo>
                        <a:pt x="18" y="76"/>
                      </a:lnTo>
                      <a:lnTo>
                        <a:pt x="18" y="76"/>
                      </a:lnTo>
                      <a:lnTo>
                        <a:pt x="27" y="89"/>
                      </a:lnTo>
                      <a:lnTo>
                        <a:pt x="22" y="98"/>
                      </a:lnTo>
                      <a:lnTo>
                        <a:pt x="27" y="121"/>
                      </a:lnTo>
                      <a:lnTo>
                        <a:pt x="27" y="125"/>
                      </a:lnTo>
                      <a:lnTo>
                        <a:pt x="22" y="143"/>
                      </a:lnTo>
                      <a:lnTo>
                        <a:pt x="13" y="143"/>
                      </a:lnTo>
                      <a:lnTo>
                        <a:pt x="9" y="152"/>
                      </a:lnTo>
                      <a:lnTo>
                        <a:pt x="9" y="156"/>
                      </a:lnTo>
                      <a:lnTo>
                        <a:pt x="0" y="161"/>
                      </a:lnTo>
                      <a:lnTo>
                        <a:pt x="9" y="161"/>
                      </a:lnTo>
                      <a:close/>
                    </a:path>
                  </a:pathLst>
                </a:custGeom>
                <a:grpFill/>
                <a:ln w="9525" cmpd="sng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>
                    <a:latin typeface="Delivery" panose="020F0503020204020204" pitchFamily="34" charset="0"/>
                  </a:endParaRPr>
                </a:p>
              </p:txBody>
            </p:sp>
            <p:sp>
              <p:nvSpPr>
                <p:cNvPr id="195" name="Freeform 73">
                  <a:extLst>
                    <a:ext uri="{FF2B5EF4-FFF2-40B4-BE49-F238E27FC236}">
                      <a16:creationId xmlns:a16="http://schemas.microsoft.com/office/drawing/2014/main" id="{A4E7DD51-B298-F406-021B-B0B9E81D4037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1454" y="2618"/>
                  <a:ext cx="49" cy="41"/>
                </a:xfrm>
                <a:custGeom>
                  <a:avLst/>
                  <a:gdLst>
                    <a:gd name="T0" fmla="*/ 0 w 49"/>
                    <a:gd name="T1" fmla="*/ 0 h 41"/>
                    <a:gd name="T2" fmla="*/ 0 w 49"/>
                    <a:gd name="T3" fmla="*/ 9 h 41"/>
                    <a:gd name="T4" fmla="*/ 5 w 49"/>
                    <a:gd name="T5" fmla="*/ 9 h 41"/>
                    <a:gd name="T6" fmla="*/ 0 w 49"/>
                    <a:gd name="T7" fmla="*/ 14 h 41"/>
                    <a:gd name="T8" fmla="*/ 0 w 49"/>
                    <a:gd name="T9" fmla="*/ 23 h 41"/>
                    <a:gd name="T10" fmla="*/ 14 w 49"/>
                    <a:gd name="T11" fmla="*/ 27 h 41"/>
                    <a:gd name="T12" fmla="*/ 18 w 49"/>
                    <a:gd name="T13" fmla="*/ 23 h 41"/>
                    <a:gd name="T14" fmla="*/ 18 w 49"/>
                    <a:gd name="T15" fmla="*/ 18 h 41"/>
                    <a:gd name="T16" fmla="*/ 22 w 49"/>
                    <a:gd name="T17" fmla="*/ 27 h 41"/>
                    <a:gd name="T18" fmla="*/ 31 w 49"/>
                    <a:gd name="T19" fmla="*/ 36 h 41"/>
                    <a:gd name="T20" fmla="*/ 31 w 49"/>
                    <a:gd name="T21" fmla="*/ 41 h 41"/>
                    <a:gd name="T22" fmla="*/ 40 w 49"/>
                    <a:gd name="T23" fmla="*/ 41 h 41"/>
                    <a:gd name="T24" fmla="*/ 40 w 49"/>
                    <a:gd name="T25" fmla="*/ 36 h 41"/>
                    <a:gd name="T26" fmla="*/ 40 w 49"/>
                    <a:gd name="T27" fmla="*/ 41 h 41"/>
                    <a:gd name="T28" fmla="*/ 40 w 49"/>
                    <a:gd name="T29" fmla="*/ 27 h 41"/>
                    <a:gd name="T30" fmla="*/ 49 w 49"/>
                    <a:gd name="T31" fmla="*/ 23 h 41"/>
                    <a:gd name="T32" fmla="*/ 40 w 49"/>
                    <a:gd name="T33" fmla="*/ 18 h 41"/>
                    <a:gd name="T34" fmla="*/ 36 w 49"/>
                    <a:gd name="T35" fmla="*/ 5 h 41"/>
                    <a:gd name="T36" fmla="*/ 31 w 49"/>
                    <a:gd name="T37" fmla="*/ 5 h 41"/>
                    <a:gd name="T38" fmla="*/ 31 w 49"/>
                    <a:gd name="T39" fmla="*/ 5 h 41"/>
                    <a:gd name="T40" fmla="*/ 18 w 49"/>
                    <a:gd name="T41" fmla="*/ 0 h 41"/>
                    <a:gd name="T42" fmla="*/ 0 w 49"/>
                    <a:gd name="T43" fmla="*/ 0 h 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</a:cxnLst>
                  <a:rect l="0" t="0" r="r" b="b"/>
                  <a:pathLst>
                    <a:path w="49" h="41">
                      <a:moveTo>
                        <a:pt x="0" y="0"/>
                      </a:moveTo>
                      <a:lnTo>
                        <a:pt x="0" y="9"/>
                      </a:lnTo>
                      <a:lnTo>
                        <a:pt x="5" y="9"/>
                      </a:lnTo>
                      <a:lnTo>
                        <a:pt x="0" y="14"/>
                      </a:lnTo>
                      <a:lnTo>
                        <a:pt x="0" y="23"/>
                      </a:lnTo>
                      <a:lnTo>
                        <a:pt x="14" y="27"/>
                      </a:lnTo>
                      <a:lnTo>
                        <a:pt x="18" y="23"/>
                      </a:lnTo>
                      <a:lnTo>
                        <a:pt x="18" y="18"/>
                      </a:lnTo>
                      <a:lnTo>
                        <a:pt x="22" y="27"/>
                      </a:lnTo>
                      <a:lnTo>
                        <a:pt x="31" y="36"/>
                      </a:lnTo>
                      <a:lnTo>
                        <a:pt x="31" y="41"/>
                      </a:lnTo>
                      <a:lnTo>
                        <a:pt x="40" y="41"/>
                      </a:lnTo>
                      <a:lnTo>
                        <a:pt x="40" y="36"/>
                      </a:lnTo>
                      <a:lnTo>
                        <a:pt x="40" y="41"/>
                      </a:lnTo>
                      <a:lnTo>
                        <a:pt x="40" y="27"/>
                      </a:lnTo>
                      <a:lnTo>
                        <a:pt x="49" y="23"/>
                      </a:lnTo>
                      <a:lnTo>
                        <a:pt x="40" y="18"/>
                      </a:lnTo>
                      <a:lnTo>
                        <a:pt x="36" y="5"/>
                      </a:lnTo>
                      <a:lnTo>
                        <a:pt x="31" y="5"/>
                      </a:lnTo>
                      <a:lnTo>
                        <a:pt x="31" y="5"/>
                      </a:lnTo>
                      <a:lnTo>
                        <a:pt x="1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9525" cmpd="sng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>
                    <a:latin typeface="Delivery" panose="020F0503020204020204" pitchFamily="34" charset="0"/>
                  </a:endParaRPr>
                </a:p>
              </p:txBody>
            </p:sp>
            <p:sp>
              <p:nvSpPr>
                <p:cNvPr id="196" name="Freeform 74">
                  <a:extLst>
                    <a:ext uri="{FF2B5EF4-FFF2-40B4-BE49-F238E27FC236}">
                      <a16:creationId xmlns:a16="http://schemas.microsoft.com/office/drawing/2014/main" id="{1FCCC55D-64F4-636B-F36F-703DE8564882}"/>
                    </a:ext>
                  </a:extLst>
                </p:cNvPr>
                <p:cNvSpPr>
                  <a:spLocks noEditPoints="1"/>
                </p:cNvSpPr>
                <p:nvPr/>
              </p:nvSpPr>
              <p:spPr bwMode="gray">
                <a:xfrm>
                  <a:off x="1468" y="2431"/>
                  <a:ext cx="160" cy="58"/>
                </a:xfrm>
                <a:custGeom>
                  <a:avLst/>
                  <a:gdLst>
                    <a:gd name="T0" fmla="*/ 8 w 160"/>
                    <a:gd name="T1" fmla="*/ 18 h 58"/>
                    <a:gd name="T2" fmla="*/ 0 w 160"/>
                    <a:gd name="T3" fmla="*/ 22 h 58"/>
                    <a:gd name="T4" fmla="*/ 4 w 160"/>
                    <a:gd name="T5" fmla="*/ 27 h 58"/>
                    <a:gd name="T6" fmla="*/ 17 w 160"/>
                    <a:gd name="T7" fmla="*/ 22 h 58"/>
                    <a:gd name="T8" fmla="*/ 17 w 160"/>
                    <a:gd name="T9" fmla="*/ 18 h 58"/>
                    <a:gd name="T10" fmla="*/ 31 w 160"/>
                    <a:gd name="T11" fmla="*/ 18 h 58"/>
                    <a:gd name="T12" fmla="*/ 35 w 160"/>
                    <a:gd name="T13" fmla="*/ 13 h 58"/>
                    <a:gd name="T14" fmla="*/ 44 w 160"/>
                    <a:gd name="T15" fmla="*/ 13 h 58"/>
                    <a:gd name="T16" fmla="*/ 40 w 160"/>
                    <a:gd name="T17" fmla="*/ 18 h 58"/>
                    <a:gd name="T18" fmla="*/ 53 w 160"/>
                    <a:gd name="T19" fmla="*/ 18 h 58"/>
                    <a:gd name="T20" fmla="*/ 80 w 160"/>
                    <a:gd name="T21" fmla="*/ 27 h 58"/>
                    <a:gd name="T22" fmla="*/ 89 w 160"/>
                    <a:gd name="T23" fmla="*/ 27 h 58"/>
                    <a:gd name="T24" fmla="*/ 93 w 160"/>
                    <a:gd name="T25" fmla="*/ 40 h 58"/>
                    <a:gd name="T26" fmla="*/ 102 w 160"/>
                    <a:gd name="T27" fmla="*/ 44 h 58"/>
                    <a:gd name="T28" fmla="*/ 107 w 160"/>
                    <a:gd name="T29" fmla="*/ 40 h 58"/>
                    <a:gd name="T30" fmla="*/ 111 w 160"/>
                    <a:gd name="T31" fmla="*/ 49 h 58"/>
                    <a:gd name="T32" fmla="*/ 98 w 160"/>
                    <a:gd name="T33" fmla="*/ 58 h 58"/>
                    <a:gd name="T34" fmla="*/ 147 w 160"/>
                    <a:gd name="T35" fmla="*/ 58 h 58"/>
                    <a:gd name="T36" fmla="*/ 160 w 160"/>
                    <a:gd name="T37" fmla="*/ 53 h 58"/>
                    <a:gd name="T38" fmla="*/ 156 w 160"/>
                    <a:gd name="T39" fmla="*/ 44 h 58"/>
                    <a:gd name="T40" fmla="*/ 134 w 160"/>
                    <a:gd name="T41" fmla="*/ 44 h 58"/>
                    <a:gd name="T42" fmla="*/ 134 w 160"/>
                    <a:gd name="T43" fmla="*/ 31 h 58"/>
                    <a:gd name="T44" fmla="*/ 125 w 160"/>
                    <a:gd name="T45" fmla="*/ 35 h 58"/>
                    <a:gd name="T46" fmla="*/ 107 w 160"/>
                    <a:gd name="T47" fmla="*/ 18 h 58"/>
                    <a:gd name="T48" fmla="*/ 102 w 160"/>
                    <a:gd name="T49" fmla="*/ 9 h 58"/>
                    <a:gd name="T50" fmla="*/ 98 w 160"/>
                    <a:gd name="T51" fmla="*/ 9 h 58"/>
                    <a:gd name="T52" fmla="*/ 98 w 160"/>
                    <a:gd name="T53" fmla="*/ 13 h 58"/>
                    <a:gd name="T54" fmla="*/ 84 w 160"/>
                    <a:gd name="T55" fmla="*/ 9 h 58"/>
                    <a:gd name="T56" fmla="*/ 80 w 160"/>
                    <a:gd name="T57" fmla="*/ 13 h 58"/>
                    <a:gd name="T58" fmla="*/ 67 w 160"/>
                    <a:gd name="T59" fmla="*/ 0 h 58"/>
                    <a:gd name="T60" fmla="*/ 40 w 160"/>
                    <a:gd name="T61" fmla="*/ 0 h 58"/>
                    <a:gd name="T62" fmla="*/ 8 w 160"/>
                    <a:gd name="T63" fmla="*/ 9 h 58"/>
                    <a:gd name="T64" fmla="*/ 8 w 160"/>
                    <a:gd name="T65" fmla="*/ 18 h 58"/>
                    <a:gd name="T66" fmla="*/ 31 w 160"/>
                    <a:gd name="T67" fmla="*/ 22 h 58"/>
                    <a:gd name="T68" fmla="*/ 31 w 160"/>
                    <a:gd name="T69" fmla="*/ 27 h 58"/>
                    <a:gd name="T70" fmla="*/ 22 w 160"/>
                    <a:gd name="T71" fmla="*/ 27 h 58"/>
                    <a:gd name="T72" fmla="*/ 31 w 160"/>
                    <a:gd name="T73" fmla="*/ 31 h 58"/>
                    <a:gd name="T74" fmla="*/ 35 w 160"/>
                    <a:gd name="T75" fmla="*/ 27 h 58"/>
                    <a:gd name="T76" fmla="*/ 35 w 160"/>
                    <a:gd name="T77" fmla="*/ 22 h 58"/>
                    <a:gd name="T78" fmla="*/ 31 w 160"/>
                    <a:gd name="T79" fmla="*/ 22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</a:cxnLst>
                  <a:rect l="0" t="0" r="r" b="b"/>
                  <a:pathLst>
                    <a:path w="160" h="58">
                      <a:moveTo>
                        <a:pt x="8" y="18"/>
                      </a:moveTo>
                      <a:lnTo>
                        <a:pt x="0" y="22"/>
                      </a:lnTo>
                      <a:lnTo>
                        <a:pt x="4" y="27"/>
                      </a:lnTo>
                      <a:lnTo>
                        <a:pt x="17" y="22"/>
                      </a:lnTo>
                      <a:lnTo>
                        <a:pt x="17" y="18"/>
                      </a:lnTo>
                      <a:lnTo>
                        <a:pt x="31" y="18"/>
                      </a:lnTo>
                      <a:lnTo>
                        <a:pt x="35" y="13"/>
                      </a:lnTo>
                      <a:lnTo>
                        <a:pt x="44" y="13"/>
                      </a:lnTo>
                      <a:lnTo>
                        <a:pt x="40" y="18"/>
                      </a:lnTo>
                      <a:lnTo>
                        <a:pt x="53" y="18"/>
                      </a:lnTo>
                      <a:lnTo>
                        <a:pt x="80" y="27"/>
                      </a:lnTo>
                      <a:lnTo>
                        <a:pt x="89" y="27"/>
                      </a:lnTo>
                      <a:lnTo>
                        <a:pt x="93" y="40"/>
                      </a:lnTo>
                      <a:lnTo>
                        <a:pt x="102" y="44"/>
                      </a:lnTo>
                      <a:lnTo>
                        <a:pt x="107" y="40"/>
                      </a:lnTo>
                      <a:lnTo>
                        <a:pt x="111" y="49"/>
                      </a:lnTo>
                      <a:lnTo>
                        <a:pt x="98" y="58"/>
                      </a:lnTo>
                      <a:lnTo>
                        <a:pt x="147" y="58"/>
                      </a:lnTo>
                      <a:lnTo>
                        <a:pt x="160" y="53"/>
                      </a:lnTo>
                      <a:lnTo>
                        <a:pt x="156" y="44"/>
                      </a:lnTo>
                      <a:lnTo>
                        <a:pt x="134" y="44"/>
                      </a:lnTo>
                      <a:lnTo>
                        <a:pt x="134" y="31"/>
                      </a:lnTo>
                      <a:lnTo>
                        <a:pt x="125" y="35"/>
                      </a:lnTo>
                      <a:lnTo>
                        <a:pt x="107" y="18"/>
                      </a:lnTo>
                      <a:lnTo>
                        <a:pt x="102" y="9"/>
                      </a:lnTo>
                      <a:lnTo>
                        <a:pt x="98" y="9"/>
                      </a:lnTo>
                      <a:lnTo>
                        <a:pt x="98" y="13"/>
                      </a:lnTo>
                      <a:lnTo>
                        <a:pt x="84" y="9"/>
                      </a:lnTo>
                      <a:lnTo>
                        <a:pt x="80" y="13"/>
                      </a:lnTo>
                      <a:lnTo>
                        <a:pt x="67" y="0"/>
                      </a:lnTo>
                      <a:lnTo>
                        <a:pt x="40" y="0"/>
                      </a:lnTo>
                      <a:lnTo>
                        <a:pt x="8" y="9"/>
                      </a:lnTo>
                      <a:lnTo>
                        <a:pt x="8" y="18"/>
                      </a:lnTo>
                      <a:close/>
                      <a:moveTo>
                        <a:pt x="31" y="22"/>
                      </a:moveTo>
                      <a:lnTo>
                        <a:pt x="31" y="27"/>
                      </a:lnTo>
                      <a:lnTo>
                        <a:pt x="22" y="27"/>
                      </a:lnTo>
                      <a:lnTo>
                        <a:pt x="31" y="31"/>
                      </a:lnTo>
                      <a:lnTo>
                        <a:pt x="35" y="27"/>
                      </a:lnTo>
                      <a:lnTo>
                        <a:pt x="35" y="22"/>
                      </a:lnTo>
                      <a:lnTo>
                        <a:pt x="31" y="22"/>
                      </a:lnTo>
                      <a:close/>
                    </a:path>
                  </a:pathLst>
                </a:custGeom>
                <a:grpFill/>
                <a:ln w="9525" cmpd="sng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>
                    <a:latin typeface="Delivery" panose="020F0503020204020204" pitchFamily="34" charset="0"/>
                  </a:endParaRPr>
                </a:p>
              </p:txBody>
            </p:sp>
            <p:sp>
              <p:nvSpPr>
                <p:cNvPr id="197" name="Freeform 75">
                  <a:extLst>
                    <a:ext uri="{FF2B5EF4-FFF2-40B4-BE49-F238E27FC236}">
                      <a16:creationId xmlns:a16="http://schemas.microsoft.com/office/drawing/2014/main" id="{5719B961-AB82-BFB0-9818-297D6FFA6F9E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1651" y="2489"/>
                  <a:ext cx="53" cy="36"/>
                </a:xfrm>
                <a:custGeom>
                  <a:avLst/>
                  <a:gdLst>
                    <a:gd name="T0" fmla="*/ 0 w 53"/>
                    <a:gd name="T1" fmla="*/ 22 h 36"/>
                    <a:gd name="T2" fmla="*/ 13 w 53"/>
                    <a:gd name="T3" fmla="*/ 36 h 36"/>
                    <a:gd name="T4" fmla="*/ 18 w 53"/>
                    <a:gd name="T5" fmla="*/ 22 h 36"/>
                    <a:gd name="T6" fmla="*/ 22 w 53"/>
                    <a:gd name="T7" fmla="*/ 18 h 36"/>
                    <a:gd name="T8" fmla="*/ 22 w 53"/>
                    <a:gd name="T9" fmla="*/ 22 h 36"/>
                    <a:gd name="T10" fmla="*/ 35 w 53"/>
                    <a:gd name="T11" fmla="*/ 18 h 36"/>
                    <a:gd name="T12" fmla="*/ 44 w 53"/>
                    <a:gd name="T13" fmla="*/ 18 h 36"/>
                    <a:gd name="T14" fmla="*/ 49 w 53"/>
                    <a:gd name="T15" fmla="*/ 22 h 36"/>
                    <a:gd name="T16" fmla="*/ 53 w 53"/>
                    <a:gd name="T17" fmla="*/ 18 h 36"/>
                    <a:gd name="T18" fmla="*/ 53 w 53"/>
                    <a:gd name="T19" fmla="*/ 13 h 36"/>
                    <a:gd name="T20" fmla="*/ 44 w 53"/>
                    <a:gd name="T21" fmla="*/ 9 h 36"/>
                    <a:gd name="T22" fmla="*/ 40 w 53"/>
                    <a:gd name="T23" fmla="*/ 4 h 36"/>
                    <a:gd name="T24" fmla="*/ 35 w 53"/>
                    <a:gd name="T25" fmla="*/ 4 h 36"/>
                    <a:gd name="T26" fmla="*/ 31 w 53"/>
                    <a:gd name="T27" fmla="*/ 0 h 36"/>
                    <a:gd name="T28" fmla="*/ 26 w 53"/>
                    <a:gd name="T29" fmla="*/ 0 h 36"/>
                    <a:gd name="T30" fmla="*/ 9 w 53"/>
                    <a:gd name="T31" fmla="*/ 0 h 36"/>
                    <a:gd name="T32" fmla="*/ 4 w 53"/>
                    <a:gd name="T33" fmla="*/ 0 h 36"/>
                    <a:gd name="T34" fmla="*/ 4 w 53"/>
                    <a:gd name="T35" fmla="*/ 9 h 36"/>
                    <a:gd name="T36" fmla="*/ 0 w 53"/>
                    <a:gd name="T37" fmla="*/ 22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53" h="36">
                      <a:moveTo>
                        <a:pt x="0" y="22"/>
                      </a:moveTo>
                      <a:lnTo>
                        <a:pt x="13" y="36"/>
                      </a:lnTo>
                      <a:lnTo>
                        <a:pt x="18" y="22"/>
                      </a:lnTo>
                      <a:lnTo>
                        <a:pt x="22" y="18"/>
                      </a:lnTo>
                      <a:lnTo>
                        <a:pt x="22" y="22"/>
                      </a:lnTo>
                      <a:lnTo>
                        <a:pt x="35" y="18"/>
                      </a:lnTo>
                      <a:lnTo>
                        <a:pt x="44" y="18"/>
                      </a:lnTo>
                      <a:lnTo>
                        <a:pt x="49" y="22"/>
                      </a:lnTo>
                      <a:lnTo>
                        <a:pt x="53" y="18"/>
                      </a:lnTo>
                      <a:lnTo>
                        <a:pt x="53" y="13"/>
                      </a:lnTo>
                      <a:lnTo>
                        <a:pt x="44" y="9"/>
                      </a:lnTo>
                      <a:lnTo>
                        <a:pt x="40" y="4"/>
                      </a:lnTo>
                      <a:lnTo>
                        <a:pt x="35" y="4"/>
                      </a:lnTo>
                      <a:lnTo>
                        <a:pt x="31" y="0"/>
                      </a:lnTo>
                      <a:lnTo>
                        <a:pt x="26" y="0"/>
                      </a:lnTo>
                      <a:lnTo>
                        <a:pt x="9" y="0"/>
                      </a:lnTo>
                      <a:lnTo>
                        <a:pt x="4" y="0"/>
                      </a:lnTo>
                      <a:lnTo>
                        <a:pt x="4" y="9"/>
                      </a:lnTo>
                      <a:lnTo>
                        <a:pt x="0" y="22"/>
                      </a:lnTo>
                      <a:close/>
                    </a:path>
                  </a:pathLst>
                </a:custGeom>
                <a:grpFill/>
                <a:ln w="9525" cmpd="sng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>
                    <a:latin typeface="Delivery" panose="020F0503020204020204" pitchFamily="34" charset="0"/>
                  </a:endParaRPr>
                </a:p>
              </p:txBody>
            </p:sp>
            <p:sp>
              <p:nvSpPr>
                <p:cNvPr id="198" name="Freeform 76">
                  <a:extLst>
                    <a:ext uri="{FF2B5EF4-FFF2-40B4-BE49-F238E27FC236}">
                      <a16:creationId xmlns:a16="http://schemas.microsoft.com/office/drawing/2014/main" id="{AB3C363D-5A3F-38B8-0A7E-7AAC81C285BC}"/>
                    </a:ext>
                  </a:extLst>
                </p:cNvPr>
                <p:cNvSpPr>
                  <a:spLocks noEditPoints="1"/>
                </p:cNvSpPr>
                <p:nvPr/>
              </p:nvSpPr>
              <p:spPr bwMode="gray">
                <a:xfrm>
                  <a:off x="1374" y="2757"/>
                  <a:ext cx="232" cy="94"/>
                </a:xfrm>
                <a:custGeom>
                  <a:avLst/>
                  <a:gdLst>
                    <a:gd name="T0" fmla="*/ 4 w 232"/>
                    <a:gd name="T1" fmla="*/ 22 h 94"/>
                    <a:gd name="T2" fmla="*/ 0 w 232"/>
                    <a:gd name="T3" fmla="*/ 27 h 94"/>
                    <a:gd name="T4" fmla="*/ 4 w 232"/>
                    <a:gd name="T5" fmla="*/ 36 h 94"/>
                    <a:gd name="T6" fmla="*/ 0 w 232"/>
                    <a:gd name="T7" fmla="*/ 40 h 94"/>
                    <a:gd name="T8" fmla="*/ 4 w 232"/>
                    <a:gd name="T9" fmla="*/ 45 h 94"/>
                    <a:gd name="T10" fmla="*/ 9 w 232"/>
                    <a:gd name="T11" fmla="*/ 40 h 94"/>
                    <a:gd name="T12" fmla="*/ 4 w 232"/>
                    <a:gd name="T13" fmla="*/ 22 h 94"/>
                    <a:gd name="T14" fmla="*/ 13 w 232"/>
                    <a:gd name="T15" fmla="*/ 31 h 94"/>
                    <a:gd name="T16" fmla="*/ 13 w 232"/>
                    <a:gd name="T17" fmla="*/ 31 h 94"/>
                    <a:gd name="T18" fmla="*/ 18 w 232"/>
                    <a:gd name="T19" fmla="*/ 40 h 94"/>
                    <a:gd name="T20" fmla="*/ 18 w 232"/>
                    <a:gd name="T21" fmla="*/ 36 h 94"/>
                    <a:gd name="T22" fmla="*/ 13 w 232"/>
                    <a:gd name="T23" fmla="*/ 31 h 94"/>
                    <a:gd name="T24" fmla="*/ 161 w 232"/>
                    <a:gd name="T25" fmla="*/ 76 h 94"/>
                    <a:gd name="T26" fmla="*/ 161 w 232"/>
                    <a:gd name="T27" fmla="*/ 80 h 94"/>
                    <a:gd name="T28" fmla="*/ 156 w 232"/>
                    <a:gd name="T29" fmla="*/ 85 h 94"/>
                    <a:gd name="T30" fmla="*/ 161 w 232"/>
                    <a:gd name="T31" fmla="*/ 94 h 94"/>
                    <a:gd name="T32" fmla="*/ 183 w 232"/>
                    <a:gd name="T33" fmla="*/ 94 h 94"/>
                    <a:gd name="T34" fmla="*/ 187 w 232"/>
                    <a:gd name="T35" fmla="*/ 71 h 94"/>
                    <a:gd name="T36" fmla="*/ 210 w 232"/>
                    <a:gd name="T37" fmla="*/ 62 h 94"/>
                    <a:gd name="T38" fmla="*/ 232 w 232"/>
                    <a:gd name="T39" fmla="*/ 36 h 94"/>
                    <a:gd name="T40" fmla="*/ 232 w 232"/>
                    <a:gd name="T41" fmla="*/ 27 h 94"/>
                    <a:gd name="T42" fmla="*/ 210 w 232"/>
                    <a:gd name="T43" fmla="*/ 13 h 94"/>
                    <a:gd name="T44" fmla="*/ 201 w 232"/>
                    <a:gd name="T45" fmla="*/ 18 h 94"/>
                    <a:gd name="T46" fmla="*/ 196 w 232"/>
                    <a:gd name="T47" fmla="*/ 13 h 94"/>
                    <a:gd name="T48" fmla="*/ 183 w 232"/>
                    <a:gd name="T49" fmla="*/ 0 h 94"/>
                    <a:gd name="T50" fmla="*/ 161 w 232"/>
                    <a:gd name="T51" fmla="*/ 9 h 94"/>
                    <a:gd name="T52" fmla="*/ 165 w 232"/>
                    <a:gd name="T53" fmla="*/ 18 h 94"/>
                    <a:gd name="T54" fmla="*/ 156 w 232"/>
                    <a:gd name="T55" fmla="*/ 36 h 94"/>
                    <a:gd name="T56" fmla="*/ 152 w 232"/>
                    <a:gd name="T57" fmla="*/ 36 h 94"/>
                    <a:gd name="T58" fmla="*/ 152 w 232"/>
                    <a:gd name="T59" fmla="*/ 45 h 94"/>
                    <a:gd name="T60" fmla="*/ 147 w 232"/>
                    <a:gd name="T61" fmla="*/ 58 h 94"/>
                    <a:gd name="T62" fmla="*/ 156 w 232"/>
                    <a:gd name="T63" fmla="*/ 62 h 94"/>
                    <a:gd name="T64" fmla="*/ 169 w 232"/>
                    <a:gd name="T65" fmla="*/ 58 h 94"/>
                    <a:gd name="T66" fmla="*/ 169 w 232"/>
                    <a:gd name="T67" fmla="*/ 62 h 94"/>
                    <a:gd name="T68" fmla="*/ 161 w 232"/>
                    <a:gd name="T69" fmla="*/ 76 h 9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</a:cxnLst>
                  <a:rect l="0" t="0" r="r" b="b"/>
                  <a:pathLst>
                    <a:path w="232" h="94">
                      <a:moveTo>
                        <a:pt x="4" y="22"/>
                      </a:moveTo>
                      <a:lnTo>
                        <a:pt x="0" y="27"/>
                      </a:lnTo>
                      <a:lnTo>
                        <a:pt x="4" y="36"/>
                      </a:lnTo>
                      <a:lnTo>
                        <a:pt x="0" y="40"/>
                      </a:lnTo>
                      <a:lnTo>
                        <a:pt x="4" y="45"/>
                      </a:lnTo>
                      <a:lnTo>
                        <a:pt x="9" y="40"/>
                      </a:lnTo>
                      <a:lnTo>
                        <a:pt x="4" y="22"/>
                      </a:lnTo>
                      <a:close/>
                      <a:moveTo>
                        <a:pt x="13" y="31"/>
                      </a:moveTo>
                      <a:lnTo>
                        <a:pt x="13" y="31"/>
                      </a:lnTo>
                      <a:lnTo>
                        <a:pt x="18" y="40"/>
                      </a:lnTo>
                      <a:lnTo>
                        <a:pt x="18" y="36"/>
                      </a:lnTo>
                      <a:lnTo>
                        <a:pt x="13" y="31"/>
                      </a:lnTo>
                      <a:close/>
                      <a:moveTo>
                        <a:pt x="161" y="76"/>
                      </a:moveTo>
                      <a:lnTo>
                        <a:pt x="161" y="80"/>
                      </a:lnTo>
                      <a:lnTo>
                        <a:pt x="156" y="85"/>
                      </a:lnTo>
                      <a:lnTo>
                        <a:pt x="161" y="94"/>
                      </a:lnTo>
                      <a:lnTo>
                        <a:pt x="183" y="94"/>
                      </a:lnTo>
                      <a:lnTo>
                        <a:pt x="187" y="71"/>
                      </a:lnTo>
                      <a:lnTo>
                        <a:pt x="210" y="62"/>
                      </a:lnTo>
                      <a:lnTo>
                        <a:pt x="232" y="36"/>
                      </a:lnTo>
                      <a:lnTo>
                        <a:pt x="232" y="27"/>
                      </a:lnTo>
                      <a:lnTo>
                        <a:pt x="210" y="13"/>
                      </a:lnTo>
                      <a:lnTo>
                        <a:pt x="201" y="18"/>
                      </a:lnTo>
                      <a:lnTo>
                        <a:pt x="196" y="13"/>
                      </a:lnTo>
                      <a:lnTo>
                        <a:pt x="183" y="0"/>
                      </a:lnTo>
                      <a:lnTo>
                        <a:pt x="161" y="9"/>
                      </a:lnTo>
                      <a:lnTo>
                        <a:pt x="165" y="18"/>
                      </a:lnTo>
                      <a:lnTo>
                        <a:pt x="156" y="36"/>
                      </a:lnTo>
                      <a:lnTo>
                        <a:pt x="152" y="36"/>
                      </a:lnTo>
                      <a:lnTo>
                        <a:pt x="152" y="45"/>
                      </a:lnTo>
                      <a:lnTo>
                        <a:pt x="147" y="58"/>
                      </a:lnTo>
                      <a:lnTo>
                        <a:pt x="156" y="62"/>
                      </a:lnTo>
                      <a:lnTo>
                        <a:pt x="169" y="58"/>
                      </a:lnTo>
                      <a:lnTo>
                        <a:pt x="169" y="62"/>
                      </a:lnTo>
                      <a:lnTo>
                        <a:pt x="161" y="76"/>
                      </a:lnTo>
                      <a:close/>
                    </a:path>
                  </a:pathLst>
                </a:custGeom>
                <a:grpFill/>
                <a:ln w="9525" cmpd="sng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>
                    <a:latin typeface="Delivery" panose="020F0503020204020204" pitchFamily="34" charset="0"/>
                  </a:endParaRPr>
                </a:p>
              </p:txBody>
            </p:sp>
            <p:sp>
              <p:nvSpPr>
                <p:cNvPr id="199" name="Freeform 77">
                  <a:extLst>
                    <a:ext uri="{FF2B5EF4-FFF2-40B4-BE49-F238E27FC236}">
                      <a16:creationId xmlns:a16="http://schemas.microsoft.com/office/drawing/2014/main" id="{DEDFC181-FA4C-4B79-63F8-D852CBF4DB6E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1387" y="2569"/>
                  <a:ext cx="36" cy="23"/>
                </a:xfrm>
                <a:custGeom>
                  <a:avLst/>
                  <a:gdLst>
                    <a:gd name="T0" fmla="*/ 0 w 36"/>
                    <a:gd name="T1" fmla="*/ 9 h 23"/>
                    <a:gd name="T2" fmla="*/ 27 w 36"/>
                    <a:gd name="T3" fmla="*/ 23 h 23"/>
                    <a:gd name="T4" fmla="*/ 36 w 36"/>
                    <a:gd name="T5" fmla="*/ 18 h 23"/>
                    <a:gd name="T6" fmla="*/ 36 w 36"/>
                    <a:gd name="T7" fmla="*/ 18 h 23"/>
                    <a:gd name="T8" fmla="*/ 36 w 36"/>
                    <a:gd name="T9" fmla="*/ 5 h 23"/>
                    <a:gd name="T10" fmla="*/ 27 w 36"/>
                    <a:gd name="T11" fmla="*/ 5 h 23"/>
                    <a:gd name="T12" fmla="*/ 22 w 36"/>
                    <a:gd name="T13" fmla="*/ 0 h 23"/>
                    <a:gd name="T14" fmla="*/ 14 w 36"/>
                    <a:gd name="T15" fmla="*/ 0 h 23"/>
                    <a:gd name="T16" fmla="*/ 14 w 36"/>
                    <a:gd name="T17" fmla="*/ 5 h 23"/>
                    <a:gd name="T18" fmla="*/ 0 w 36"/>
                    <a:gd name="T19" fmla="*/ 9 h 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36" h="23">
                      <a:moveTo>
                        <a:pt x="0" y="9"/>
                      </a:moveTo>
                      <a:lnTo>
                        <a:pt x="27" y="23"/>
                      </a:lnTo>
                      <a:lnTo>
                        <a:pt x="36" y="18"/>
                      </a:lnTo>
                      <a:lnTo>
                        <a:pt x="36" y="18"/>
                      </a:lnTo>
                      <a:lnTo>
                        <a:pt x="36" y="5"/>
                      </a:lnTo>
                      <a:lnTo>
                        <a:pt x="27" y="5"/>
                      </a:lnTo>
                      <a:lnTo>
                        <a:pt x="22" y="0"/>
                      </a:lnTo>
                      <a:lnTo>
                        <a:pt x="14" y="0"/>
                      </a:lnTo>
                      <a:lnTo>
                        <a:pt x="14" y="5"/>
                      </a:lnTo>
                      <a:lnTo>
                        <a:pt x="0" y="9"/>
                      </a:lnTo>
                      <a:close/>
                    </a:path>
                  </a:pathLst>
                </a:custGeom>
                <a:grpFill/>
                <a:ln w="9525" cmpd="sng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>
                    <a:latin typeface="Delivery" panose="020F0503020204020204" pitchFamily="34" charset="0"/>
                  </a:endParaRPr>
                </a:p>
              </p:txBody>
            </p:sp>
            <p:sp>
              <p:nvSpPr>
                <p:cNvPr id="200" name="Freeform 78">
                  <a:extLst>
                    <a:ext uri="{FF2B5EF4-FFF2-40B4-BE49-F238E27FC236}">
                      <a16:creationId xmlns:a16="http://schemas.microsoft.com/office/drawing/2014/main" id="{772773AC-F52C-7FA1-377F-16776E126098}"/>
                    </a:ext>
                  </a:extLst>
                </p:cNvPr>
                <p:cNvSpPr>
                  <a:spLocks noEditPoints="1"/>
                </p:cNvSpPr>
                <p:nvPr/>
              </p:nvSpPr>
              <p:spPr bwMode="gray">
                <a:xfrm>
                  <a:off x="1820" y="3655"/>
                  <a:ext cx="45" cy="27"/>
                </a:xfrm>
                <a:custGeom>
                  <a:avLst/>
                  <a:gdLst>
                    <a:gd name="T0" fmla="*/ 18 w 45"/>
                    <a:gd name="T1" fmla="*/ 5 h 27"/>
                    <a:gd name="T2" fmla="*/ 0 w 45"/>
                    <a:gd name="T3" fmla="*/ 0 h 27"/>
                    <a:gd name="T4" fmla="*/ 9 w 45"/>
                    <a:gd name="T5" fmla="*/ 9 h 27"/>
                    <a:gd name="T6" fmla="*/ 0 w 45"/>
                    <a:gd name="T7" fmla="*/ 22 h 27"/>
                    <a:gd name="T8" fmla="*/ 5 w 45"/>
                    <a:gd name="T9" fmla="*/ 27 h 27"/>
                    <a:gd name="T10" fmla="*/ 14 w 45"/>
                    <a:gd name="T11" fmla="*/ 18 h 27"/>
                    <a:gd name="T12" fmla="*/ 18 w 45"/>
                    <a:gd name="T13" fmla="*/ 5 h 27"/>
                    <a:gd name="T14" fmla="*/ 23 w 45"/>
                    <a:gd name="T15" fmla="*/ 0 h 27"/>
                    <a:gd name="T16" fmla="*/ 23 w 45"/>
                    <a:gd name="T17" fmla="*/ 9 h 27"/>
                    <a:gd name="T18" fmla="*/ 18 w 45"/>
                    <a:gd name="T19" fmla="*/ 9 h 27"/>
                    <a:gd name="T20" fmla="*/ 14 w 45"/>
                    <a:gd name="T21" fmla="*/ 22 h 27"/>
                    <a:gd name="T22" fmla="*/ 23 w 45"/>
                    <a:gd name="T23" fmla="*/ 27 h 27"/>
                    <a:gd name="T24" fmla="*/ 27 w 45"/>
                    <a:gd name="T25" fmla="*/ 27 h 27"/>
                    <a:gd name="T26" fmla="*/ 36 w 45"/>
                    <a:gd name="T27" fmla="*/ 18 h 27"/>
                    <a:gd name="T28" fmla="*/ 45 w 45"/>
                    <a:gd name="T29" fmla="*/ 9 h 27"/>
                    <a:gd name="T30" fmla="*/ 41 w 45"/>
                    <a:gd name="T31" fmla="*/ 5 h 27"/>
                    <a:gd name="T32" fmla="*/ 23 w 45"/>
                    <a:gd name="T33" fmla="*/ 0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45" h="27">
                      <a:moveTo>
                        <a:pt x="18" y="5"/>
                      </a:moveTo>
                      <a:lnTo>
                        <a:pt x="0" y="0"/>
                      </a:lnTo>
                      <a:lnTo>
                        <a:pt x="9" y="9"/>
                      </a:lnTo>
                      <a:lnTo>
                        <a:pt x="0" y="22"/>
                      </a:lnTo>
                      <a:lnTo>
                        <a:pt x="5" y="27"/>
                      </a:lnTo>
                      <a:lnTo>
                        <a:pt x="14" y="18"/>
                      </a:lnTo>
                      <a:lnTo>
                        <a:pt x="18" y="5"/>
                      </a:lnTo>
                      <a:close/>
                      <a:moveTo>
                        <a:pt x="23" y="0"/>
                      </a:moveTo>
                      <a:lnTo>
                        <a:pt x="23" y="9"/>
                      </a:lnTo>
                      <a:lnTo>
                        <a:pt x="18" y="9"/>
                      </a:lnTo>
                      <a:lnTo>
                        <a:pt x="14" y="22"/>
                      </a:lnTo>
                      <a:lnTo>
                        <a:pt x="23" y="27"/>
                      </a:lnTo>
                      <a:lnTo>
                        <a:pt x="27" y="27"/>
                      </a:lnTo>
                      <a:lnTo>
                        <a:pt x="36" y="18"/>
                      </a:lnTo>
                      <a:lnTo>
                        <a:pt x="45" y="9"/>
                      </a:lnTo>
                      <a:lnTo>
                        <a:pt x="41" y="5"/>
                      </a:lnTo>
                      <a:lnTo>
                        <a:pt x="23" y="0"/>
                      </a:lnTo>
                      <a:close/>
                    </a:path>
                  </a:pathLst>
                </a:custGeom>
                <a:grpFill/>
                <a:ln w="9525" cmpd="sng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>
                    <a:latin typeface="Delivery" panose="020F0503020204020204" pitchFamily="34" charset="0"/>
                  </a:endParaRPr>
                </a:p>
              </p:txBody>
            </p:sp>
            <p:sp>
              <p:nvSpPr>
                <p:cNvPr id="201" name="Freeform 79">
                  <a:extLst>
                    <a:ext uri="{FF2B5EF4-FFF2-40B4-BE49-F238E27FC236}">
                      <a16:creationId xmlns:a16="http://schemas.microsoft.com/office/drawing/2014/main" id="{2A63A029-A815-92BE-9F11-311B6D3DB8AA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1901" y="2699"/>
                  <a:ext cx="44" cy="53"/>
                </a:xfrm>
                <a:custGeom>
                  <a:avLst/>
                  <a:gdLst>
                    <a:gd name="T0" fmla="*/ 9 w 44"/>
                    <a:gd name="T1" fmla="*/ 4 h 53"/>
                    <a:gd name="T2" fmla="*/ 4 w 44"/>
                    <a:gd name="T3" fmla="*/ 13 h 53"/>
                    <a:gd name="T4" fmla="*/ 13 w 44"/>
                    <a:gd name="T5" fmla="*/ 31 h 53"/>
                    <a:gd name="T6" fmla="*/ 0 w 44"/>
                    <a:gd name="T7" fmla="*/ 45 h 53"/>
                    <a:gd name="T8" fmla="*/ 9 w 44"/>
                    <a:gd name="T9" fmla="*/ 53 h 53"/>
                    <a:gd name="T10" fmla="*/ 22 w 44"/>
                    <a:gd name="T11" fmla="*/ 53 h 53"/>
                    <a:gd name="T12" fmla="*/ 36 w 44"/>
                    <a:gd name="T13" fmla="*/ 45 h 53"/>
                    <a:gd name="T14" fmla="*/ 44 w 44"/>
                    <a:gd name="T15" fmla="*/ 27 h 53"/>
                    <a:gd name="T16" fmla="*/ 40 w 44"/>
                    <a:gd name="T17" fmla="*/ 18 h 53"/>
                    <a:gd name="T18" fmla="*/ 27 w 44"/>
                    <a:gd name="T19" fmla="*/ 4 h 53"/>
                    <a:gd name="T20" fmla="*/ 13 w 44"/>
                    <a:gd name="T21" fmla="*/ 0 h 53"/>
                    <a:gd name="T22" fmla="*/ 9 w 44"/>
                    <a:gd name="T23" fmla="*/ 4 h 5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44" h="53">
                      <a:moveTo>
                        <a:pt x="9" y="4"/>
                      </a:moveTo>
                      <a:lnTo>
                        <a:pt x="4" y="13"/>
                      </a:lnTo>
                      <a:lnTo>
                        <a:pt x="13" y="31"/>
                      </a:lnTo>
                      <a:lnTo>
                        <a:pt x="0" y="45"/>
                      </a:lnTo>
                      <a:lnTo>
                        <a:pt x="9" y="53"/>
                      </a:lnTo>
                      <a:lnTo>
                        <a:pt x="22" y="53"/>
                      </a:lnTo>
                      <a:lnTo>
                        <a:pt x="36" y="45"/>
                      </a:lnTo>
                      <a:lnTo>
                        <a:pt x="44" y="27"/>
                      </a:lnTo>
                      <a:lnTo>
                        <a:pt x="40" y="18"/>
                      </a:lnTo>
                      <a:lnTo>
                        <a:pt x="27" y="4"/>
                      </a:lnTo>
                      <a:lnTo>
                        <a:pt x="13" y="0"/>
                      </a:lnTo>
                      <a:lnTo>
                        <a:pt x="9" y="4"/>
                      </a:lnTo>
                      <a:close/>
                    </a:path>
                  </a:pathLst>
                </a:custGeom>
                <a:grpFill/>
                <a:ln w="9525" cmpd="sng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>
                    <a:latin typeface="Delivery" panose="020F0503020204020204" pitchFamily="34" charset="0"/>
                  </a:endParaRPr>
                </a:p>
              </p:txBody>
            </p:sp>
            <p:sp>
              <p:nvSpPr>
                <p:cNvPr id="202" name="Freeform 80">
                  <a:extLst>
                    <a:ext uri="{FF2B5EF4-FFF2-40B4-BE49-F238E27FC236}">
                      <a16:creationId xmlns:a16="http://schemas.microsoft.com/office/drawing/2014/main" id="{3BA3A2C2-47FB-294F-123D-F1F888C660AE}"/>
                    </a:ext>
                  </a:extLst>
                </p:cNvPr>
                <p:cNvSpPr>
                  <a:spLocks noEditPoints="1"/>
                </p:cNvSpPr>
                <p:nvPr/>
              </p:nvSpPr>
              <p:spPr bwMode="gray">
                <a:xfrm>
                  <a:off x="512" y="2927"/>
                  <a:ext cx="250" cy="290"/>
                </a:xfrm>
                <a:custGeom>
                  <a:avLst/>
                  <a:gdLst>
                    <a:gd name="T0" fmla="*/ 0 w 250"/>
                    <a:gd name="T1" fmla="*/ 103 h 290"/>
                    <a:gd name="T2" fmla="*/ 0 w 250"/>
                    <a:gd name="T3" fmla="*/ 103 h 290"/>
                    <a:gd name="T4" fmla="*/ 4 w 250"/>
                    <a:gd name="T5" fmla="*/ 103 h 290"/>
                    <a:gd name="T6" fmla="*/ 0 w 250"/>
                    <a:gd name="T7" fmla="*/ 103 h 290"/>
                    <a:gd name="T8" fmla="*/ 26 w 250"/>
                    <a:gd name="T9" fmla="*/ 120 h 290"/>
                    <a:gd name="T10" fmla="*/ 26 w 250"/>
                    <a:gd name="T11" fmla="*/ 120 h 290"/>
                    <a:gd name="T12" fmla="*/ 31 w 250"/>
                    <a:gd name="T13" fmla="*/ 125 h 290"/>
                    <a:gd name="T14" fmla="*/ 35 w 250"/>
                    <a:gd name="T15" fmla="*/ 120 h 290"/>
                    <a:gd name="T16" fmla="*/ 26 w 250"/>
                    <a:gd name="T17" fmla="*/ 120 h 290"/>
                    <a:gd name="T18" fmla="*/ 49 w 250"/>
                    <a:gd name="T19" fmla="*/ 80 h 290"/>
                    <a:gd name="T20" fmla="*/ 49 w 250"/>
                    <a:gd name="T21" fmla="*/ 85 h 290"/>
                    <a:gd name="T22" fmla="*/ 58 w 250"/>
                    <a:gd name="T23" fmla="*/ 85 h 290"/>
                    <a:gd name="T24" fmla="*/ 53 w 250"/>
                    <a:gd name="T25" fmla="*/ 80 h 290"/>
                    <a:gd name="T26" fmla="*/ 49 w 250"/>
                    <a:gd name="T27" fmla="*/ 80 h 290"/>
                    <a:gd name="T28" fmla="*/ 80 w 250"/>
                    <a:gd name="T29" fmla="*/ 98 h 290"/>
                    <a:gd name="T30" fmla="*/ 84 w 250"/>
                    <a:gd name="T31" fmla="*/ 103 h 290"/>
                    <a:gd name="T32" fmla="*/ 89 w 250"/>
                    <a:gd name="T33" fmla="*/ 103 h 290"/>
                    <a:gd name="T34" fmla="*/ 84 w 250"/>
                    <a:gd name="T35" fmla="*/ 98 h 290"/>
                    <a:gd name="T36" fmla="*/ 80 w 250"/>
                    <a:gd name="T37" fmla="*/ 98 h 290"/>
                    <a:gd name="T38" fmla="*/ 102 w 250"/>
                    <a:gd name="T39" fmla="*/ 286 h 290"/>
                    <a:gd name="T40" fmla="*/ 102 w 250"/>
                    <a:gd name="T41" fmla="*/ 286 h 290"/>
                    <a:gd name="T42" fmla="*/ 107 w 250"/>
                    <a:gd name="T43" fmla="*/ 290 h 290"/>
                    <a:gd name="T44" fmla="*/ 107 w 250"/>
                    <a:gd name="T45" fmla="*/ 286 h 290"/>
                    <a:gd name="T46" fmla="*/ 102 w 250"/>
                    <a:gd name="T47" fmla="*/ 286 h 290"/>
                    <a:gd name="T48" fmla="*/ 111 w 250"/>
                    <a:gd name="T49" fmla="*/ 98 h 290"/>
                    <a:gd name="T50" fmla="*/ 111 w 250"/>
                    <a:gd name="T51" fmla="*/ 103 h 290"/>
                    <a:gd name="T52" fmla="*/ 116 w 250"/>
                    <a:gd name="T53" fmla="*/ 103 h 290"/>
                    <a:gd name="T54" fmla="*/ 116 w 250"/>
                    <a:gd name="T55" fmla="*/ 103 h 290"/>
                    <a:gd name="T56" fmla="*/ 111 w 250"/>
                    <a:gd name="T57" fmla="*/ 98 h 290"/>
                    <a:gd name="T58" fmla="*/ 116 w 250"/>
                    <a:gd name="T59" fmla="*/ 165 h 290"/>
                    <a:gd name="T60" fmla="*/ 116 w 250"/>
                    <a:gd name="T61" fmla="*/ 165 h 290"/>
                    <a:gd name="T62" fmla="*/ 120 w 250"/>
                    <a:gd name="T63" fmla="*/ 165 h 290"/>
                    <a:gd name="T64" fmla="*/ 120 w 250"/>
                    <a:gd name="T65" fmla="*/ 170 h 290"/>
                    <a:gd name="T66" fmla="*/ 120 w 250"/>
                    <a:gd name="T67" fmla="*/ 170 h 290"/>
                    <a:gd name="T68" fmla="*/ 116 w 250"/>
                    <a:gd name="T69" fmla="*/ 165 h 290"/>
                    <a:gd name="T70" fmla="*/ 151 w 250"/>
                    <a:gd name="T71" fmla="*/ 125 h 290"/>
                    <a:gd name="T72" fmla="*/ 156 w 250"/>
                    <a:gd name="T73" fmla="*/ 129 h 290"/>
                    <a:gd name="T74" fmla="*/ 156 w 250"/>
                    <a:gd name="T75" fmla="*/ 129 h 290"/>
                    <a:gd name="T76" fmla="*/ 151 w 250"/>
                    <a:gd name="T77" fmla="*/ 125 h 290"/>
                    <a:gd name="T78" fmla="*/ 151 w 250"/>
                    <a:gd name="T79" fmla="*/ 125 h 290"/>
                    <a:gd name="T80" fmla="*/ 174 w 250"/>
                    <a:gd name="T81" fmla="*/ 0 h 290"/>
                    <a:gd name="T82" fmla="*/ 174 w 250"/>
                    <a:gd name="T83" fmla="*/ 0 h 290"/>
                    <a:gd name="T84" fmla="*/ 178 w 250"/>
                    <a:gd name="T85" fmla="*/ 0 h 290"/>
                    <a:gd name="T86" fmla="*/ 178 w 250"/>
                    <a:gd name="T87" fmla="*/ 0 h 290"/>
                    <a:gd name="T88" fmla="*/ 174 w 250"/>
                    <a:gd name="T89" fmla="*/ 0 h 290"/>
                    <a:gd name="T90" fmla="*/ 214 w 250"/>
                    <a:gd name="T91" fmla="*/ 125 h 290"/>
                    <a:gd name="T92" fmla="*/ 214 w 250"/>
                    <a:gd name="T93" fmla="*/ 134 h 290"/>
                    <a:gd name="T94" fmla="*/ 214 w 250"/>
                    <a:gd name="T95" fmla="*/ 129 h 290"/>
                    <a:gd name="T96" fmla="*/ 214 w 250"/>
                    <a:gd name="T97" fmla="*/ 125 h 290"/>
                    <a:gd name="T98" fmla="*/ 241 w 250"/>
                    <a:gd name="T99" fmla="*/ 201 h 290"/>
                    <a:gd name="T100" fmla="*/ 236 w 250"/>
                    <a:gd name="T101" fmla="*/ 205 h 290"/>
                    <a:gd name="T102" fmla="*/ 241 w 250"/>
                    <a:gd name="T103" fmla="*/ 205 h 290"/>
                    <a:gd name="T104" fmla="*/ 241 w 250"/>
                    <a:gd name="T105" fmla="*/ 201 h 290"/>
                    <a:gd name="T106" fmla="*/ 241 w 250"/>
                    <a:gd name="T107" fmla="*/ 201 h 290"/>
                    <a:gd name="T108" fmla="*/ 245 w 250"/>
                    <a:gd name="T109" fmla="*/ 205 h 290"/>
                    <a:gd name="T110" fmla="*/ 245 w 250"/>
                    <a:gd name="T111" fmla="*/ 205 h 290"/>
                    <a:gd name="T112" fmla="*/ 250 w 250"/>
                    <a:gd name="T113" fmla="*/ 210 h 290"/>
                    <a:gd name="T114" fmla="*/ 250 w 250"/>
                    <a:gd name="T115" fmla="*/ 205 h 290"/>
                    <a:gd name="T116" fmla="*/ 245 w 250"/>
                    <a:gd name="T117" fmla="*/ 205 h 29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</a:cxnLst>
                  <a:rect l="0" t="0" r="r" b="b"/>
                  <a:pathLst>
                    <a:path w="250" h="290">
                      <a:moveTo>
                        <a:pt x="0" y="103"/>
                      </a:moveTo>
                      <a:lnTo>
                        <a:pt x="0" y="103"/>
                      </a:lnTo>
                      <a:lnTo>
                        <a:pt x="4" y="103"/>
                      </a:lnTo>
                      <a:lnTo>
                        <a:pt x="0" y="103"/>
                      </a:lnTo>
                      <a:close/>
                      <a:moveTo>
                        <a:pt x="26" y="120"/>
                      </a:moveTo>
                      <a:lnTo>
                        <a:pt x="26" y="120"/>
                      </a:lnTo>
                      <a:lnTo>
                        <a:pt x="31" y="125"/>
                      </a:lnTo>
                      <a:lnTo>
                        <a:pt x="35" y="120"/>
                      </a:lnTo>
                      <a:lnTo>
                        <a:pt x="26" y="120"/>
                      </a:lnTo>
                      <a:close/>
                      <a:moveTo>
                        <a:pt x="49" y="80"/>
                      </a:moveTo>
                      <a:lnTo>
                        <a:pt x="49" y="85"/>
                      </a:lnTo>
                      <a:lnTo>
                        <a:pt x="58" y="85"/>
                      </a:lnTo>
                      <a:lnTo>
                        <a:pt x="53" y="80"/>
                      </a:lnTo>
                      <a:lnTo>
                        <a:pt x="49" y="80"/>
                      </a:lnTo>
                      <a:close/>
                      <a:moveTo>
                        <a:pt x="80" y="98"/>
                      </a:moveTo>
                      <a:lnTo>
                        <a:pt x="84" y="103"/>
                      </a:lnTo>
                      <a:lnTo>
                        <a:pt x="89" y="103"/>
                      </a:lnTo>
                      <a:lnTo>
                        <a:pt x="84" y="98"/>
                      </a:lnTo>
                      <a:lnTo>
                        <a:pt x="80" y="98"/>
                      </a:lnTo>
                      <a:close/>
                      <a:moveTo>
                        <a:pt x="102" y="286"/>
                      </a:moveTo>
                      <a:lnTo>
                        <a:pt x="102" y="286"/>
                      </a:lnTo>
                      <a:lnTo>
                        <a:pt x="107" y="290"/>
                      </a:lnTo>
                      <a:lnTo>
                        <a:pt x="107" y="286"/>
                      </a:lnTo>
                      <a:lnTo>
                        <a:pt x="102" y="286"/>
                      </a:lnTo>
                      <a:close/>
                      <a:moveTo>
                        <a:pt x="111" y="98"/>
                      </a:moveTo>
                      <a:lnTo>
                        <a:pt x="111" y="103"/>
                      </a:lnTo>
                      <a:lnTo>
                        <a:pt x="116" y="103"/>
                      </a:lnTo>
                      <a:lnTo>
                        <a:pt x="116" y="103"/>
                      </a:lnTo>
                      <a:lnTo>
                        <a:pt x="111" y="98"/>
                      </a:lnTo>
                      <a:close/>
                      <a:moveTo>
                        <a:pt x="116" y="165"/>
                      </a:moveTo>
                      <a:lnTo>
                        <a:pt x="116" y="165"/>
                      </a:lnTo>
                      <a:lnTo>
                        <a:pt x="120" y="165"/>
                      </a:lnTo>
                      <a:lnTo>
                        <a:pt x="120" y="170"/>
                      </a:lnTo>
                      <a:lnTo>
                        <a:pt x="120" y="170"/>
                      </a:lnTo>
                      <a:lnTo>
                        <a:pt x="116" y="165"/>
                      </a:lnTo>
                      <a:close/>
                      <a:moveTo>
                        <a:pt x="151" y="125"/>
                      </a:moveTo>
                      <a:lnTo>
                        <a:pt x="156" y="129"/>
                      </a:lnTo>
                      <a:lnTo>
                        <a:pt x="156" y="129"/>
                      </a:lnTo>
                      <a:lnTo>
                        <a:pt x="151" y="125"/>
                      </a:lnTo>
                      <a:lnTo>
                        <a:pt x="151" y="125"/>
                      </a:lnTo>
                      <a:close/>
                      <a:moveTo>
                        <a:pt x="174" y="0"/>
                      </a:moveTo>
                      <a:lnTo>
                        <a:pt x="174" y="0"/>
                      </a:lnTo>
                      <a:lnTo>
                        <a:pt x="178" y="0"/>
                      </a:lnTo>
                      <a:lnTo>
                        <a:pt x="178" y="0"/>
                      </a:lnTo>
                      <a:lnTo>
                        <a:pt x="174" y="0"/>
                      </a:lnTo>
                      <a:close/>
                      <a:moveTo>
                        <a:pt x="214" y="125"/>
                      </a:moveTo>
                      <a:lnTo>
                        <a:pt x="214" y="134"/>
                      </a:lnTo>
                      <a:lnTo>
                        <a:pt x="214" y="129"/>
                      </a:lnTo>
                      <a:lnTo>
                        <a:pt x="214" y="125"/>
                      </a:lnTo>
                      <a:close/>
                      <a:moveTo>
                        <a:pt x="241" y="201"/>
                      </a:moveTo>
                      <a:lnTo>
                        <a:pt x="236" y="205"/>
                      </a:lnTo>
                      <a:lnTo>
                        <a:pt x="241" y="205"/>
                      </a:lnTo>
                      <a:lnTo>
                        <a:pt x="241" y="201"/>
                      </a:lnTo>
                      <a:lnTo>
                        <a:pt x="241" y="201"/>
                      </a:lnTo>
                      <a:close/>
                      <a:moveTo>
                        <a:pt x="245" y="205"/>
                      </a:moveTo>
                      <a:lnTo>
                        <a:pt x="245" y="205"/>
                      </a:lnTo>
                      <a:lnTo>
                        <a:pt x="250" y="210"/>
                      </a:lnTo>
                      <a:lnTo>
                        <a:pt x="250" y="205"/>
                      </a:lnTo>
                      <a:lnTo>
                        <a:pt x="245" y="205"/>
                      </a:lnTo>
                      <a:close/>
                    </a:path>
                  </a:pathLst>
                </a:custGeom>
                <a:grpFill/>
                <a:ln w="9525" cmpd="sng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>
                    <a:latin typeface="Delivery" panose="020F0503020204020204" pitchFamily="34" charset="0"/>
                  </a:endParaRPr>
                </a:p>
              </p:txBody>
            </p:sp>
            <p:sp>
              <p:nvSpPr>
                <p:cNvPr id="203" name="Freeform 81">
                  <a:extLst>
                    <a:ext uri="{FF2B5EF4-FFF2-40B4-BE49-F238E27FC236}">
                      <a16:creationId xmlns:a16="http://schemas.microsoft.com/office/drawing/2014/main" id="{FBAAD299-306D-40C6-D8D6-5CC82A931094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1798" y="2601"/>
                  <a:ext cx="9" cy="4"/>
                </a:xfrm>
                <a:custGeom>
                  <a:avLst/>
                  <a:gdLst>
                    <a:gd name="T0" fmla="*/ 5 w 9"/>
                    <a:gd name="T1" fmla="*/ 0 h 4"/>
                    <a:gd name="T2" fmla="*/ 0 w 9"/>
                    <a:gd name="T3" fmla="*/ 4 h 4"/>
                    <a:gd name="T4" fmla="*/ 5 w 9"/>
                    <a:gd name="T5" fmla="*/ 4 h 4"/>
                    <a:gd name="T6" fmla="*/ 9 w 9"/>
                    <a:gd name="T7" fmla="*/ 4 h 4"/>
                    <a:gd name="T8" fmla="*/ 5 w 9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" h="4">
                      <a:moveTo>
                        <a:pt x="5" y="0"/>
                      </a:moveTo>
                      <a:lnTo>
                        <a:pt x="0" y="4"/>
                      </a:lnTo>
                      <a:lnTo>
                        <a:pt x="5" y="4"/>
                      </a:lnTo>
                      <a:lnTo>
                        <a:pt x="9" y="4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grpFill/>
                <a:ln w="9525" cmpd="sng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>
                    <a:latin typeface="Delivery" panose="020F0503020204020204" pitchFamily="34" charset="0"/>
                  </a:endParaRPr>
                </a:p>
              </p:txBody>
            </p:sp>
            <p:sp>
              <p:nvSpPr>
                <p:cNvPr id="204" name="Freeform 82">
                  <a:extLst>
                    <a:ext uri="{FF2B5EF4-FFF2-40B4-BE49-F238E27FC236}">
                      <a16:creationId xmlns:a16="http://schemas.microsoft.com/office/drawing/2014/main" id="{79039DBD-121F-303A-7019-9C3D5220FC57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1803" y="2538"/>
                  <a:ext cx="8" cy="9"/>
                </a:xfrm>
                <a:custGeom>
                  <a:avLst/>
                  <a:gdLst>
                    <a:gd name="T0" fmla="*/ 4 w 8"/>
                    <a:gd name="T1" fmla="*/ 0 h 9"/>
                    <a:gd name="T2" fmla="*/ 4 w 8"/>
                    <a:gd name="T3" fmla="*/ 4 h 9"/>
                    <a:gd name="T4" fmla="*/ 0 w 8"/>
                    <a:gd name="T5" fmla="*/ 4 h 9"/>
                    <a:gd name="T6" fmla="*/ 4 w 8"/>
                    <a:gd name="T7" fmla="*/ 9 h 9"/>
                    <a:gd name="T8" fmla="*/ 4 w 8"/>
                    <a:gd name="T9" fmla="*/ 4 h 9"/>
                    <a:gd name="T10" fmla="*/ 8 w 8"/>
                    <a:gd name="T11" fmla="*/ 4 h 9"/>
                    <a:gd name="T12" fmla="*/ 4 w 8"/>
                    <a:gd name="T13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" h="9">
                      <a:moveTo>
                        <a:pt x="4" y="0"/>
                      </a:moveTo>
                      <a:lnTo>
                        <a:pt x="4" y="4"/>
                      </a:lnTo>
                      <a:lnTo>
                        <a:pt x="0" y="4"/>
                      </a:lnTo>
                      <a:lnTo>
                        <a:pt x="4" y="9"/>
                      </a:lnTo>
                      <a:lnTo>
                        <a:pt x="4" y="4"/>
                      </a:lnTo>
                      <a:lnTo>
                        <a:pt x="8" y="4"/>
                      </a:lnTo>
                      <a:lnTo>
                        <a:pt x="4" y="0"/>
                      </a:lnTo>
                      <a:close/>
                    </a:path>
                  </a:pathLst>
                </a:custGeom>
                <a:grpFill/>
                <a:ln w="9525" cmpd="sng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>
                    <a:latin typeface="Delivery" panose="020F0503020204020204" pitchFamily="34" charset="0"/>
                  </a:endParaRPr>
                </a:p>
              </p:txBody>
            </p:sp>
            <p:sp>
              <p:nvSpPr>
                <p:cNvPr id="205" name="Freeform 83">
                  <a:extLst>
                    <a:ext uri="{FF2B5EF4-FFF2-40B4-BE49-F238E27FC236}">
                      <a16:creationId xmlns:a16="http://schemas.microsoft.com/office/drawing/2014/main" id="{A67551C7-798F-77B4-E551-4BBC2F053B99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1360" y="2516"/>
                  <a:ext cx="58" cy="62"/>
                </a:xfrm>
                <a:custGeom>
                  <a:avLst/>
                  <a:gdLst>
                    <a:gd name="T0" fmla="*/ 0 w 58"/>
                    <a:gd name="T1" fmla="*/ 53 h 62"/>
                    <a:gd name="T2" fmla="*/ 9 w 58"/>
                    <a:gd name="T3" fmla="*/ 62 h 62"/>
                    <a:gd name="T4" fmla="*/ 18 w 58"/>
                    <a:gd name="T5" fmla="*/ 58 h 62"/>
                    <a:gd name="T6" fmla="*/ 27 w 58"/>
                    <a:gd name="T7" fmla="*/ 62 h 62"/>
                    <a:gd name="T8" fmla="*/ 41 w 58"/>
                    <a:gd name="T9" fmla="*/ 58 h 62"/>
                    <a:gd name="T10" fmla="*/ 41 w 58"/>
                    <a:gd name="T11" fmla="*/ 53 h 62"/>
                    <a:gd name="T12" fmla="*/ 41 w 58"/>
                    <a:gd name="T13" fmla="*/ 49 h 62"/>
                    <a:gd name="T14" fmla="*/ 49 w 58"/>
                    <a:gd name="T15" fmla="*/ 44 h 62"/>
                    <a:gd name="T16" fmla="*/ 58 w 58"/>
                    <a:gd name="T17" fmla="*/ 35 h 62"/>
                    <a:gd name="T18" fmla="*/ 58 w 58"/>
                    <a:gd name="T19" fmla="*/ 31 h 62"/>
                    <a:gd name="T20" fmla="*/ 49 w 58"/>
                    <a:gd name="T21" fmla="*/ 35 h 62"/>
                    <a:gd name="T22" fmla="*/ 45 w 58"/>
                    <a:gd name="T23" fmla="*/ 35 h 62"/>
                    <a:gd name="T24" fmla="*/ 49 w 58"/>
                    <a:gd name="T25" fmla="*/ 31 h 62"/>
                    <a:gd name="T26" fmla="*/ 45 w 58"/>
                    <a:gd name="T27" fmla="*/ 31 h 62"/>
                    <a:gd name="T28" fmla="*/ 41 w 58"/>
                    <a:gd name="T29" fmla="*/ 17 h 62"/>
                    <a:gd name="T30" fmla="*/ 45 w 58"/>
                    <a:gd name="T31" fmla="*/ 0 h 62"/>
                    <a:gd name="T32" fmla="*/ 41 w 58"/>
                    <a:gd name="T33" fmla="*/ 4 h 62"/>
                    <a:gd name="T34" fmla="*/ 36 w 58"/>
                    <a:gd name="T35" fmla="*/ 0 h 62"/>
                    <a:gd name="T36" fmla="*/ 18 w 58"/>
                    <a:gd name="T37" fmla="*/ 0 h 62"/>
                    <a:gd name="T38" fmla="*/ 14 w 58"/>
                    <a:gd name="T39" fmla="*/ 9 h 62"/>
                    <a:gd name="T40" fmla="*/ 27 w 58"/>
                    <a:gd name="T41" fmla="*/ 26 h 62"/>
                    <a:gd name="T42" fmla="*/ 27 w 58"/>
                    <a:gd name="T43" fmla="*/ 31 h 62"/>
                    <a:gd name="T44" fmla="*/ 5 w 58"/>
                    <a:gd name="T45" fmla="*/ 31 h 62"/>
                    <a:gd name="T46" fmla="*/ 0 w 58"/>
                    <a:gd name="T47" fmla="*/ 53 h 6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58" h="62">
                      <a:moveTo>
                        <a:pt x="0" y="53"/>
                      </a:moveTo>
                      <a:lnTo>
                        <a:pt x="9" y="62"/>
                      </a:lnTo>
                      <a:lnTo>
                        <a:pt x="18" y="58"/>
                      </a:lnTo>
                      <a:lnTo>
                        <a:pt x="27" y="62"/>
                      </a:lnTo>
                      <a:lnTo>
                        <a:pt x="41" y="58"/>
                      </a:lnTo>
                      <a:lnTo>
                        <a:pt x="41" y="53"/>
                      </a:lnTo>
                      <a:lnTo>
                        <a:pt x="41" y="49"/>
                      </a:lnTo>
                      <a:lnTo>
                        <a:pt x="49" y="44"/>
                      </a:lnTo>
                      <a:lnTo>
                        <a:pt x="58" y="35"/>
                      </a:lnTo>
                      <a:lnTo>
                        <a:pt x="58" y="31"/>
                      </a:lnTo>
                      <a:lnTo>
                        <a:pt x="49" y="35"/>
                      </a:lnTo>
                      <a:lnTo>
                        <a:pt x="45" y="35"/>
                      </a:lnTo>
                      <a:lnTo>
                        <a:pt x="49" y="31"/>
                      </a:lnTo>
                      <a:lnTo>
                        <a:pt x="45" y="31"/>
                      </a:lnTo>
                      <a:lnTo>
                        <a:pt x="41" y="17"/>
                      </a:lnTo>
                      <a:lnTo>
                        <a:pt x="45" y="0"/>
                      </a:lnTo>
                      <a:lnTo>
                        <a:pt x="41" y="4"/>
                      </a:lnTo>
                      <a:lnTo>
                        <a:pt x="36" y="0"/>
                      </a:lnTo>
                      <a:lnTo>
                        <a:pt x="18" y="0"/>
                      </a:lnTo>
                      <a:lnTo>
                        <a:pt x="14" y="9"/>
                      </a:lnTo>
                      <a:lnTo>
                        <a:pt x="27" y="26"/>
                      </a:lnTo>
                      <a:lnTo>
                        <a:pt x="27" y="31"/>
                      </a:lnTo>
                      <a:lnTo>
                        <a:pt x="5" y="31"/>
                      </a:lnTo>
                      <a:lnTo>
                        <a:pt x="0" y="53"/>
                      </a:lnTo>
                      <a:close/>
                    </a:path>
                  </a:pathLst>
                </a:custGeom>
                <a:grpFill/>
                <a:ln w="9525" cmpd="sng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>
                    <a:latin typeface="Delivery" panose="020F0503020204020204" pitchFamily="34" charset="0"/>
                  </a:endParaRPr>
                </a:p>
              </p:txBody>
            </p:sp>
            <p:sp>
              <p:nvSpPr>
                <p:cNvPr id="206" name="Freeform 84">
                  <a:extLst>
                    <a:ext uri="{FF2B5EF4-FFF2-40B4-BE49-F238E27FC236}">
                      <a16:creationId xmlns:a16="http://schemas.microsoft.com/office/drawing/2014/main" id="{94829A68-3A23-4B71-421A-2372425353F0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1807" y="2654"/>
                  <a:ext cx="71" cy="112"/>
                </a:xfrm>
                <a:custGeom>
                  <a:avLst/>
                  <a:gdLst>
                    <a:gd name="T0" fmla="*/ 18 w 71"/>
                    <a:gd name="T1" fmla="*/ 0 h 112"/>
                    <a:gd name="T2" fmla="*/ 22 w 71"/>
                    <a:gd name="T3" fmla="*/ 14 h 112"/>
                    <a:gd name="T4" fmla="*/ 9 w 71"/>
                    <a:gd name="T5" fmla="*/ 18 h 112"/>
                    <a:gd name="T6" fmla="*/ 13 w 71"/>
                    <a:gd name="T7" fmla="*/ 27 h 112"/>
                    <a:gd name="T8" fmla="*/ 4 w 71"/>
                    <a:gd name="T9" fmla="*/ 31 h 112"/>
                    <a:gd name="T10" fmla="*/ 0 w 71"/>
                    <a:gd name="T11" fmla="*/ 40 h 112"/>
                    <a:gd name="T12" fmla="*/ 9 w 71"/>
                    <a:gd name="T13" fmla="*/ 49 h 112"/>
                    <a:gd name="T14" fmla="*/ 18 w 71"/>
                    <a:gd name="T15" fmla="*/ 49 h 112"/>
                    <a:gd name="T16" fmla="*/ 18 w 71"/>
                    <a:gd name="T17" fmla="*/ 63 h 112"/>
                    <a:gd name="T18" fmla="*/ 27 w 71"/>
                    <a:gd name="T19" fmla="*/ 63 h 112"/>
                    <a:gd name="T20" fmla="*/ 18 w 71"/>
                    <a:gd name="T21" fmla="*/ 72 h 112"/>
                    <a:gd name="T22" fmla="*/ 18 w 71"/>
                    <a:gd name="T23" fmla="*/ 94 h 112"/>
                    <a:gd name="T24" fmla="*/ 27 w 71"/>
                    <a:gd name="T25" fmla="*/ 107 h 112"/>
                    <a:gd name="T26" fmla="*/ 36 w 71"/>
                    <a:gd name="T27" fmla="*/ 112 h 112"/>
                    <a:gd name="T28" fmla="*/ 45 w 71"/>
                    <a:gd name="T29" fmla="*/ 103 h 112"/>
                    <a:gd name="T30" fmla="*/ 71 w 71"/>
                    <a:gd name="T31" fmla="*/ 98 h 112"/>
                    <a:gd name="T32" fmla="*/ 67 w 71"/>
                    <a:gd name="T33" fmla="*/ 90 h 112"/>
                    <a:gd name="T34" fmla="*/ 63 w 71"/>
                    <a:gd name="T35" fmla="*/ 76 h 112"/>
                    <a:gd name="T36" fmla="*/ 54 w 71"/>
                    <a:gd name="T37" fmla="*/ 76 h 112"/>
                    <a:gd name="T38" fmla="*/ 45 w 71"/>
                    <a:gd name="T39" fmla="*/ 67 h 112"/>
                    <a:gd name="T40" fmla="*/ 49 w 71"/>
                    <a:gd name="T41" fmla="*/ 58 h 112"/>
                    <a:gd name="T42" fmla="*/ 58 w 71"/>
                    <a:gd name="T43" fmla="*/ 54 h 112"/>
                    <a:gd name="T44" fmla="*/ 63 w 71"/>
                    <a:gd name="T45" fmla="*/ 40 h 112"/>
                    <a:gd name="T46" fmla="*/ 58 w 71"/>
                    <a:gd name="T47" fmla="*/ 36 h 112"/>
                    <a:gd name="T48" fmla="*/ 40 w 71"/>
                    <a:gd name="T49" fmla="*/ 22 h 112"/>
                    <a:gd name="T50" fmla="*/ 36 w 71"/>
                    <a:gd name="T51" fmla="*/ 14 h 112"/>
                    <a:gd name="T52" fmla="*/ 27 w 71"/>
                    <a:gd name="T53" fmla="*/ 5 h 112"/>
                    <a:gd name="T54" fmla="*/ 18 w 71"/>
                    <a:gd name="T55" fmla="*/ 0 h 1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</a:cxnLst>
                  <a:rect l="0" t="0" r="r" b="b"/>
                  <a:pathLst>
                    <a:path w="71" h="112">
                      <a:moveTo>
                        <a:pt x="18" y="0"/>
                      </a:moveTo>
                      <a:lnTo>
                        <a:pt x="22" y="14"/>
                      </a:lnTo>
                      <a:lnTo>
                        <a:pt x="9" y="18"/>
                      </a:lnTo>
                      <a:lnTo>
                        <a:pt x="13" y="27"/>
                      </a:lnTo>
                      <a:lnTo>
                        <a:pt x="4" y="31"/>
                      </a:lnTo>
                      <a:lnTo>
                        <a:pt x="0" y="40"/>
                      </a:lnTo>
                      <a:lnTo>
                        <a:pt x="9" y="49"/>
                      </a:lnTo>
                      <a:lnTo>
                        <a:pt x="18" y="49"/>
                      </a:lnTo>
                      <a:lnTo>
                        <a:pt x="18" y="63"/>
                      </a:lnTo>
                      <a:lnTo>
                        <a:pt x="27" y="63"/>
                      </a:lnTo>
                      <a:lnTo>
                        <a:pt x="18" y="72"/>
                      </a:lnTo>
                      <a:lnTo>
                        <a:pt x="18" y="94"/>
                      </a:lnTo>
                      <a:lnTo>
                        <a:pt x="27" y="107"/>
                      </a:lnTo>
                      <a:lnTo>
                        <a:pt x="36" y="112"/>
                      </a:lnTo>
                      <a:lnTo>
                        <a:pt x="45" y="103"/>
                      </a:lnTo>
                      <a:lnTo>
                        <a:pt x="71" y="98"/>
                      </a:lnTo>
                      <a:lnTo>
                        <a:pt x="67" y="90"/>
                      </a:lnTo>
                      <a:lnTo>
                        <a:pt x="63" y="76"/>
                      </a:lnTo>
                      <a:lnTo>
                        <a:pt x="54" y="76"/>
                      </a:lnTo>
                      <a:lnTo>
                        <a:pt x="45" y="67"/>
                      </a:lnTo>
                      <a:lnTo>
                        <a:pt x="49" y="58"/>
                      </a:lnTo>
                      <a:lnTo>
                        <a:pt x="58" y="54"/>
                      </a:lnTo>
                      <a:lnTo>
                        <a:pt x="63" y="40"/>
                      </a:lnTo>
                      <a:lnTo>
                        <a:pt x="58" y="36"/>
                      </a:lnTo>
                      <a:lnTo>
                        <a:pt x="40" y="22"/>
                      </a:lnTo>
                      <a:lnTo>
                        <a:pt x="36" y="14"/>
                      </a:lnTo>
                      <a:lnTo>
                        <a:pt x="27" y="5"/>
                      </a:lnTo>
                      <a:lnTo>
                        <a:pt x="18" y="0"/>
                      </a:lnTo>
                      <a:close/>
                    </a:path>
                  </a:pathLst>
                </a:custGeom>
                <a:grpFill/>
                <a:ln w="9525" cmpd="sng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>
                    <a:latin typeface="Delivery" panose="020F0503020204020204" pitchFamily="34" charset="0"/>
                  </a:endParaRPr>
                </a:p>
              </p:txBody>
            </p:sp>
            <p:sp>
              <p:nvSpPr>
                <p:cNvPr id="207" name="Freeform 85">
                  <a:extLst>
                    <a:ext uri="{FF2B5EF4-FFF2-40B4-BE49-F238E27FC236}">
                      <a16:creationId xmlns:a16="http://schemas.microsoft.com/office/drawing/2014/main" id="{ACE75B65-9124-0287-BEF6-7574095F7440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1619" y="2484"/>
                  <a:ext cx="36" cy="32"/>
                </a:xfrm>
                <a:custGeom>
                  <a:avLst/>
                  <a:gdLst>
                    <a:gd name="T0" fmla="*/ 36 w 36"/>
                    <a:gd name="T1" fmla="*/ 5 h 32"/>
                    <a:gd name="T2" fmla="*/ 36 w 36"/>
                    <a:gd name="T3" fmla="*/ 14 h 32"/>
                    <a:gd name="T4" fmla="*/ 32 w 36"/>
                    <a:gd name="T5" fmla="*/ 27 h 32"/>
                    <a:gd name="T6" fmla="*/ 14 w 36"/>
                    <a:gd name="T7" fmla="*/ 27 h 32"/>
                    <a:gd name="T8" fmla="*/ 9 w 36"/>
                    <a:gd name="T9" fmla="*/ 32 h 32"/>
                    <a:gd name="T10" fmla="*/ 5 w 36"/>
                    <a:gd name="T11" fmla="*/ 27 h 32"/>
                    <a:gd name="T12" fmla="*/ 0 w 36"/>
                    <a:gd name="T13" fmla="*/ 27 h 32"/>
                    <a:gd name="T14" fmla="*/ 0 w 36"/>
                    <a:gd name="T15" fmla="*/ 18 h 32"/>
                    <a:gd name="T16" fmla="*/ 14 w 36"/>
                    <a:gd name="T17" fmla="*/ 23 h 32"/>
                    <a:gd name="T18" fmla="*/ 23 w 36"/>
                    <a:gd name="T19" fmla="*/ 23 h 32"/>
                    <a:gd name="T20" fmla="*/ 23 w 36"/>
                    <a:gd name="T21" fmla="*/ 18 h 32"/>
                    <a:gd name="T22" fmla="*/ 23 w 36"/>
                    <a:gd name="T23" fmla="*/ 9 h 32"/>
                    <a:gd name="T24" fmla="*/ 14 w 36"/>
                    <a:gd name="T25" fmla="*/ 9 h 32"/>
                    <a:gd name="T26" fmla="*/ 14 w 36"/>
                    <a:gd name="T27" fmla="*/ 5 h 32"/>
                    <a:gd name="T28" fmla="*/ 23 w 36"/>
                    <a:gd name="T29" fmla="*/ 0 h 32"/>
                    <a:gd name="T30" fmla="*/ 36 w 36"/>
                    <a:gd name="T31" fmla="*/ 5 h 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36" h="32">
                      <a:moveTo>
                        <a:pt x="36" y="5"/>
                      </a:moveTo>
                      <a:lnTo>
                        <a:pt x="36" y="14"/>
                      </a:lnTo>
                      <a:lnTo>
                        <a:pt x="32" y="27"/>
                      </a:lnTo>
                      <a:lnTo>
                        <a:pt x="14" y="27"/>
                      </a:lnTo>
                      <a:lnTo>
                        <a:pt x="9" y="32"/>
                      </a:lnTo>
                      <a:lnTo>
                        <a:pt x="5" y="27"/>
                      </a:lnTo>
                      <a:lnTo>
                        <a:pt x="0" y="27"/>
                      </a:lnTo>
                      <a:lnTo>
                        <a:pt x="0" y="18"/>
                      </a:lnTo>
                      <a:lnTo>
                        <a:pt x="14" y="23"/>
                      </a:lnTo>
                      <a:lnTo>
                        <a:pt x="23" y="23"/>
                      </a:lnTo>
                      <a:lnTo>
                        <a:pt x="23" y="18"/>
                      </a:lnTo>
                      <a:lnTo>
                        <a:pt x="23" y="9"/>
                      </a:lnTo>
                      <a:lnTo>
                        <a:pt x="14" y="9"/>
                      </a:lnTo>
                      <a:lnTo>
                        <a:pt x="14" y="5"/>
                      </a:lnTo>
                      <a:lnTo>
                        <a:pt x="23" y="0"/>
                      </a:lnTo>
                      <a:lnTo>
                        <a:pt x="36" y="5"/>
                      </a:lnTo>
                      <a:close/>
                    </a:path>
                  </a:pathLst>
                </a:custGeom>
                <a:grpFill/>
                <a:ln w="9525" cmpd="sng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>
                    <a:latin typeface="Delivery" panose="020F0503020204020204" pitchFamily="34" charset="0"/>
                  </a:endParaRPr>
                </a:p>
              </p:txBody>
            </p:sp>
            <p:sp>
              <p:nvSpPr>
                <p:cNvPr id="208" name="Freeform 86">
                  <a:extLst>
                    <a:ext uri="{FF2B5EF4-FFF2-40B4-BE49-F238E27FC236}">
                      <a16:creationId xmlns:a16="http://schemas.microsoft.com/office/drawing/2014/main" id="{200CD07C-CCD2-C44C-89B1-0263DFA819B2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1401" y="2542"/>
                  <a:ext cx="89" cy="50"/>
                </a:xfrm>
                <a:custGeom>
                  <a:avLst/>
                  <a:gdLst>
                    <a:gd name="T0" fmla="*/ 0 w 89"/>
                    <a:gd name="T1" fmla="*/ 27 h 50"/>
                    <a:gd name="T2" fmla="*/ 0 w 89"/>
                    <a:gd name="T3" fmla="*/ 23 h 50"/>
                    <a:gd name="T4" fmla="*/ 8 w 89"/>
                    <a:gd name="T5" fmla="*/ 18 h 50"/>
                    <a:gd name="T6" fmla="*/ 17 w 89"/>
                    <a:gd name="T7" fmla="*/ 9 h 50"/>
                    <a:gd name="T8" fmla="*/ 26 w 89"/>
                    <a:gd name="T9" fmla="*/ 9 h 50"/>
                    <a:gd name="T10" fmla="*/ 49 w 89"/>
                    <a:gd name="T11" fmla="*/ 5 h 50"/>
                    <a:gd name="T12" fmla="*/ 49 w 89"/>
                    <a:gd name="T13" fmla="*/ 0 h 50"/>
                    <a:gd name="T14" fmla="*/ 67 w 89"/>
                    <a:gd name="T15" fmla="*/ 5 h 50"/>
                    <a:gd name="T16" fmla="*/ 75 w 89"/>
                    <a:gd name="T17" fmla="*/ 9 h 50"/>
                    <a:gd name="T18" fmla="*/ 80 w 89"/>
                    <a:gd name="T19" fmla="*/ 14 h 50"/>
                    <a:gd name="T20" fmla="*/ 84 w 89"/>
                    <a:gd name="T21" fmla="*/ 14 h 50"/>
                    <a:gd name="T22" fmla="*/ 89 w 89"/>
                    <a:gd name="T23" fmla="*/ 18 h 50"/>
                    <a:gd name="T24" fmla="*/ 75 w 89"/>
                    <a:gd name="T25" fmla="*/ 27 h 50"/>
                    <a:gd name="T26" fmla="*/ 71 w 89"/>
                    <a:gd name="T27" fmla="*/ 27 h 50"/>
                    <a:gd name="T28" fmla="*/ 58 w 89"/>
                    <a:gd name="T29" fmla="*/ 36 h 50"/>
                    <a:gd name="T30" fmla="*/ 49 w 89"/>
                    <a:gd name="T31" fmla="*/ 36 h 50"/>
                    <a:gd name="T32" fmla="*/ 40 w 89"/>
                    <a:gd name="T33" fmla="*/ 41 h 50"/>
                    <a:gd name="T34" fmla="*/ 40 w 89"/>
                    <a:gd name="T35" fmla="*/ 45 h 50"/>
                    <a:gd name="T36" fmla="*/ 31 w 89"/>
                    <a:gd name="T37" fmla="*/ 50 h 50"/>
                    <a:gd name="T38" fmla="*/ 31 w 89"/>
                    <a:gd name="T39" fmla="*/ 41 h 50"/>
                    <a:gd name="T40" fmla="*/ 22 w 89"/>
                    <a:gd name="T41" fmla="*/ 45 h 50"/>
                    <a:gd name="T42" fmla="*/ 22 w 89"/>
                    <a:gd name="T43" fmla="*/ 32 h 50"/>
                    <a:gd name="T44" fmla="*/ 13 w 89"/>
                    <a:gd name="T45" fmla="*/ 32 h 50"/>
                    <a:gd name="T46" fmla="*/ 8 w 89"/>
                    <a:gd name="T47" fmla="*/ 27 h 50"/>
                    <a:gd name="T48" fmla="*/ 0 w 89"/>
                    <a:gd name="T49" fmla="*/ 27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</a:cxnLst>
                  <a:rect l="0" t="0" r="r" b="b"/>
                  <a:pathLst>
                    <a:path w="89" h="50">
                      <a:moveTo>
                        <a:pt x="0" y="27"/>
                      </a:moveTo>
                      <a:lnTo>
                        <a:pt x="0" y="23"/>
                      </a:lnTo>
                      <a:lnTo>
                        <a:pt x="8" y="18"/>
                      </a:lnTo>
                      <a:lnTo>
                        <a:pt x="17" y="9"/>
                      </a:lnTo>
                      <a:lnTo>
                        <a:pt x="26" y="9"/>
                      </a:lnTo>
                      <a:lnTo>
                        <a:pt x="49" y="5"/>
                      </a:lnTo>
                      <a:lnTo>
                        <a:pt x="49" y="0"/>
                      </a:lnTo>
                      <a:lnTo>
                        <a:pt x="67" y="5"/>
                      </a:lnTo>
                      <a:lnTo>
                        <a:pt x="75" y="9"/>
                      </a:lnTo>
                      <a:lnTo>
                        <a:pt x="80" y="14"/>
                      </a:lnTo>
                      <a:lnTo>
                        <a:pt x="84" y="14"/>
                      </a:lnTo>
                      <a:lnTo>
                        <a:pt x="89" y="18"/>
                      </a:lnTo>
                      <a:lnTo>
                        <a:pt x="75" y="27"/>
                      </a:lnTo>
                      <a:lnTo>
                        <a:pt x="71" y="27"/>
                      </a:lnTo>
                      <a:lnTo>
                        <a:pt x="58" y="36"/>
                      </a:lnTo>
                      <a:lnTo>
                        <a:pt x="49" y="36"/>
                      </a:lnTo>
                      <a:lnTo>
                        <a:pt x="40" y="41"/>
                      </a:lnTo>
                      <a:lnTo>
                        <a:pt x="40" y="45"/>
                      </a:lnTo>
                      <a:lnTo>
                        <a:pt x="31" y="50"/>
                      </a:lnTo>
                      <a:lnTo>
                        <a:pt x="31" y="41"/>
                      </a:lnTo>
                      <a:lnTo>
                        <a:pt x="22" y="45"/>
                      </a:lnTo>
                      <a:lnTo>
                        <a:pt x="22" y="32"/>
                      </a:lnTo>
                      <a:lnTo>
                        <a:pt x="13" y="32"/>
                      </a:lnTo>
                      <a:lnTo>
                        <a:pt x="8" y="27"/>
                      </a:lnTo>
                      <a:lnTo>
                        <a:pt x="0" y="27"/>
                      </a:lnTo>
                      <a:close/>
                    </a:path>
                  </a:pathLst>
                </a:custGeom>
                <a:grpFill/>
                <a:ln w="9525" cmpd="sng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>
                    <a:latin typeface="Delivery" panose="020F0503020204020204" pitchFamily="34" charset="0"/>
                  </a:endParaRPr>
                </a:p>
              </p:txBody>
            </p:sp>
            <p:sp>
              <p:nvSpPr>
                <p:cNvPr id="209" name="Freeform 87">
                  <a:extLst>
                    <a:ext uri="{FF2B5EF4-FFF2-40B4-BE49-F238E27FC236}">
                      <a16:creationId xmlns:a16="http://schemas.microsoft.com/office/drawing/2014/main" id="{2CBDE50A-B86B-F0F2-1CC1-006E5EEA87E4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1561" y="2502"/>
                  <a:ext cx="32" cy="18"/>
                </a:xfrm>
                <a:custGeom>
                  <a:avLst/>
                  <a:gdLst>
                    <a:gd name="T0" fmla="*/ 0 w 32"/>
                    <a:gd name="T1" fmla="*/ 5 h 18"/>
                    <a:gd name="T2" fmla="*/ 9 w 32"/>
                    <a:gd name="T3" fmla="*/ 14 h 18"/>
                    <a:gd name="T4" fmla="*/ 9 w 32"/>
                    <a:gd name="T5" fmla="*/ 14 h 18"/>
                    <a:gd name="T6" fmla="*/ 18 w 32"/>
                    <a:gd name="T7" fmla="*/ 18 h 18"/>
                    <a:gd name="T8" fmla="*/ 32 w 32"/>
                    <a:gd name="T9" fmla="*/ 14 h 18"/>
                    <a:gd name="T10" fmla="*/ 32 w 32"/>
                    <a:gd name="T11" fmla="*/ 9 h 18"/>
                    <a:gd name="T12" fmla="*/ 23 w 32"/>
                    <a:gd name="T13" fmla="*/ 0 h 18"/>
                    <a:gd name="T14" fmla="*/ 5 w 32"/>
                    <a:gd name="T15" fmla="*/ 0 h 18"/>
                    <a:gd name="T16" fmla="*/ 0 w 32"/>
                    <a:gd name="T17" fmla="*/ 5 h 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32" h="18">
                      <a:moveTo>
                        <a:pt x="0" y="5"/>
                      </a:moveTo>
                      <a:lnTo>
                        <a:pt x="9" y="14"/>
                      </a:lnTo>
                      <a:lnTo>
                        <a:pt x="9" y="14"/>
                      </a:lnTo>
                      <a:lnTo>
                        <a:pt x="18" y="18"/>
                      </a:lnTo>
                      <a:lnTo>
                        <a:pt x="32" y="14"/>
                      </a:lnTo>
                      <a:lnTo>
                        <a:pt x="32" y="9"/>
                      </a:lnTo>
                      <a:lnTo>
                        <a:pt x="23" y="0"/>
                      </a:lnTo>
                      <a:lnTo>
                        <a:pt x="5" y="0"/>
                      </a:lnTo>
                      <a:lnTo>
                        <a:pt x="0" y="5"/>
                      </a:lnTo>
                      <a:close/>
                    </a:path>
                  </a:pathLst>
                </a:custGeom>
                <a:grpFill/>
                <a:ln w="9525" cmpd="sng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>
                    <a:latin typeface="Delivery" panose="020F0503020204020204" pitchFamily="34" charset="0"/>
                  </a:endParaRPr>
                </a:p>
              </p:txBody>
            </p:sp>
            <p:sp>
              <p:nvSpPr>
                <p:cNvPr id="210" name="Freeform 88">
                  <a:extLst>
                    <a:ext uri="{FF2B5EF4-FFF2-40B4-BE49-F238E27FC236}">
                      <a16:creationId xmlns:a16="http://schemas.microsoft.com/office/drawing/2014/main" id="{78ABF907-3305-4F14-D23D-FCE233AEAF10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1811" y="2560"/>
                  <a:ext cx="5" cy="9"/>
                </a:xfrm>
                <a:custGeom>
                  <a:avLst/>
                  <a:gdLst>
                    <a:gd name="T0" fmla="*/ 5 w 5"/>
                    <a:gd name="T1" fmla="*/ 9 h 9"/>
                    <a:gd name="T2" fmla="*/ 5 w 5"/>
                    <a:gd name="T3" fmla="*/ 5 h 9"/>
                    <a:gd name="T4" fmla="*/ 0 w 5"/>
                    <a:gd name="T5" fmla="*/ 0 h 9"/>
                    <a:gd name="T6" fmla="*/ 0 w 5"/>
                    <a:gd name="T7" fmla="*/ 0 h 9"/>
                    <a:gd name="T8" fmla="*/ 0 w 5"/>
                    <a:gd name="T9" fmla="*/ 9 h 9"/>
                    <a:gd name="T10" fmla="*/ 5 w 5"/>
                    <a:gd name="T11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5" h="9">
                      <a:moveTo>
                        <a:pt x="5" y="9"/>
                      </a:moveTo>
                      <a:lnTo>
                        <a:pt x="5" y="5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9"/>
                      </a:lnTo>
                      <a:lnTo>
                        <a:pt x="5" y="9"/>
                      </a:lnTo>
                      <a:close/>
                    </a:path>
                  </a:pathLst>
                </a:custGeom>
                <a:grpFill/>
                <a:ln w="9525" cmpd="sng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>
                    <a:latin typeface="Delivery" panose="020F0503020204020204" pitchFamily="34" charset="0"/>
                  </a:endParaRPr>
                </a:p>
              </p:txBody>
            </p:sp>
            <p:sp>
              <p:nvSpPr>
                <p:cNvPr id="211" name="Freeform 89">
                  <a:extLst>
                    <a:ext uri="{FF2B5EF4-FFF2-40B4-BE49-F238E27FC236}">
                      <a16:creationId xmlns:a16="http://schemas.microsoft.com/office/drawing/2014/main" id="{16AEAA59-5B38-285F-A711-2E250F5FE843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1003" y="2279"/>
                  <a:ext cx="442" cy="290"/>
                </a:xfrm>
                <a:custGeom>
                  <a:avLst/>
                  <a:gdLst>
                    <a:gd name="T0" fmla="*/ 4 w 442"/>
                    <a:gd name="T1" fmla="*/ 9 h 290"/>
                    <a:gd name="T2" fmla="*/ 36 w 442"/>
                    <a:gd name="T3" fmla="*/ 53 h 290"/>
                    <a:gd name="T4" fmla="*/ 49 w 442"/>
                    <a:gd name="T5" fmla="*/ 80 h 290"/>
                    <a:gd name="T6" fmla="*/ 40 w 442"/>
                    <a:gd name="T7" fmla="*/ 94 h 290"/>
                    <a:gd name="T8" fmla="*/ 71 w 442"/>
                    <a:gd name="T9" fmla="*/ 107 h 290"/>
                    <a:gd name="T10" fmla="*/ 80 w 442"/>
                    <a:gd name="T11" fmla="*/ 134 h 290"/>
                    <a:gd name="T12" fmla="*/ 80 w 442"/>
                    <a:gd name="T13" fmla="*/ 129 h 290"/>
                    <a:gd name="T14" fmla="*/ 116 w 442"/>
                    <a:gd name="T15" fmla="*/ 147 h 290"/>
                    <a:gd name="T16" fmla="*/ 107 w 442"/>
                    <a:gd name="T17" fmla="*/ 134 h 290"/>
                    <a:gd name="T18" fmla="*/ 98 w 442"/>
                    <a:gd name="T19" fmla="*/ 138 h 290"/>
                    <a:gd name="T20" fmla="*/ 94 w 442"/>
                    <a:gd name="T21" fmla="*/ 111 h 290"/>
                    <a:gd name="T22" fmla="*/ 80 w 442"/>
                    <a:gd name="T23" fmla="*/ 94 h 290"/>
                    <a:gd name="T24" fmla="*/ 63 w 442"/>
                    <a:gd name="T25" fmla="*/ 58 h 290"/>
                    <a:gd name="T26" fmla="*/ 49 w 442"/>
                    <a:gd name="T27" fmla="*/ 49 h 290"/>
                    <a:gd name="T28" fmla="*/ 58 w 442"/>
                    <a:gd name="T29" fmla="*/ 22 h 290"/>
                    <a:gd name="T30" fmla="*/ 67 w 442"/>
                    <a:gd name="T31" fmla="*/ 58 h 290"/>
                    <a:gd name="T32" fmla="*/ 76 w 442"/>
                    <a:gd name="T33" fmla="*/ 62 h 290"/>
                    <a:gd name="T34" fmla="*/ 89 w 442"/>
                    <a:gd name="T35" fmla="*/ 80 h 290"/>
                    <a:gd name="T36" fmla="*/ 103 w 442"/>
                    <a:gd name="T37" fmla="*/ 89 h 290"/>
                    <a:gd name="T38" fmla="*/ 121 w 442"/>
                    <a:gd name="T39" fmla="*/ 103 h 290"/>
                    <a:gd name="T40" fmla="*/ 130 w 442"/>
                    <a:gd name="T41" fmla="*/ 120 h 290"/>
                    <a:gd name="T42" fmla="*/ 170 w 442"/>
                    <a:gd name="T43" fmla="*/ 165 h 290"/>
                    <a:gd name="T44" fmla="*/ 174 w 442"/>
                    <a:gd name="T45" fmla="*/ 196 h 290"/>
                    <a:gd name="T46" fmla="*/ 201 w 442"/>
                    <a:gd name="T47" fmla="*/ 232 h 290"/>
                    <a:gd name="T48" fmla="*/ 259 w 442"/>
                    <a:gd name="T49" fmla="*/ 259 h 290"/>
                    <a:gd name="T50" fmla="*/ 317 w 442"/>
                    <a:gd name="T51" fmla="*/ 268 h 290"/>
                    <a:gd name="T52" fmla="*/ 357 w 442"/>
                    <a:gd name="T53" fmla="*/ 290 h 290"/>
                    <a:gd name="T54" fmla="*/ 384 w 442"/>
                    <a:gd name="T55" fmla="*/ 263 h 290"/>
                    <a:gd name="T56" fmla="*/ 393 w 442"/>
                    <a:gd name="T57" fmla="*/ 237 h 290"/>
                    <a:gd name="T58" fmla="*/ 411 w 442"/>
                    <a:gd name="T59" fmla="*/ 228 h 290"/>
                    <a:gd name="T60" fmla="*/ 429 w 442"/>
                    <a:gd name="T61" fmla="*/ 214 h 290"/>
                    <a:gd name="T62" fmla="*/ 433 w 442"/>
                    <a:gd name="T63" fmla="*/ 205 h 290"/>
                    <a:gd name="T64" fmla="*/ 438 w 442"/>
                    <a:gd name="T65" fmla="*/ 183 h 290"/>
                    <a:gd name="T66" fmla="*/ 398 w 442"/>
                    <a:gd name="T67" fmla="*/ 183 h 290"/>
                    <a:gd name="T68" fmla="*/ 384 w 442"/>
                    <a:gd name="T69" fmla="*/ 210 h 290"/>
                    <a:gd name="T70" fmla="*/ 366 w 442"/>
                    <a:gd name="T71" fmla="*/ 223 h 290"/>
                    <a:gd name="T72" fmla="*/ 326 w 442"/>
                    <a:gd name="T73" fmla="*/ 232 h 290"/>
                    <a:gd name="T74" fmla="*/ 299 w 442"/>
                    <a:gd name="T75" fmla="*/ 205 h 290"/>
                    <a:gd name="T76" fmla="*/ 286 w 442"/>
                    <a:gd name="T77" fmla="*/ 179 h 290"/>
                    <a:gd name="T78" fmla="*/ 286 w 442"/>
                    <a:gd name="T79" fmla="*/ 143 h 290"/>
                    <a:gd name="T80" fmla="*/ 281 w 442"/>
                    <a:gd name="T81" fmla="*/ 134 h 290"/>
                    <a:gd name="T82" fmla="*/ 290 w 442"/>
                    <a:gd name="T83" fmla="*/ 111 h 290"/>
                    <a:gd name="T84" fmla="*/ 255 w 442"/>
                    <a:gd name="T85" fmla="*/ 85 h 290"/>
                    <a:gd name="T86" fmla="*/ 201 w 442"/>
                    <a:gd name="T87" fmla="*/ 67 h 290"/>
                    <a:gd name="T88" fmla="*/ 156 w 442"/>
                    <a:gd name="T89" fmla="*/ 18 h 290"/>
                    <a:gd name="T90" fmla="*/ 89 w 442"/>
                    <a:gd name="T91" fmla="*/ 27 h 29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</a:cxnLst>
                  <a:rect l="0" t="0" r="r" b="b"/>
                  <a:pathLst>
                    <a:path w="442" h="290">
                      <a:moveTo>
                        <a:pt x="0" y="4"/>
                      </a:moveTo>
                      <a:lnTo>
                        <a:pt x="0" y="9"/>
                      </a:lnTo>
                      <a:lnTo>
                        <a:pt x="4" y="9"/>
                      </a:lnTo>
                      <a:lnTo>
                        <a:pt x="18" y="36"/>
                      </a:lnTo>
                      <a:lnTo>
                        <a:pt x="22" y="49"/>
                      </a:lnTo>
                      <a:lnTo>
                        <a:pt x="36" y="53"/>
                      </a:lnTo>
                      <a:lnTo>
                        <a:pt x="45" y="67"/>
                      </a:lnTo>
                      <a:lnTo>
                        <a:pt x="45" y="76"/>
                      </a:lnTo>
                      <a:lnTo>
                        <a:pt x="49" y="80"/>
                      </a:lnTo>
                      <a:lnTo>
                        <a:pt x="40" y="76"/>
                      </a:lnTo>
                      <a:lnTo>
                        <a:pt x="31" y="80"/>
                      </a:lnTo>
                      <a:lnTo>
                        <a:pt x="40" y="94"/>
                      </a:lnTo>
                      <a:lnTo>
                        <a:pt x="54" y="98"/>
                      </a:lnTo>
                      <a:lnTo>
                        <a:pt x="58" y="94"/>
                      </a:lnTo>
                      <a:lnTo>
                        <a:pt x="71" y="107"/>
                      </a:lnTo>
                      <a:lnTo>
                        <a:pt x="71" y="134"/>
                      </a:lnTo>
                      <a:lnTo>
                        <a:pt x="80" y="138"/>
                      </a:lnTo>
                      <a:lnTo>
                        <a:pt x="80" y="134"/>
                      </a:lnTo>
                      <a:lnTo>
                        <a:pt x="76" y="134"/>
                      </a:lnTo>
                      <a:lnTo>
                        <a:pt x="76" y="129"/>
                      </a:lnTo>
                      <a:lnTo>
                        <a:pt x="80" y="129"/>
                      </a:lnTo>
                      <a:lnTo>
                        <a:pt x="85" y="138"/>
                      </a:lnTo>
                      <a:lnTo>
                        <a:pt x="107" y="161"/>
                      </a:lnTo>
                      <a:lnTo>
                        <a:pt x="116" y="147"/>
                      </a:lnTo>
                      <a:lnTo>
                        <a:pt x="112" y="138"/>
                      </a:lnTo>
                      <a:lnTo>
                        <a:pt x="112" y="134"/>
                      </a:lnTo>
                      <a:lnTo>
                        <a:pt x="107" y="134"/>
                      </a:lnTo>
                      <a:lnTo>
                        <a:pt x="107" y="138"/>
                      </a:lnTo>
                      <a:lnTo>
                        <a:pt x="103" y="134"/>
                      </a:lnTo>
                      <a:lnTo>
                        <a:pt x="98" y="138"/>
                      </a:lnTo>
                      <a:lnTo>
                        <a:pt x="94" y="120"/>
                      </a:lnTo>
                      <a:lnTo>
                        <a:pt x="89" y="111"/>
                      </a:lnTo>
                      <a:lnTo>
                        <a:pt x="94" y="111"/>
                      </a:lnTo>
                      <a:lnTo>
                        <a:pt x="94" y="107"/>
                      </a:lnTo>
                      <a:lnTo>
                        <a:pt x="89" y="107"/>
                      </a:lnTo>
                      <a:lnTo>
                        <a:pt x="80" y="94"/>
                      </a:lnTo>
                      <a:lnTo>
                        <a:pt x="80" y="98"/>
                      </a:lnTo>
                      <a:lnTo>
                        <a:pt x="58" y="62"/>
                      </a:lnTo>
                      <a:lnTo>
                        <a:pt x="63" y="58"/>
                      </a:lnTo>
                      <a:lnTo>
                        <a:pt x="54" y="53"/>
                      </a:lnTo>
                      <a:lnTo>
                        <a:pt x="54" y="58"/>
                      </a:lnTo>
                      <a:lnTo>
                        <a:pt x="49" y="49"/>
                      </a:lnTo>
                      <a:lnTo>
                        <a:pt x="40" y="44"/>
                      </a:lnTo>
                      <a:lnTo>
                        <a:pt x="36" y="18"/>
                      </a:lnTo>
                      <a:lnTo>
                        <a:pt x="58" y="22"/>
                      </a:lnTo>
                      <a:lnTo>
                        <a:pt x="58" y="31"/>
                      </a:lnTo>
                      <a:lnTo>
                        <a:pt x="71" y="58"/>
                      </a:lnTo>
                      <a:lnTo>
                        <a:pt x="67" y="58"/>
                      </a:lnTo>
                      <a:lnTo>
                        <a:pt x="67" y="67"/>
                      </a:lnTo>
                      <a:lnTo>
                        <a:pt x="71" y="67"/>
                      </a:lnTo>
                      <a:lnTo>
                        <a:pt x="76" y="62"/>
                      </a:lnTo>
                      <a:lnTo>
                        <a:pt x="71" y="58"/>
                      </a:lnTo>
                      <a:lnTo>
                        <a:pt x="80" y="67"/>
                      </a:lnTo>
                      <a:lnTo>
                        <a:pt x="89" y="80"/>
                      </a:lnTo>
                      <a:lnTo>
                        <a:pt x="94" y="80"/>
                      </a:lnTo>
                      <a:lnTo>
                        <a:pt x="98" y="89"/>
                      </a:lnTo>
                      <a:lnTo>
                        <a:pt x="103" y="89"/>
                      </a:lnTo>
                      <a:lnTo>
                        <a:pt x="112" y="98"/>
                      </a:lnTo>
                      <a:lnTo>
                        <a:pt x="116" y="98"/>
                      </a:lnTo>
                      <a:lnTo>
                        <a:pt x="121" y="103"/>
                      </a:lnTo>
                      <a:lnTo>
                        <a:pt x="116" y="116"/>
                      </a:lnTo>
                      <a:lnTo>
                        <a:pt x="121" y="120"/>
                      </a:lnTo>
                      <a:lnTo>
                        <a:pt x="130" y="120"/>
                      </a:lnTo>
                      <a:lnTo>
                        <a:pt x="152" y="147"/>
                      </a:lnTo>
                      <a:lnTo>
                        <a:pt x="152" y="152"/>
                      </a:lnTo>
                      <a:lnTo>
                        <a:pt x="170" y="165"/>
                      </a:lnTo>
                      <a:lnTo>
                        <a:pt x="174" y="187"/>
                      </a:lnTo>
                      <a:lnTo>
                        <a:pt x="174" y="192"/>
                      </a:lnTo>
                      <a:lnTo>
                        <a:pt x="174" y="196"/>
                      </a:lnTo>
                      <a:lnTo>
                        <a:pt x="170" y="201"/>
                      </a:lnTo>
                      <a:lnTo>
                        <a:pt x="174" y="210"/>
                      </a:lnTo>
                      <a:lnTo>
                        <a:pt x="201" y="232"/>
                      </a:lnTo>
                      <a:lnTo>
                        <a:pt x="228" y="237"/>
                      </a:lnTo>
                      <a:lnTo>
                        <a:pt x="237" y="254"/>
                      </a:lnTo>
                      <a:lnTo>
                        <a:pt x="259" y="259"/>
                      </a:lnTo>
                      <a:lnTo>
                        <a:pt x="295" y="277"/>
                      </a:lnTo>
                      <a:lnTo>
                        <a:pt x="308" y="272"/>
                      </a:lnTo>
                      <a:lnTo>
                        <a:pt x="317" y="268"/>
                      </a:lnTo>
                      <a:lnTo>
                        <a:pt x="331" y="268"/>
                      </a:lnTo>
                      <a:lnTo>
                        <a:pt x="339" y="272"/>
                      </a:lnTo>
                      <a:lnTo>
                        <a:pt x="357" y="290"/>
                      </a:lnTo>
                      <a:lnTo>
                        <a:pt x="362" y="268"/>
                      </a:lnTo>
                      <a:lnTo>
                        <a:pt x="384" y="268"/>
                      </a:lnTo>
                      <a:lnTo>
                        <a:pt x="384" y="263"/>
                      </a:lnTo>
                      <a:lnTo>
                        <a:pt x="371" y="246"/>
                      </a:lnTo>
                      <a:lnTo>
                        <a:pt x="375" y="237"/>
                      </a:lnTo>
                      <a:lnTo>
                        <a:pt x="393" y="237"/>
                      </a:lnTo>
                      <a:lnTo>
                        <a:pt x="398" y="241"/>
                      </a:lnTo>
                      <a:lnTo>
                        <a:pt x="402" y="237"/>
                      </a:lnTo>
                      <a:lnTo>
                        <a:pt x="411" y="228"/>
                      </a:lnTo>
                      <a:lnTo>
                        <a:pt x="415" y="223"/>
                      </a:lnTo>
                      <a:lnTo>
                        <a:pt x="420" y="232"/>
                      </a:lnTo>
                      <a:lnTo>
                        <a:pt x="429" y="214"/>
                      </a:lnTo>
                      <a:lnTo>
                        <a:pt x="424" y="210"/>
                      </a:lnTo>
                      <a:lnTo>
                        <a:pt x="433" y="201"/>
                      </a:lnTo>
                      <a:lnTo>
                        <a:pt x="433" y="205"/>
                      </a:lnTo>
                      <a:lnTo>
                        <a:pt x="442" y="196"/>
                      </a:lnTo>
                      <a:lnTo>
                        <a:pt x="438" y="196"/>
                      </a:lnTo>
                      <a:lnTo>
                        <a:pt x="438" y="183"/>
                      </a:lnTo>
                      <a:lnTo>
                        <a:pt x="433" y="179"/>
                      </a:lnTo>
                      <a:lnTo>
                        <a:pt x="415" y="179"/>
                      </a:lnTo>
                      <a:lnTo>
                        <a:pt x="398" y="183"/>
                      </a:lnTo>
                      <a:lnTo>
                        <a:pt x="384" y="192"/>
                      </a:lnTo>
                      <a:lnTo>
                        <a:pt x="389" y="192"/>
                      </a:lnTo>
                      <a:lnTo>
                        <a:pt x="384" y="210"/>
                      </a:lnTo>
                      <a:lnTo>
                        <a:pt x="375" y="219"/>
                      </a:lnTo>
                      <a:lnTo>
                        <a:pt x="380" y="223"/>
                      </a:lnTo>
                      <a:lnTo>
                        <a:pt x="366" y="223"/>
                      </a:lnTo>
                      <a:lnTo>
                        <a:pt x="366" y="219"/>
                      </a:lnTo>
                      <a:lnTo>
                        <a:pt x="339" y="228"/>
                      </a:lnTo>
                      <a:lnTo>
                        <a:pt x="326" y="232"/>
                      </a:lnTo>
                      <a:lnTo>
                        <a:pt x="322" y="228"/>
                      </a:lnTo>
                      <a:lnTo>
                        <a:pt x="308" y="219"/>
                      </a:lnTo>
                      <a:lnTo>
                        <a:pt x="299" y="205"/>
                      </a:lnTo>
                      <a:lnTo>
                        <a:pt x="290" y="196"/>
                      </a:lnTo>
                      <a:lnTo>
                        <a:pt x="286" y="187"/>
                      </a:lnTo>
                      <a:lnTo>
                        <a:pt x="286" y="179"/>
                      </a:lnTo>
                      <a:lnTo>
                        <a:pt x="281" y="174"/>
                      </a:lnTo>
                      <a:lnTo>
                        <a:pt x="281" y="156"/>
                      </a:lnTo>
                      <a:lnTo>
                        <a:pt x="286" y="143"/>
                      </a:lnTo>
                      <a:lnTo>
                        <a:pt x="281" y="138"/>
                      </a:lnTo>
                      <a:lnTo>
                        <a:pt x="281" y="138"/>
                      </a:lnTo>
                      <a:lnTo>
                        <a:pt x="281" y="134"/>
                      </a:lnTo>
                      <a:lnTo>
                        <a:pt x="281" y="134"/>
                      </a:lnTo>
                      <a:lnTo>
                        <a:pt x="286" y="125"/>
                      </a:lnTo>
                      <a:lnTo>
                        <a:pt x="290" y="111"/>
                      </a:lnTo>
                      <a:lnTo>
                        <a:pt x="286" y="111"/>
                      </a:lnTo>
                      <a:lnTo>
                        <a:pt x="264" y="103"/>
                      </a:lnTo>
                      <a:lnTo>
                        <a:pt x="255" y="85"/>
                      </a:lnTo>
                      <a:lnTo>
                        <a:pt x="228" y="53"/>
                      </a:lnTo>
                      <a:lnTo>
                        <a:pt x="214" y="49"/>
                      </a:lnTo>
                      <a:lnTo>
                        <a:pt x="201" y="67"/>
                      </a:lnTo>
                      <a:lnTo>
                        <a:pt x="183" y="53"/>
                      </a:lnTo>
                      <a:lnTo>
                        <a:pt x="179" y="31"/>
                      </a:lnTo>
                      <a:lnTo>
                        <a:pt x="156" y="18"/>
                      </a:lnTo>
                      <a:lnTo>
                        <a:pt x="130" y="18"/>
                      </a:lnTo>
                      <a:lnTo>
                        <a:pt x="134" y="27"/>
                      </a:lnTo>
                      <a:lnTo>
                        <a:pt x="89" y="27"/>
                      </a:lnTo>
                      <a:lnTo>
                        <a:pt x="36" y="0"/>
                      </a:lnTo>
                      <a:lnTo>
                        <a:pt x="0" y="4"/>
                      </a:lnTo>
                      <a:close/>
                    </a:path>
                  </a:pathLst>
                </a:custGeom>
                <a:grpFill/>
                <a:ln w="9525" cmpd="sng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>
                    <a:latin typeface="Delivery" panose="020F0503020204020204" pitchFamily="34" charset="0"/>
                  </a:endParaRPr>
                </a:p>
              </p:txBody>
            </p:sp>
            <p:sp>
              <p:nvSpPr>
                <p:cNvPr id="212" name="Freeform 90">
                  <a:extLst>
                    <a:ext uri="{FF2B5EF4-FFF2-40B4-BE49-F238E27FC236}">
                      <a16:creationId xmlns:a16="http://schemas.microsoft.com/office/drawing/2014/main" id="{E4CC9B81-6626-6897-8164-004222141B91}"/>
                    </a:ext>
                  </a:extLst>
                </p:cNvPr>
                <p:cNvSpPr>
                  <a:spLocks noEditPoints="1"/>
                </p:cNvSpPr>
                <p:nvPr/>
              </p:nvSpPr>
              <p:spPr bwMode="gray">
                <a:xfrm>
                  <a:off x="1691" y="2596"/>
                  <a:ext cx="18" cy="9"/>
                </a:xfrm>
                <a:custGeom>
                  <a:avLst/>
                  <a:gdLst>
                    <a:gd name="T0" fmla="*/ 9 w 18"/>
                    <a:gd name="T1" fmla="*/ 9 h 9"/>
                    <a:gd name="T2" fmla="*/ 9 w 18"/>
                    <a:gd name="T3" fmla="*/ 9 h 9"/>
                    <a:gd name="T4" fmla="*/ 13 w 18"/>
                    <a:gd name="T5" fmla="*/ 5 h 9"/>
                    <a:gd name="T6" fmla="*/ 4 w 18"/>
                    <a:gd name="T7" fmla="*/ 0 h 9"/>
                    <a:gd name="T8" fmla="*/ 0 w 18"/>
                    <a:gd name="T9" fmla="*/ 5 h 9"/>
                    <a:gd name="T10" fmla="*/ 9 w 18"/>
                    <a:gd name="T11" fmla="*/ 9 h 9"/>
                    <a:gd name="T12" fmla="*/ 18 w 18"/>
                    <a:gd name="T13" fmla="*/ 9 h 9"/>
                    <a:gd name="T14" fmla="*/ 18 w 18"/>
                    <a:gd name="T15" fmla="*/ 5 h 9"/>
                    <a:gd name="T16" fmla="*/ 13 w 18"/>
                    <a:gd name="T17" fmla="*/ 5 h 9"/>
                    <a:gd name="T18" fmla="*/ 13 w 18"/>
                    <a:gd name="T19" fmla="*/ 5 h 9"/>
                    <a:gd name="T20" fmla="*/ 18 w 18"/>
                    <a:gd name="T21" fmla="*/ 5 h 9"/>
                    <a:gd name="T22" fmla="*/ 18 w 18"/>
                    <a:gd name="T23" fmla="*/ 9 h 9"/>
                    <a:gd name="T24" fmla="*/ 18 w 18"/>
                    <a:gd name="T25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8" h="9">
                      <a:moveTo>
                        <a:pt x="9" y="9"/>
                      </a:moveTo>
                      <a:lnTo>
                        <a:pt x="9" y="9"/>
                      </a:lnTo>
                      <a:lnTo>
                        <a:pt x="13" y="5"/>
                      </a:lnTo>
                      <a:lnTo>
                        <a:pt x="4" y="0"/>
                      </a:lnTo>
                      <a:lnTo>
                        <a:pt x="0" y="5"/>
                      </a:lnTo>
                      <a:lnTo>
                        <a:pt x="9" y="9"/>
                      </a:lnTo>
                      <a:close/>
                      <a:moveTo>
                        <a:pt x="18" y="9"/>
                      </a:moveTo>
                      <a:lnTo>
                        <a:pt x="18" y="5"/>
                      </a:lnTo>
                      <a:lnTo>
                        <a:pt x="13" y="5"/>
                      </a:lnTo>
                      <a:lnTo>
                        <a:pt x="13" y="5"/>
                      </a:lnTo>
                      <a:lnTo>
                        <a:pt x="18" y="5"/>
                      </a:lnTo>
                      <a:lnTo>
                        <a:pt x="18" y="9"/>
                      </a:lnTo>
                      <a:lnTo>
                        <a:pt x="18" y="9"/>
                      </a:lnTo>
                      <a:close/>
                    </a:path>
                  </a:pathLst>
                </a:custGeom>
                <a:grpFill/>
                <a:ln w="9525" cmpd="sng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>
                    <a:latin typeface="Delivery" panose="020F0503020204020204" pitchFamily="34" charset="0"/>
                  </a:endParaRPr>
                </a:p>
              </p:txBody>
            </p:sp>
            <p:sp>
              <p:nvSpPr>
                <p:cNvPr id="512" name="Freeform 91">
                  <a:extLst>
                    <a:ext uri="{FF2B5EF4-FFF2-40B4-BE49-F238E27FC236}">
                      <a16:creationId xmlns:a16="http://schemas.microsoft.com/office/drawing/2014/main" id="{8AD3E9AC-1B0C-BF7C-1792-BC38504A02CA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1427" y="2560"/>
                  <a:ext cx="67" cy="63"/>
                </a:xfrm>
                <a:custGeom>
                  <a:avLst/>
                  <a:gdLst>
                    <a:gd name="T0" fmla="*/ 5 w 67"/>
                    <a:gd name="T1" fmla="*/ 32 h 63"/>
                    <a:gd name="T2" fmla="*/ 0 w 67"/>
                    <a:gd name="T3" fmla="*/ 36 h 63"/>
                    <a:gd name="T4" fmla="*/ 27 w 67"/>
                    <a:gd name="T5" fmla="*/ 58 h 63"/>
                    <a:gd name="T6" fmla="*/ 45 w 67"/>
                    <a:gd name="T7" fmla="*/ 58 h 63"/>
                    <a:gd name="T8" fmla="*/ 58 w 67"/>
                    <a:gd name="T9" fmla="*/ 63 h 63"/>
                    <a:gd name="T10" fmla="*/ 58 w 67"/>
                    <a:gd name="T11" fmla="*/ 63 h 63"/>
                    <a:gd name="T12" fmla="*/ 58 w 67"/>
                    <a:gd name="T13" fmla="*/ 54 h 63"/>
                    <a:gd name="T14" fmla="*/ 63 w 67"/>
                    <a:gd name="T15" fmla="*/ 54 h 63"/>
                    <a:gd name="T16" fmla="*/ 58 w 67"/>
                    <a:gd name="T17" fmla="*/ 41 h 63"/>
                    <a:gd name="T18" fmla="*/ 63 w 67"/>
                    <a:gd name="T19" fmla="*/ 36 h 63"/>
                    <a:gd name="T20" fmla="*/ 63 w 67"/>
                    <a:gd name="T21" fmla="*/ 27 h 63"/>
                    <a:gd name="T22" fmla="*/ 67 w 67"/>
                    <a:gd name="T23" fmla="*/ 9 h 63"/>
                    <a:gd name="T24" fmla="*/ 63 w 67"/>
                    <a:gd name="T25" fmla="*/ 5 h 63"/>
                    <a:gd name="T26" fmla="*/ 63 w 67"/>
                    <a:gd name="T27" fmla="*/ 0 h 63"/>
                    <a:gd name="T28" fmla="*/ 49 w 67"/>
                    <a:gd name="T29" fmla="*/ 9 h 63"/>
                    <a:gd name="T30" fmla="*/ 45 w 67"/>
                    <a:gd name="T31" fmla="*/ 9 h 63"/>
                    <a:gd name="T32" fmla="*/ 32 w 67"/>
                    <a:gd name="T33" fmla="*/ 18 h 63"/>
                    <a:gd name="T34" fmla="*/ 23 w 67"/>
                    <a:gd name="T35" fmla="*/ 18 h 63"/>
                    <a:gd name="T36" fmla="*/ 14 w 67"/>
                    <a:gd name="T37" fmla="*/ 23 h 63"/>
                    <a:gd name="T38" fmla="*/ 14 w 67"/>
                    <a:gd name="T39" fmla="*/ 27 h 63"/>
                    <a:gd name="T40" fmla="*/ 5 w 67"/>
                    <a:gd name="T41" fmla="*/ 32 h 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67" h="63">
                      <a:moveTo>
                        <a:pt x="5" y="32"/>
                      </a:moveTo>
                      <a:lnTo>
                        <a:pt x="0" y="36"/>
                      </a:lnTo>
                      <a:lnTo>
                        <a:pt x="27" y="58"/>
                      </a:lnTo>
                      <a:lnTo>
                        <a:pt x="45" y="58"/>
                      </a:lnTo>
                      <a:lnTo>
                        <a:pt x="58" y="63"/>
                      </a:lnTo>
                      <a:lnTo>
                        <a:pt x="58" y="63"/>
                      </a:lnTo>
                      <a:lnTo>
                        <a:pt x="58" y="54"/>
                      </a:lnTo>
                      <a:lnTo>
                        <a:pt x="63" y="54"/>
                      </a:lnTo>
                      <a:lnTo>
                        <a:pt x="58" y="41"/>
                      </a:lnTo>
                      <a:lnTo>
                        <a:pt x="63" y="36"/>
                      </a:lnTo>
                      <a:lnTo>
                        <a:pt x="63" y="27"/>
                      </a:lnTo>
                      <a:lnTo>
                        <a:pt x="67" y="9"/>
                      </a:lnTo>
                      <a:lnTo>
                        <a:pt x="63" y="5"/>
                      </a:lnTo>
                      <a:lnTo>
                        <a:pt x="63" y="0"/>
                      </a:lnTo>
                      <a:lnTo>
                        <a:pt x="49" y="9"/>
                      </a:lnTo>
                      <a:lnTo>
                        <a:pt x="45" y="9"/>
                      </a:lnTo>
                      <a:lnTo>
                        <a:pt x="32" y="18"/>
                      </a:lnTo>
                      <a:lnTo>
                        <a:pt x="23" y="18"/>
                      </a:lnTo>
                      <a:lnTo>
                        <a:pt x="14" y="23"/>
                      </a:lnTo>
                      <a:lnTo>
                        <a:pt x="14" y="27"/>
                      </a:lnTo>
                      <a:lnTo>
                        <a:pt x="5" y="32"/>
                      </a:lnTo>
                      <a:close/>
                    </a:path>
                  </a:pathLst>
                </a:custGeom>
                <a:grpFill/>
                <a:ln w="9525" cmpd="sng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>
                    <a:latin typeface="Delivery" panose="020F0503020204020204" pitchFamily="34" charset="0"/>
                  </a:endParaRPr>
                </a:p>
              </p:txBody>
            </p:sp>
            <p:sp>
              <p:nvSpPr>
                <p:cNvPr id="513" name="Freeform 92">
                  <a:extLst>
                    <a:ext uri="{FF2B5EF4-FFF2-40B4-BE49-F238E27FC236}">
                      <a16:creationId xmlns:a16="http://schemas.microsoft.com/office/drawing/2014/main" id="{86DD1FAC-C28A-6310-B7DF-EBC712187A9D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1494" y="2641"/>
                  <a:ext cx="81" cy="40"/>
                </a:xfrm>
                <a:custGeom>
                  <a:avLst/>
                  <a:gdLst>
                    <a:gd name="T0" fmla="*/ 0 w 81"/>
                    <a:gd name="T1" fmla="*/ 18 h 40"/>
                    <a:gd name="T2" fmla="*/ 0 w 81"/>
                    <a:gd name="T3" fmla="*/ 4 h 40"/>
                    <a:gd name="T4" fmla="*/ 9 w 81"/>
                    <a:gd name="T5" fmla="*/ 0 h 40"/>
                    <a:gd name="T6" fmla="*/ 14 w 81"/>
                    <a:gd name="T7" fmla="*/ 9 h 40"/>
                    <a:gd name="T8" fmla="*/ 18 w 81"/>
                    <a:gd name="T9" fmla="*/ 4 h 40"/>
                    <a:gd name="T10" fmla="*/ 27 w 81"/>
                    <a:gd name="T11" fmla="*/ 13 h 40"/>
                    <a:gd name="T12" fmla="*/ 49 w 81"/>
                    <a:gd name="T13" fmla="*/ 0 h 40"/>
                    <a:gd name="T14" fmla="*/ 58 w 81"/>
                    <a:gd name="T15" fmla="*/ 0 h 40"/>
                    <a:gd name="T16" fmla="*/ 72 w 81"/>
                    <a:gd name="T17" fmla="*/ 4 h 40"/>
                    <a:gd name="T18" fmla="*/ 81 w 81"/>
                    <a:gd name="T19" fmla="*/ 13 h 40"/>
                    <a:gd name="T20" fmla="*/ 81 w 81"/>
                    <a:gd name="T21" fmla="*/ 27 h 40"/>
                    <a:gd name="T22" fmla="*/ 72 w 81"/>
                    <a:gd name="T23" fmla="*/ 31 h 40"/>
                    <a:gd name="T24" fmla="*/ 72 w 81"/>
                    <a:gd name="T25" fmla="*/ 31 h 40"/>
                    <a:gd name="T26" fmla="*/ 67 w 81"/>
                    <a:gd name="T27" fmla="*/ 27 h 40"/>
                    <a:gd name="T28" fmla="*/ 72 w 81"/>
                    <a:gd name="T29" fmla="*/ 18 h 40"/>
                    <a:gd name="T30" fmla="*/ 58 w 81"/>
                    <a:gd name="T31" fmla="*/ 13 h 40"/>
                    <a:gd name="T32" fmla="*/ 49 w 81"/>
                    <a:gd name="T33" fmla="*/ 9 h 40"/>
                    <a:gd name="T34" fmla="*/ 45 w 81"/>
                    <a:gd name="T35" fmla="*/ 18 h 40"/>
                    <a:gd name="T36" fmla="*/ 41 w 81"/>
                    <a:gd name="T37" fmla="*/ 22 h 40"/>
                    <a:gd name="T38" fmla="*/ 45 w 81"/>
                    <a:gd name="T39" fmla="*/ 31 h 40"/>
                    <a:gd name="T40" fmla="*/ 32 w 81"/>
                    <a:gd name="T41" fmla="*/ 40 h 40"/>
                    <a:gd name="T42" fmla="*/ 27 w 81"/>
                    <a:gd name="T43" fmla="*/ 31 h 40"/>
                    <a:gd name="T44" fmla="*/ 18 w 81"/>
                    <a:gd name="T45" fmla="*/ 27 h 40"/>
                    <a:gd name="T46" fmla="*/ 9 w 81"/>
                    <a:gd name="T47" fmla="*/ 18 h 40"/>
                    <a:gd name="T48" fmla="*/ 5 w 81"/>
                    <a:gd name="T49" fmla="*/ 27 h 40"/>
                    <a:gd name="T50" fmla="*/ 0 w 81"/>
                    <a:gd name="T51" fmla="*/ 18 h 4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</a:cxnLst>
                  <a:rect l="0" t="0" r="r" b="b"/>
                  <a:pathLst>
                    <a:path w="81" h="40">
                      <a:moveTo>
                        <a:pt x="0" y="18"/>
                      </a:moveTo>
                      <a:lnTo>
                        <a:pt x="0" y="4"/>
                      </a:lnTo>
                      <a:lnTo>
                        <a:pt x="9" y="0"/>
                      </a:lnTo>
                      <a:lnTo>
                        <a:pt x="14" y="9"/>
                      </a:lnTo>
                      <a:lnTo>
                        <a:pt x="18" y="4"/>
                      </a:lnTo>
                      <a:lnTo>
                        <a:pt x="27" y="13"/>
                      </a:lnTo>
                      <a:lnTo>
                        <a:pt x="49" y="0"/>
                      </a:lnTo>
                      <a:lnTo>
                        <a:pt x="58" y="0"/>
                      </a:lnTo>
                      <a:lnTo>
                        <a:pt x="72" y="4"/>
                      </a:lnTo>
                      <a:lnTo>
                        <a:pt x="81" y="13"/>
                      </a:lnTo>
                      <a:lnTo>
                        <a:pt x="81" y="27"/>
                      </a:lnTo>
                      <a:lnTo>
                        <a:pt x="72" y="31"/>
                      </a:lnTo>
                      <a:lnTo>
                        <a:pt x="72" y="31"/>
                      </a:lnTo>
                      <a:lnTo>
                        <a:pt x="67" y="27"/>
                      </a:lnTo>
                      <a:lnTo>
                        <a:pt x="72" y="18"/>
                      </a:lnTo>
                      <a:lnTo>
                        <a:pt x="58" y="13"/>
                      </a:lnTo>
                      <a:lnTo>
                        <a:pt x="49" y="9"/>
                      </a:lnTo>
                      <a:lnTo>
                        <a:pt x="45" y="18"/>
                      </a:lnTo>
                      <a:lnTo>
                        <a:pt x="41" y="22"/>
                      </a:lnTo>
                      <a:lnTo>
                        <a:pt x="45" y="31"/>
                      </a:lnTo>
                      <a:lnTo>
                        <a:pt x="32" y="40"/>
                      </a:lnTo>
                      <a:lnTo>
                        <a:pt x="27" y="31"/>
                      </a:lnTo>
                      <a:lnTo>
                        <a:pt x="18" y="27"/>
                      </a:lnTo>
                      <a:lnTo>
                        <a:pt x="9" y="18"/>
                      </a:lnTo>
                      <a:lnTo>
                        <a:pt x="5" y="27"/>
                      </a:lnTo>
                      <a:lnTo>
                        <a:pt x="0" y="18"/>
                      </a:lnTo>
                      <a:close/>
                    </a:path>
                  </a:pathLst>
                </a:custGeom>
                <a:grpFill/>
                <a:ln w="9525" cmpd="sng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>
                    <a:latin typeface="Delivery" panose="020F0503020204020204" pitchFamily="34" charset="0"/>
                  </a:endParaRPr>
                </a:p>
              </p:txBody>
            </p:sp>
            <p:sp>
              <p:nvSpPr>
                <p:cNvPr id="514" name="Freeform 93">
                  <a:extLst>
                    <a:ext uri="{FF2B5EF4-FFF2-40B4-BE49-F238E27FC236}">
                      <a16:creationId xmlns:a16="http://schemas.microsoft.com/office/drawing/2014/main" id="{152648F9-D18D-91F0-6329-0C4A570790B6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1789" y="3070"/>
                  <a:ext cx="121" cy="129"/>
                </a:xfrm>
                <a:custGeom>
                  <a:avLst/>
                  <a:gdLst>
                    <a:gd name="T0" fmla="*/ 0 w 121"/>
                    <a:gd name="T1" fmla="*/ 44 h 129"/>
                    <a:gd name="T2" fmla="*/ 5 w 121"/>
                    <a:gd name="T3" fmla="*/ 31 h 129"/>
                    <a:gd name="T4" fmla="*/ 5 w 121"/>
                    <a:gd name="T5" fmla="*/ 18 h 129"/>
                    <a:gd name="T6" fmla="*/ 14 w 121"/>
                    <a:gd name="T7" fmla="*/ 9 h 129"/>
                    <a:gd name="T8" fmla="*/ 49 w 121"/>
                    <a:gd name="T9" fmla="*/ 0 h 129"/>
                    <a:gd name="T10" fmla="*/ 63 w 121"/>
                    <a:gd name="T11" fmla="*/ 4 h 129"/>
                    <a:gd name="T12" fmla="*/ 67 w 121"/>
                    <a:gd name="T13" fmla="*/ 18 h 129"/>
                    <a:gd name="T14" fmla="*/ 72 w 121"/>
                    <a:gd name="T15" fmla="*/ 13 h 129"/>
                    <a:gd name="T16" fmla="*/ 72 w 121"/>
                    <a:gd name="T17" fmla="*/ 27 h 129"/>
                    <a:gd name="T18" fmla="*/ 67 w 121"/>
                    <a:gd name="T19" fmla="*/ 44 h 129"/>
                    <a:gd name="T20" fmla="*/ 81 w 121"/>
                    <a:gd name="T21" fmla="*/ 44 h 129"/>
                    <a:gd name="T22" fmla="*/ 94 w 121"/>
                    <a:gd name="T23" fmla="*/ 40 h 129"/>
                    <a:gd name="T24" fmla="*/ 103 w 121"/>
                    <a:gd name="T25" fmla="*/ 49 h 129"/>
                    <a:gd name="T26" fmla="*/ 103 w 121"/>
                    <a:gd name="T27" fmla="*/ 76 h 129"/>
                    <a:gd name="T28" fmla="*/ 116 w 121"/>
                    <a:gd name="T29" fmla="*/ 71 h 129"/>
                    <a:gd name="T30" fmla="*/ 121 w 121"/>
                    <a:gd name="T31" fmla="*/ 76 h 129"/>
                    <a:gd name="T32" fmla="*/ 116 w 121"/>
                    <a:gd name="T33" fmla="*/ 94 h 129"/>
                    <a:gd name="T34" fmla="*/ 121 w 121"/>
                    <a:gd name="T35" fmla="*/ 98 h 129"/>
                    <a:gd name="T36" fmla="*/ 116 w 121"/>
                    <a:gd name="T37" fmla="*/ 116 h 129"/>
                    <a:gd name="T38" fmla="*/ 103 w 121"/>
                    <a:gd name="T39" fmla="*/ 129 h 129"/>
                    <a:gd name="T40" fmla="*/ 85 w 121"/>
                    <a:gd name="T41" fmla="*/ 129 h 129"/>
                    <a:gd name="T42" fmla="*/ 72 w 121"/>
                    <a:gd name="T43" fmla="*/ 125 h 129"/>
                    <a:gd name="T44" fmla="*/ 58 w 121"/>
                    <a:gd name="T45" fmla="*/ 125 h 129"/>
                    <a:gd name="T46" fmla="*/ 72 w 121"/>
                    <a:gd name="T47" fmla="*/ 98 h 129"/>
                    <a:gd name="T48" fmla="*/ 72 w 121"/>
                    <a:gd name="T49" fmla="*/ 89 h 129"/>
                    <a:gd name="T50" fmla="*/ 36 w 121"/>
                    <a:gd name="T51" fmla="*/ 71 h 129"/>
                    <a:gd name="T52" fmla="*/ 27 w 121"/>
                    <a:gd name="T53" fmla="*/ 71 h 129"/>
                    <a:gd name="T54" fmla="*/ 0 w 121"/>
                    <a:gd name="T55" fmla="*/ 44 h 1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</a:cxnLst>
                  <a:rect l="0" t="0" r="r" b="b"/>
                  <a:pathLst>
                    <a:path w="121" h="129">
                      <a:moveTo>
                        <a:pt x="0" y="44"/>
                      </a:moveTo>
                      <a:lnTo>
                        <a:pt x="5" y="31"/>
                      </a:lnTo>
                      <a:lnTo>
                        <a:pt x="5" y="18"/>
                      </a:lnTo>
                      <a:lnTo>
                        <a:pt x="14" y="9"/>
                      </a:lnTo>
                      <a:lnTo>
                        <a:pt x="49" y="0"/>
                      </a:lnTo>
                      <a:lnTo>
                        <a:pt x="63" y="4"/>
                      </a:lnTo>
                      <a:lnTo>
                        <a:pt x="67" y="18"/>
                      </a:lnTo>
                      <a:lnTo>
                        <a:pt x="72" y="13"/>
                      </a:lnTo>
                      <a:lnTo>
                        <a:pt x="72" y="27"/>
                      </a:lnTo>
                      <a:lnTo>
                        <a:pt x="67" y="44"/>
                      </a:lnTo>
                      <a:lnTo>
                        <a:pt x="81" y="44"/>
                      </a:lnTo>
                      <a:lnTo>
                        <a:pt x="94" y="40"/>
                      </a:lnTo>
                      <a:lnTo>
                        <a:pt x="103" y="49"/>
                      </a:lnTo>
                      <a:lnTo>
                        <a:pt x="103" y="76"/>
                      </a:lnTo>
                      <a:lnTo>
                        <a:pt x="116" y="71"/>
                      </a:lnTo>
                      <a:lnTo>
                        <a:pt x="121" y="76"/>
                      </a:lnTo>
                      <a:lnTo>
                        <a:pt x="116" y="94"/>
                      </a:lnTo>
                      <a:lnTo>
                        <a:pt x="121" y="98"/>
                      </a:lnTo>
                      <a:lnTo>
                        <a:pt x="116" y="116"/>
                      </a:lnTo>
                      <a:lnTo>
                        <a:pt x="103" y="129"/>
                      </a:lnTo>
                      <a:lnTo>
                        <a:pt x="85" y="129"/>
                      </a:lnTo>
                      <a:lnTo>
                        <a:pt x="72" y="125"/>
                      </a:lnTo>
                      <a:lnTo>
                        <a:pt x="58" y="125"/>
                      </a:lnTo>
                      <a:lnTo>
                        <a:pt x="72" y="98"/>
                      </a:lnTo>
                      <a:lnTo>
                        <a:pt x="72" y="89"/>
                      </a:lnTo>
                      <a:lnTo>
                        <a:pt x="36" y="71"/>
                      </a:lnTo>
                      <a:lnTo>
                        <a:pt x="27" y="71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grpFill/>
                <a:ln w="9525" cmpd="sng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>
                    <a:latin typeface="Delivery" panose="020F0503020204020204" pitchFamily="34" charset="0"/>
                  </a:endParaRPr>
                </a:p>
              </p:txBody>
            </p:sp>
            <p:sp>
              <p:nvSpPr>
                <p:cNvPr id="515" name="Freeform 94">
                  <a:extLst>
                    <a:ext uri="{FF2B5EF4-FFF2-40B4-BE49-F238E27FC236}">
                      <a16:creationId xmlns:a16="http://schemas.microsoft.com/office/drawing/2014/main" id="{2269335F-7CC0-FA68-B5F2-D0C781BB9D44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1521" y="2784"/>
                  <a:ext cx="179" cy="268"/>
                </a:xfrm>
                <a:custGeom>
                  <a:avLst/>
                  <a:gdLst>
                    <a:gd name="T0" fmla="*/ 14 w 179"/>
                    <a:gd name="T1" fmla="*/ 49 h 268"/>
                    <a:gd name="T2" fmla="*/ 9 w 179"/>
                    <a:gd name="T3" fmla="*/ 49 h 268"/>
                    <a:gd name="T4" fmla="*/ 0 w 179"/>
                    <a:gd name="T5" fmla="*/ 58 h 268"/>
                    <a:gd name="T6" fmla="*/ 0 w 179"/>
                    <a:gd name="T7" fmla="*/ 71 h 268"/>
                    <a:gd name="T8" fmla="*/ 5 w 179"/>
                    <a:gd name="T9" fmla="*/ 80 h 268"/>
                    <a:gd name="T10" fmla="*/ 0 w 179"/>
                    <a:gd name="T11" fmla="*/ 85 h 268"/>
                    <a:gd name="T12" fmla="*/ 18 w 179"/>
                    <a:gd name="T13" fmla="*/ 98 h 268"/>
                    <a:gd name="T14" fmla="*/ 31 w 179"/>
                    <a:gd name="T15" fmla="*/ 116 h 268"/>
                    <a:gd name="T16" fmla="*/ 49 w 179"/>
                    <a:gd name="T17" fmla="*/ 156 h 268"/>
                    <a:gd name="T18" fmla="*/ 58 w 179"/>
                    <a:gd name="T19" fmla="*/ 174 h 268"/>
                    <a:gd name="T20" fmla="*/ 72 w 179"/>
                    <a:gd name="T21" fmla="*/ 196 h 268"/>
                    <a:gd name="T22" fmla="*/ 72 w 179"/>
                    <a:gd name="T23" fmla="*/ 201 h 268"/>
                    <a:gd name="T24" fmla="*/ 94 w 179"/>
                    <a:gd name="T25" fmla="*/ 228 h 268"/>
                    <a:gd name="T26" fmla="*/ 98 w 179"/>
                    <a:gd name="T27" fmla="*/ 223 h 268"/>
                    <a:gd name="T28" fmla="*/ 139 w 179"/>
                    <a:gd name="T29" fmla="*/ 250 h 268"/>
                    <a:gd name="T30" fmla="*/ 156 w 179"/>
                    <a:gd name="T31" fmla="*/ 268 h 268"/>
                    <a:gd name="T32" fmla="*/ 170 w 179"/>
                    <a:gd name="T33" fmla="*/ 259 h 268"/>
                    <a:gd name="T34" fmla="*/ 170 w 179"/>
                    <a:gd name="T35" fmla="*/ 250 h 268"/>
                    <a:gd name="T36" fmla="*/ 174 w 179"/>
                    <a:gd name="T37" fmla="*/ 237 h 268"/>
                    <a:gd name="T38" fmla="*/ 170 w 179"/>
                    <a:gd name="T39" fmla="*/ 232 h 268"/>
                    <a:gd name="T40" fmla="*/ 174 w 179"/>
                    <a:gd name="T41" fmla="*/ 210 h 268"/>
                    <a:gd name="T42" fmla="*/ 174 w 179"/>
                    <a:gd name="T43" fmla="*/ 187 h 268"/>
                    <a:gd name="T44" fmla="*/ 179 w 179"/>
                    <a:gd name="T45" fmla="*/ 178 h 268"/>
                    <a:gd name="T46" fmla="*/ 170 w 179"/>
                    <a:gd name="T47" fmla="*/ 161 h 268"/>
                    <a:gd name="T48" fmla="*/ 152 w 179"/>
                    <a:gd name="T49" fmla="*/ 161 h 268"/>
                    <a:gd name="T50" fmla="*/ 152 w 179"/>
                    <a:gd name="T51" fmla="*/ 134 h 268"/>
                    <a:gd name="T52" fmla="*/ 130 w 179"/>
                    <a:gd name="T53" fmla="*/ 147 h 268"/>
                    <a:gd name="T54" fmla="*/ 125 w 179"/>
                    <a:gd name="T55" fmla="*/ 138 h 268"/>
                    <a:gd name="T56" fmla="*/ 112 w 179"/>
                    <a:gd name="T57" fmla="*/ 138 h 268"/>
                    <a:gd name="T58" fmla="*/ 112 w 179"/>
                    <a:gd name="T59" fmla="*/ 125 h 268"/>
                    <a:gd name="T60" fmla="*/ 103 w 179"/>
                    <a:gd name="T61" fmla="*/ 107 h 268"/>
                    <a:gd name="T62" fmla="*/ 116 w 179"/>
                    <a:gd name="T63" fmla="*/ 89 h 268"/>
                    <a:gd name="T64" fmla="*/ 121 w 179"/>
                    <a:gd name="T65" fmla="*/ 76 h 268"/>
                    <a:gd name="T66" fmla="*/ 130 w 179"/>
                    <a:gd name="T67" fmla="*/ 67 h 268"/>
                    <a:gd name="T68" fmla="*/ 148 w 179"/>
                    <a:gd name="T69" fmla="*/ 62 h 268"/>
                    <a:gd name="T70" fmla="*/ 161 w 179"/>
                    <a:gd name="T71" fmla="*/ 62 h 268"/>
                    <a:gd name="T72" fmla="*/ 156 w 179"/>
                    <a:gd name="T73" fmla="*/ 58 h 268"/>
                    <a:gd name="T74" fmla="*/ 148 w 179"/>
                    <a:gd name="T75" fmla="*/ 53 h 268"/>
                    <a:gd name="T76" fmla="*/ 161 w 179"/>
                    <a:gd name="T77" fmla="*/ 31 h 268"/>
                    <a:gd name="T78" fmla="*/ 134 w 179"/>
                    <a:gd name="T79" fmla="*/ 22 h 268"/>
                    <a:gd name="T80" fmla="*/ 121 w 179"/>
                    <a:gd name="T81" fmla="*/ 27 h 268"/>
                    <a:gd name="T82" fmla="*/ 98 w 179"/>
                    <a:gd name="T83" fmla="*/ 4 h 268"/>
                    <a:gd name="T84" fmla="*/ 85 w 179"/>
                    <a:gd name="T85" fmla="*/ 0 h 268"/>
                    <a:gd name="T86" fmla="*/ 85 w 179"/>
                    <a:gd name="T87" fmla="*/ 9 h 268"/>
                    <a:gd name="T88" fmla="*/ 63 w 179"/>
                    <a:gd name="T89" fmla="*/ 35 h 268"/>
                    <a:gd name="T90" fmla="*/ 40 w 179"/>
                    <a:gd name="T91" fmla="*/ 44 h 268"/>
                    <a:gd name="T92" fmla="*/ 36 w 179"/>
                    <a:gd name="T93" fmla="*/ 67 h 268"/>
                    <a:gd name="T94" fmla="*/ 14 w 179"/>
                    <a:gd name="T95" fmla="*/ 67 h 268"/>
                    <a:gd name="T96" fmla="*/ 9 w 179"/>
                    <a:gd name="T97" fmla="*/ 58 h 268"/>
                    <a:gd name="T98" fmla="*/ 14 w 179"/>
                    <a:gd name="T99" fmla="*/ 53 h 268"/>
                    <a:gd name="T100" fmla="*/ 14 w 179"/>
                    <a:gd name="T101" fmla="*/ 49 h 2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</a:cxnLst>
                  <a:rect l="0" t="0" r="r" b="b"/>
                  <a:pathLst>
                    <a:path w="179" h="268">
                      <a:moveTo>
                        <a:pt x="14" y="49"/>
                      </a:moveTo>
                      <a:lnTo>
                        <a:pt x="9" y="49"/>
                      </a:lnTo>
                      <a:lnTo>
                        <a:pt x="0" y="58"/>
                      </a:lnTo>
                      <a:lnTo>
                        <a:pt x="0" y="71"/>
                      </a:lnTo>
                      <a:lnTo>
                        <a:pt x="5" y="80"/>
                      </a:lnTo>
                      <a:lnTo>
                        <a:pt x="0" y="85"/>
                      </a:lnTo>
                      <a:lnTo>
                        <a:pt x="18" y="98"/>
                      </a:lnTo>
                      <a:lnTo>
                        <a:pt x="31" y="116"/>
                      </a:lnTo>
                      <a:lnTo>
                        <a:pt x="49" y="156"/>
                      </a:lnTo>
                      <a:lnTo>
                        <a:pt x="58" y="174"/>
                      </a:lnTo>
                      <a:lnTo>
                        <a:pt x="72" y="196"/>
                      </a:lnTo>
                      <a:lnTo>
                        <a:pt x="72" y="201"/>
                      </a:lnTo>
                      <a:lnTo>
                        <a:pt x="94" y="228"/>
                      </a:lnTo>
                      <a:lnTo>
                        <a:pt x="98" y="223"/>
                      </a:lnTo>
                      <a:lnTo>
                        <a:pt x="139" y="250"/>
                      </a:lnTo>
                      <a:lnTo>
                        <a:pt x="156" y="268"/>
                      </a:lnTo>
                      <a:lnTo>
                        <a:pt x="170" y="259"/>
                      </a:lnTo>
                      <a:lnTo>
                        <a:pt x="170" y="250"/>
                      </a:lnTo>
                      <a:lnTo>
                        <a:pt x="174" y="237"/>
                      </a:lnTo>
                      <a:lnTo>
                        <a:pt x="170" y="232"/>
                      </a:lnTo>
                      <a:lnTo>
                        <a:pt x="174" y="210"/>
                      </a:lnTo>
                      <a:lnTo>
                        <a:pt x="174" y="187"/>
                      </a:lnTo>
                      <a:lnTo>
                        <a:pt x="179" y="178"/>
                      </a:lnTo>
                      <a:lnTo>
                        <a:pt x="170" y="161"/>
                      </a:lnTo>
                      <a:lnTo>
                        <a:pt x="152" y="161"/>
                      </a:lnTo>
                      <a:lnTo>
                        <a:pt x="152" y="134"/>
                      </a:lnTo>
                      <a:lnTo>
                        <a:pt x="130" y="147"/>
                      </a:lnTo>
                      <a:lnTo>
                        <a:pt x="125" y="138"/>
                      </a:lnTo>
                      <a:lnTo>
                        <a:pt x="112" y="138"/>
                      </a:lnTo>
                      <a:lnTo>
                        <a:pt x="112" y="125"/>
                      </a:lnTo>
                      <a:lnTo>
                        <a:pt x="103" y="107"/>
                      </a:lnTo>
                      <a:lnTo>
                        <a:pt x="116" y="89"/>
                      </a:lnTo>
                      <a:lnTo>
                        <a:pt x="121" y="76"/>
                      </a:lnTo>
                      <a:lnTo>
                        <a:pt x="130" y="67"/>
                      </a:lnTo>
                      <a:lnTo>
                        <a:pt x="148" y="62"/>
                      </a:lnTo>
                      <a:lnTo>
                        <a:pt x="161" y="62"/>
                      </a:lnTo>
                      <a:lnTo>
                        <a:pt x="156" y="58"/>
                      </a:lnTo>
                      <a:lnTo>
                        <a:pt x="148" y="53"/>
                      </a:lnTo>
                      <a:lnTo>
                        <a:pt x="161" y="31"/>
                      </a:lnTo>
                      <a:lnTo>
                        <a:pt x="134" y="22"/>
                      </a:lnTo>
                      <a:lnTo>
                        <a:pt x="121" y="27"/>
                      </a:lnTo>
                      <a:lnTo>
                        <a:pt x="98" y="4"/>
                      </a:lnTo>
                      <a:lnTo>
                        <a:pt x="85" y="0"/>
                      </a:lnTo>
                      <a:lnTo>
                        <a:pt x="85" y="9"/>
                      </a:lnTo>
                      <a:lnTo>
                        <a:pt x="63" y="35"/>
                      </a:lnTo>
                      <a:lnTo>
                        <a:pt x="40" y="44"/>
                      </a:lnTo>
                      <a:lnTo>
                        <a:pt x="36" y="67"/>
                      </a:lnTo>
                      <a:lnTo>
                        <a:pt x="14" y="67"/>
                      </a:lnTo>
                      <a:lnTo>
                        <a:pt x="9" y="58"/>
                      </a:lnTo>
                      <a:lnTo>
                        <a:pt x="14" y="53"/>
                      </a:lnTo>
                      <a:lnTo>
                        <a:pt x="14" y="49"/>
                      </a:lnTo>
                      <a:close/>
                    </a:path>
                  </a:pathLst>
                </a:custGeom>
                <a:grpFill/>
                <a:ln w="9525" cmpd="sng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>
                    <a:latin typeface="Delivery" panose="020F0503020204020204" pitchFamily="34" charset="0"/>
                  </a:endParaRPr>
                </a:p>
              </p:txBody>
            </p:sp>
            <p:sp>
              <p:nvSpPr>
                <p:cNvPr id="516" name="Freeform 95">
                  <a:extLst>
                    <a:ext uri="{FF2B5EF4-FFF2-40B4-BE49-F238E27FC236}">
                      <a16:creationId xmlns:a16="http://schemas.microsoft.com/office/drawing/2014/main" id="{C18ACEC9-62B6-B8A1-9C7C-D1A7ECDB9586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1727" y="2502"/>
                  <a:ext cx="22" cy="14"/>
                </a:xfrm>
                <a:custGeom>
                  <a:avLst/>
                  <a:gdLst>
                    <a:gd name="T0" fmla="*/ 0 w 22"/>
                    <a:gd name="T1" fmla="*/ 14 h 14"/>
                    <a:gd name="T2" fmla="*/ 13 w 22"/>
                    <a:gd name="T3" fmla="*/ 9 h 14"/>
                    <a:gd name="T4" fmla="*/ 17 w 22"/>
                    <a:gd name="T5" fmla="*/ 14 h 14"/>
                    <a:gd name="T6" fmla="*/ 22 w 22"/>
                    <a:gd name="T7" fmla="*/ 9 h 14"/>
                    <a:gd name="T8" fmla="*/ 22 w 22"/>
                    <a:gd name="T9" fmla="*/ 0 h 14"/>
                    <a:gd name="T10" fmla="*/ 13 w 22"/>
                    <a:gd name="T11" fmla="*/ 5 h 14"/>
                    <a:gd name="T12" fmla="*/ 0 w 22"/>
                    <a:gd name="T13" fmla="*/ 0 h 14"/>
                    <a:gd name="T14" fmla="*/ 0 w 22"/>
                    <a:gd name="T15" fmla="*/ 14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22" h="14">
                      <a:moveTo>
                        <a:pt x="0" y="14"/>
                      </a:moveTo>
                      <a:lnTo>
                        <a:pt x="13" y="9"/>
                      </a:lnTo>
                      <a:lnTo>
                        <a:pt x="17" y="14"/>
                      </a:lnTo>
                      <a:lnTo>
                        <a:pt x="22" y="9"/>
                      </a:lnTo>
                      <a:lnTo>
                        <a:pt x="22" y="0"/>
                      </a:lnTo>
                      <a:lnTo>
                        <a:pt x="13" y="5"/>
                      </a:lnTo>
                      <a:lnTo>
                        <a:pt x="0" y="0"/>
                      </a:lnTo>
                      <a:lnTo>
                        <a:pt x="0" y="14"/>
                      </a:lnTo>
                      <a:close/>
                    </a:path>
                  </a:pathLst>
                </a:custGeom>
                <a:grpFill/>
                <a:ln w="9525" cmpd="sng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>
                    <a:latin typeface="Delivery" panose="020F0503020204020204" pitchFamily="34" charset="0"/>
                  </a:endParaRPr>
                </a:p>
              </p:txBody>
            </p:sp>
            <p:sp>
              <p:nvSpPr>
                <p:cNvPr id="517" name="Freeform 96">
                  <a:extLst>
                    <a:ext uri="{FF2B5EF4-FFF2-40B4-BE49-F238E27FC236}">
                      <a16:creationId xmlns:a16="http://schemas.microsoft.com/office/drawing/2014/main" id="{5F1ECC8F-BE94-2C24-AAFE-9CEF3A26AE61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1816" y="2574"/>
                  <a:ext cx="1" cy="9"/>
                </a:xfrm>
                <a:custGeom>
                  <a:avLst/>
                  <a:gdLst>
                    <a:gd name="T0" fmla="*/ 0 h 9"/>
                    <a:gd name="T1" fmla="*/ 9 h 9"/>
                    <a:gd name="T2" fmla="*/ 4 h 9"/>
                    <a:gd name="T3" fmla="*/ 0 h 9"/>
                    <a:gd name="T4" fmla="*/ 0 h 9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  <a:cxn ang="0">
                      <a:pos x="0" y="T3"/>
                    </a:cxn>
                    <a:cxn ang="0">
                      <a:pos x="0" y="T4"/>
                    </a:cxn>
                  </a:cxnLst>
                  <a:rect l="0" t="0" r="r" b="b"/>
                  <a:pathLst>
                    <a:path h="9">
                      <a:moveTo>
                        <a:pt x="0" y="0"/>
                      </a:moveTo>
                      <a:lnTo>
                        <a:pt x="0" y="9"/>
                      </a:lnTo>
                      <a:lnTo>
                        <a:pt x="0" y="4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9525" cmpd="sng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>
                    <a:latin typeface="Delivery" panose="020F0503020204020204" pitchFamily="34" charset="0"/>
                  </a:endParaRPr>
                </a:p>
              </p:txBody>
            </p:sp>
            <p:sp>
              <p:nvSpPr>
                <p:cNvPr id="518" name="Freeform 97">
                  <a:extLst>
                    <a:ext uri="{FF2B5EF4-FFF2-40B4-BE49-F238E27FC236}">
                      <a16:creationId xmlns:a16="http://schemas.microsoft.com/office/drawing/2014/main" id="{49BAFD6E-2E8A-F948-5B42-970868873497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1811" y="2583"/>
                  <a:ext cx="5" cy="9"/>
                </a:xfrm>
                <a:custGeom>
                  <a:avLst/>
                  <a:gdLst>
                    <a:gd name="T0" fmla="*/ 5 w 5"/>
                    <a:gd name="T1" fmla="*/ 0 h 9"/>
                    <a:gd name="T2" fmla="*/ 0 w 5"/>
                    <a:gd name="T3" fmla="*/ 4 h 9"/>
                    <a:gd name="T4" fmla="*/ 5 w 5"/>
                    <a:gd name="T5" fmla="*/ 9 h 9"/>
                    <a:gd name="T6" fmla="*/ 5 w 5"/>
                    <a:gd name="T7" fmla="*/ 4 h 9"/>
                    <a:gd name="T8" fmla="*/ 5 w 5"/>
                    <a:gd name="T9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9">
                      <a:moveTo>
                        <a:pt x="5" y="0"/>
                      </a:moveTo>
                      <a:lnTo>
                        <a:pt x="0" y="4"/>
                      </a:lnTo>
                      <a:lnTo>
                        <a:pt x="5" y="9"/>
                      </a:lnTo>
                      <a:lnTo>
                        <a:pt x="5" y="4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grpFill/>
                <a:ln w="9525" cmpd="sng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>
                    <a:latin typeface="Delivery" panose="020F0503020204020204" pitchFamily="34" charset="0"/>
                  </a:endParaRPr>
                </a:p>
              </p:txBody>
            </p:sp>
            <p:sp>
              <p:nvSpPr>
                <p:cNvPr id="519" name="Freeform 98">
                  <a:extLst>
                    <a:ext uri="{FF2B5EF4-FFF2-40B4-BE49-F238E27FC236}">
                      <a16:creationId xmlns:a16="http://schemas.microsoft.com/office/drawing/2014/main" id="{BB064765-35BB-7FF1-EC75-098E9991BA3C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1852" y="2690"/>
                  <a:ext cx="62" cy="67"/>
                </a:xfrm>
                <a:custGeom>
                  <a:avLst/>
                  <a:gdLst>
                    <a:gd name="T0" fmla="*/ 26 w 62"/>
                    <a:gd name="T1" fmla="*/ 62 h 67"/>
                    <a:gd name="T2" fmla="*/ 22 w 62"/>
                    <a:gd name="T3" fmla="*/ 54 h 67"/>
                    <a:gd name="T4" fmla="*/ 18 w 62"/>
                    <a:gd name="T5" fmla="*/ 40 h 67"/>
                    <a:gd name="T6" fmla="*/ 9 w 62"/>
                    <a:gd name="T7" fmla="*/ 40 h 67"/>
                    <a:gd name="T8" fmla="*/ 0 w 62"/>
                    <a:gd name="T9" fmla="*/ 31 h 67"/>
                    <a:gd name="T10" fmla="*/ 4 w 62"/>
                    <a:gd name="T11" fmla="*/ 22 h 67"/>
                    <a:gd name="T12" fmla="*/ 13 w 62"/>
                    <a:gd name="T13" fmla="*/ 18 h 67"/>
                    <a:gd name="T14" fmla="*/ 18 w 62"/>
                    <a:gd name="T15" fmla="*/ 4 h 67"/>
                    <a:gd name="T16" fmla="*/ 22 w 62"/>
                    <a:gd name="T17" fmla="*/ 0 h 67"/>
                    <a:gd name="T18" fmla="*/ 35 w 62"/>
                    <a:gd name="T19" fmla="*/ 4 h 67"/>
                    <a:gd name="T20" fmla="*/ 58 w 62"/>
                    <a:gd name="T21" fmla="*/ 4 h 67"/>
                    <a:gd name="T22" fmla="*/ 58 w 62"/>
                    <a:gd name="T23" fmla="*/ 13 h 67"/>
                    <a:gd name="T24" fmla="*/ 53 w 62"/>
                    <a:gd name="T25" fmla="*/ 22 h 67"/>
                    <a:gd name="T26" fmla="*/ 62 w 62"/>
                    <a:gd name="T27" fmla="*/ 40 h 67"/>
                    <a:gd name="T28" fmla="*/ 49 w 62"/>
                    <a:gd name="T29" fmla="*/ 54 h 67"/>
                    <a:gd name="T30" fmla="*/ 31 w 62"/>
                    <a:gd name="T31" fmla="*/ 54 h 67"/>
                    <a:gd name="T32" fmla="*/ 31 w 62"/>
                    <a:gd name="T33" fmla="*/ 67 h 67"/>
                    <a:gd name="T34" fmla="*/ 26 w 62"/>
                    <a:gd name="T35" fmla="*/ 62 h 6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62" h="67">
                      <a:moveTo>
                        <a:pt x="26" y="62"/>
                      </a:moveTo>
                      <a:lnTo>
                        <a:pt x="22" y="54"/>
                      </a:lnTo>
                      <a:lnTo>
                        <a:pt x="18" y="40"/>
                      </a:lnTo>
                      <a:lnTo>
                        <a:pt x="9" y="40"/>
                      </a:lnTo>
                      <a:lnTo>
                        <a:pt x="0" y="31"/>
                      </a:lnTo>
                      <a:lnTo>
                        <a:pt x="4" y="22"/>
                      </a:lnTo>
                      <a:lnTo>
                        <a:pt x="13" y="18"/>
                      </a:lnTo>
                      <a:lnTo>
                        <a:pt x="18" y="4"/>
                      </a:lnTo>
                      <a:lnTo>
                        <a:pt x="22" y="0"/>
                      </a:lnTo>
                      <a:lnTo>
                        <a:pt x="35" y="4"/>
                      </a:lnTo>
                      <a:lnTo>
                        <a:pt x="58" y="4"/>
                      </a:lnTo>
                      <a:lnTo>
                        <a:pt x="58" y="13"/>
                      </a:lnTo>
                      <a:lnTo>
                        <a:pt x="53" y="22"/>
                      </a:lnTo>
                      <a:lnTo>
                        <a:pt x="62" y="40"/>
                      </a:lnTo>
                      <a:lnTo>
                        <a:pt x="49" y="54"/>
                      </a:lnTo>
                      <a:lnTo>
                        <a:pt x="31" y="54"/>
                      </a:lnTo>
                      <a:lnTo>
                        <a:pt x="31" y="67"/>
                      </a:lnTo>
                      <a:lnTo>
                        <a:pt x="26" y="62"/>
                      </a:lnTo>
                      <a:close/>
                    </a:path>
                  </a:pathLst>
                </a:custGeom>
                <a:grpFill/>
                <a:ln w="9525" cmpd="sng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>
                    <a:latin typeface="Delivery" panose="020F0503020204020204" pitchFamily="34" charset="0"/>
                  </a:endParaRPr>
                </a:p>
              </p:txBody>
            </p:sp>
            <p:sp>
              <p:nvSpPr>
                <p:cNvPr id="520" name="Freeform 99">
                  <a:extLst>
                    <a:ext uri="{FF2B5EF4-FFF2-40B4-BE49-F238E27FC236}">
                      <a16:creationId xmlns:a16="http://schemas.microsoft.com/office/drawing/2014/main" id="{3260C27E-CDF0-11EF-78BE-F1ACBC54B114}"/>
                    </a:ext>
                  </a:extLst>
                </p:cNvPr>
                <p:cNvSpPr>
                  <a:spLocks noEditPoints="1"/>
                </p:cNvSpPr>
                <p:nvPr/>
              </p:nvSpPr>
              <p:spPr bwMode="gray">
                <a:xfrm>
                  <a:off x="1803" y="2614"/>
                  <a:ext cx="22" cy="22"/>
                </a:xfrm>
                <a:custGeom>
                  <a:avLst/>
                  <a:gdLst>
                    <a:gd name="T0" fmla="*/ 13 w 22"/>
                    <a:gd name="T1" fmla="*/ 0 h 22"/>
                    <a:gd name="T2" fmla="*/ 13 w 22"/>
                    <a:gd name="T3" fmla="*/ 4 h 22"/>
                    <a:gd name="T4" fmla="*/ 22 w 22"/>
                    <a:gd name="T5" fmla="*/ 0 h 22"/>
                    <a:gd name="T6" fmla="*/ 17 w 22"/>
                    <a:gd name="T7" fmla="*/ 0 h 22"/>
                    <a:gd name="T8" fmla="*/ 13 w 22"/>
                    <a:gd name="T9" fmla="*/ 0 h 22"/>
                    <a:gd name="T10" fmla="*/ 13 w 22"/>
                    <a:gd name="T11" fmla="*/ 9 h 22"/>
                    <a:gd name="T12" fmla="*/ 4 w 22"/>
                    <a:gd name="T13" fmla="*/ 9 h 22"/>
                    <a:gd name="T14" fmla="*/ 0 w 22"/>
                    <a:gd name="T15" fmla="*/ 18 h 22"/>
                    <a:gd name="T16" fmla="*/ 0 w 22"/>
                    <a:gd name="T17" fmla="*/ 22 h 22"/>
                    <a:gd name="T18" fmla="*/ 4 w 22"/>
                    <a:gd name="T19" fmla="*/ 22 h 22"/>
                    <a:gd name="T20" fmla="*/ 13 w 22"/>
                    <a:gd name="T21" fmla="*/ 22 h 22"/>
                    <a:gd name="T22" fmla="*/ 13 w 22"/>
                    <a:gd name="T23" fmla="*/ 9 h 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22" h="22">
                      <a:moveTo>
                        <a:pt x="13" y="0"/>
                      </a:moveTo>
                      <a:lnTo>
                        <a:pt x="13" y="4"/>
                      </a:lnTo>
                      <a:lnTo>
                        <a:pt x="22" y="0"/>
                      </a:lnTo>
                      <a:lnTo>
                        <a:pt x="17" y="0"/>
                      </a:lnTo>
                      <a:lnTo>
                        <a:pt x="13" y="0"/>
                      </a:lnTo>
                      <a:close/>
                      <a:moveTo>
                        <a:pt x="13" y="9"/>
                      </a:moveTo>
                      <a:lnTo>
                        <a:pt x="4" y="9"/>
                      </a:lnTo>
                      <a:lnTo>
                        <a:pt x="0" y="18"/>
                      </a:lnTo>
                      <a:lnTo>
                        <a:pt x="0" y="22"/>
                      </a:lnTo>
                      <a:lnTo>
                        <a:pt x="4" y="22"/>
                      </a:lnTo>
                      <a:lnTo>
                        <a:pt x="13" y="22"/>
                      </a:lnTo>
                      <a:lnTo>
                        <a:pt x="13" y="9"/>
                      </a:lnTo>
                      <a:close/>
                    </a:path>
                  </a:pathLst>
                </a:custGeom>
                <a:grpFill/>
                <a:ln w="9525" cmpd="sng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>
                    <a:latin typeface="Delivery" panose="020F0503020204020204" pitchFamily="34" charset="0"/>
                  </a:endParaRPr>
                </a:p>
              </p:txBody>
            </p:sp>
            <p:sp>
              <p:nvSpPr>
                <p:cNvPr id="521" name="Freeform 100">
                  <a:extLst>
                    <a:ext uri="{FF2B5EF4-FFF2-40B4-BE49-F238E27FC236}">
                      <a16:creationId xmlns:a16="http://schemas.microsoft.com/office/drawing/2014/main" id="{4B236DF7-508E-9F6A-3A60-0B13CABC9599}"/>
                    </a:ext>
                  </a:extLst>
                </p:cNvPr>
                <p:cNvSpPr>
                  <a:spLocks noEditPoints="1"/>
                </p:cNvSpPr>
                <p:nvPr/>
              </p:nvSpPr>
              <p:spPr bwMode="gray">
                <a:xfrm>
                  <a:off x="253" y="1242"/>
                  <a:ext cx="1474" cy="1256"/>
                </a:xfrm>
                <a:custGeom>
                  <a:avLst/>
                  <a:gdLst>
                    <a:gd name="T0" fmla="*/ 26 w 1474"/>
                    <a:gd name="T1" fmla="*/ 425 h 1256"/>
                    <a:gd name="T2" fmla="*/ 35 w 1474"/>
                    <a:gd name="T3" fmla="*/ 594 h 1256"/>
                    <a:gd name="T4" fmla="*/ 58 w 1474"/>
                    <a:gd name="T5" fmla="*/ 590 h 1256"/>
                    <a:gd name="T6" fmla="*/ 107 w 1474"/>
                    <a:gd name="T7" fmla="*/ 232 h 1256"/>
                    <a:gd name="T8" fmla="*/ 44 w 1474"/>
                    <a:gd name="T9" fmla="*/ 232 h 1256"/>
                    <a:gd name="T10" fmla="*/ 120 w 1474"/>
                    <a:gd name="T11" fmla="*/ 282 h 1256"/>
                    <a:gd name="T12" fmla="*/ 67 w 1474"/>
                    <a:gd name="T13" fmla="*/ 353 h 1256"/>
                    <a:gd name="T14" fmla="*/ 75 w 1474"/>
                    <a:gd name="T15" fmla="*/ 442 h 1256"/>
                    <a:gd name="T16" fmla="*/ 134 w 1474"/>
                    <a:gd name="T17" fmla="*/ 465 h 1256"/>
                    <a:gd name="T18" fmla="*/ 174 w 1474"/>
                    <a:gd name="T19" fmla="*/ 509 h 1256"/>
                    <a:gd name="T20" fmla="*/ 98 w 1474"/>
                    <a:gd name="T21" fmla="*/ 554 h 1256"/>
                    <a:gd name="T22" fmla="*/ 138 w 1474"/>
                    <a:gd name="T23" fmla="*/ 550 h 1256"/>
                    <a:gd name="T24" fmla="*/ 227 w 1474"/>
                    <a:gd name="T25" fmla="*/ 447 h 1256"/>
                    <a:gd name="T26" fmla="*/ 250 w 1474"/>
                    <a:gd name="T27" fmla="*/ 438 h 1256"/>
                    <a:gd name="T28" fmla="*/ 321 w 1474"/>
                    <a:gd name="T29" fmla="*/ 429 h 1256"/>
                    <a:gd name="T30" fmla="*/ 352 w 1474"/>
                    <a:gd name="T31" fmla="*/ 429 h 1256"/>
                    <a:gd name="T32" fmla="*/ 455 w 1474"/>
                    <a:gd name="T33" fmla="*/ 469 h 1256"/>
                    <a:gd name="T34" fmla="*/ 495 w 1474"/>
                    <a:gd name="T35" fmla="*/ 460 h 1256"/>
                    <a:gd name="T36" fmla="*/ 518 w 1474"/>
                    <a:gd name="T37" fmla="*/ 496 h 1256"/>
                    <a:gd name="T38" fmla="*/ 567 w 1474"/>
                    <a:gd name="T39" fmla="*/ 572 h 1256"/>
                    <a:gd name="T40" fmla="*/ 477 w 1474"/>
                    <a:gd name="T41" fmla="*/ 447 h 1256"/>
                    <a:gd name="T42" fmla="*/ 406 w 1474"/>
                    <a:gd name="T43" fmla="*/ 433 h 1256"/>
                    <a:gd name="T44" fmla="*/ 268 w 1474"/>
                    <a:gd name="T45" fmla="*/ 67 h 1256"/>
                    <a:gd name="T46" fmla="*/ 209 w 1474"/>
                    <a:gd name="T47" fmla="*/ 9 h 1256"/>
                    <a:gd name="T48" fmla="*/ 116 w 1474"/>
                    <a:gd name="T49" fmla="*/ 58 h 1256"/>
                    <a:gd name="T50" fmla="*/ 40 w 1474"/>
                    <a:gd name="T51" fmla="*/ 152 h 1256"/>
                    <a:gd name="T52" fmla="*/ 134 w 1474"/>
                    <a:gd name="T53" fmla="*/ 228 h 1256"/>
                    <a:gd name="T54" fmla="*/ 160 w 1474"/>
                    <a:gd name="T55" fmla="*/ 1229 h 1256"/>
                    <a:gd name="T56" fmla="*/ 201 w 1474"/>
                    <a:gd name="T57" fmla="*/ 1251 h 1256"/>
                    <a:gd name="T58" fmla="*/ 491 w 1474"/>
                    <a:gd name="T59" fmla="*/ 527 h 1256"/>
                    <a:gd name="T60" fmla="*/ 513 w 1474"/>
                    <a:gd name="T61" fmla="*/ 523 h 1256"/>
                    <a:gd name="T62" fmla="*/ 536 w 1474"/>
                    <a:gd name="T63" fmla="*/ 563 h 1256"/>
                    <a:gd name="T64" fmla="*/ 531 w 1474"/>
                    <a:gd name="T65" fmla="*/ 572 h 1256"/>
                    <a:gd name="T66" fmla="*/ 652 w 1474"/>
                    <a:gd name="T67" fmla="*/ 742 h 1256"/>
                    <a:gd name="T68" fmla="*/ 647 w 1474"/>
                    <a:gd name="T69" fmla="*/ 885 h 1256"/>
                    <a:gd name="T70" fmla="*/ 679 w 1474"/>
                    <a:gd name="T71" fmla="*/ 947 h 1256"/>
                    <a:gd name="T72" fmla="*/ 746 w 1474"/>
                    <a:gd name="T73" fmla="*/ 1023 h 1256"/>
                    <a:gd name="T74" fmla="*/ 951 w 1474"/>
                    <a:gd name="T75" fmla="*/ 1104 h 1256"/>
                    <a:gd name="T76" fmla="*/ 1094 w 1474"/>
                    <a:gd name="T77" fmla="*/ 1086 h 1256"/>
                    <a:gd name="T78" fmla="*/ 1139 w 1474"/>
                    <a:gd name="T79" fmla="*/ 1081 h 1256"/>
                    <a:gd name="T80" fmla="*/ 1246 w 1474"/>
                    <a:gd name="T81" fmla="*/ 1104 h 1256"/>
                    <a:gd name="T82" fmla="*/ 1286 w 1474"/>
                    <a:gd name="T83" fmla="*/ 1135 h 1256"/>
                    <a:gd name="T84" fmla="*/ 1304 w 1474"/>
                    <a:gd name="T85" fmla="*/ 1014 h 1256"/>
                    <a:gd name="T86" fmla="*/ 1344 w 1474"/>
                    <a:gd name="T87" fmla="*/ 983 h 1256"/>
                    <a:gd name="T88" fmla="*/ 1335 w 1474"/>
                    <a:gd name="T89" fmla="*/ 912 h 1256"/>
                    <a:gd name="T90" fmla="*/ 1353 w 1474"/>
                    <a:gd name="T91" fmla="*/ 930 h 1256"/>
                    <a:gd name="T92" fmla="*/ 1371 w 1474"/>
                    <a:gd name="T93" fmla="*/ 885 h 1256"/>
                    <a:gd name="T94" fmla="*/ 1420 w 1474"/>
                    <a:gd name="T95" fmla="*/ 858 h 1256"/>
                    <a:gd name="T96" fmla="*/ 1469 w 1474"/>
                    <a:gd name="T97" fmla="*/ 800 h 1256"/>
                    <a:gd name="T98" fmla="*/ 1357 w 1474"/>
                    <a:gd name="T99" fmla="*/ 804 h 1256"/>
                    <a:gd name="T100" fmla="*/ 1299 w 1474"/>
                    <a:gd name="T101" fmla="*/ 849 h 1256"/>
                    <a:gd name="T102" fmla="*/ 1246 w 1474"/>
                    <a:gd name="T103" fmla="*/ 818 h 1256"/>
                    <a:gd name="T104" fmla="*/ 1206 w 1474"/>
                    <a:gd name="T105" fmla="*/ 800 h 1256"/>
                    <a:gd name="T106" fmla="*/ 1188 w 1474"/>
                    <a:gd name="T107" fmla="*/ 795 h 1256"/>
                    <a:gd name="T108" fmla="*/ 1170 w 1474"/>
                    <a:gd name="T109" fmla="*/ 755 h 1256"/>
                    <a:gd name="T110" fmla="*/ 1116 w 1474"/>
                    <a:gd name="T111" fmla="*/ 737 h 1256"/>
                    <a:gd name="T112" fmla="*/ 1389 w 1474"/>
                    <a:gd name="T113" fmla="*/ 885 h 125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474" h="1256">
                      <a:moveTo>
                        <a:pt x="13" y="603"/>
                      </a:moveTo>
                      <a:lnTo>
                        <a:pt x="8" y="608"/>
                      </a:lnTo>
                      <a:lnTo>
                        <a:pt x="8" y="612"/>
                      </a:lnTo>
                      <a:lnTo>
                        <a:pt x="4" y="617"/>
                      </a:lnTo>
                      <a:lnTo>
                        <a:pt x="0" y="626"/>
                      </a:lnTo>
                      <a:lnTo>
                        <a:pt x="8" y="621"/>
                      </a:lnTo>
                      <a:lnTo>
                        <a:pt x="22" y="608"/>
                      </a:lnTo>
                      <a:lnTo>
                        <a:pt x="13" y="603"/>
                      </a:lnTo>
                      <a:close/>
                      <a:moveTo>
                        <a:pt x="26" y="425"/>
                      </a:moveTo>
                      <a:lnTo>
                        <a:pt x="26" y="429"/>
                      </a:lnTo>
                      <a:lnTo>
                        <a:pt x="40" y="442"/>
                      </a:lnTo>
                      <a:lnTo>
                        <a:pt x="49" y="438"/>
                      </a:lnTo>
                      <a:lnTo>
                        <a:pt x="49" y="429"/>
                      </a:lnTo>
                      <a:lnTo>
                        <a:pt x="44" y="420"/>
                      </a:lnTo>
                      <a:lnTo>
                        <a:pt x="40" y="420"/>
                      </a:lnTo>
                      <a:lnTo>
                        <a:pt x="35" y="425"/>
                      </a:lnTo>
                      <a:lnTo>
                        <a:pt x="26" y="425"/>
                      </a:lnTo>
                      <a:close/>
                      <a:moveTo>
                        <a:pt x="35" y="594"/>
                      </a:moveTo>
                      <a:lnTo>
                        <a:pt x="31" y="599"/>
                      </a:lnTo>
                      <a:lnTo>
                        <a:pt x="35" y="603"/>
                      </a:lnTo>
                      <a:lnTo>
                        <a:pt x="17" y="612"/>
                      </a:lnTo>
                      <a:lnTo>
                        <a:pt x="22" y="617"/>
                      </a:lnTo>
                      <a:lnTo>
                        <a:pt x="40" y="608"/>
                      </a:lnTo>
                      <a:lnTo>
                        <a:pt x="49" y="603"/>
                      </a:lnTo>
                      <a:lnTo>
                        <a:pt x="49" y="599"/>
                      </a:lnTo>
                      <a:lnTo>
                        <a:pt x="58" y="590"/>
                      </a:lnTo>
                      <a:lnTo>
                        <a:pt x="58" y="590"/>
                      </a:lnTo>
                      <a:lnTo>
                        <a:pt x="49" y="590"/>
                      </a:lnTo>
                      <a:lnTo>
                        <a:pt x="44" y="594"/>
                      </a:lnTo>
                      <a:lnTo>
                        <a:pt x="35" y="594"/>
                      </a:lnTo>
                      <a:close/>
                      <a:moveTo>
                        <a:pt x="129" y="232"/>
                      </a:moveTo>
                      <a:lnTo>
                        <a:pt x="116" y="223"/>
                      </a:lnTo>
                      <a:lnTo>
                        <a:pt x="111" y="223"/>
                      </a:lnTo>
                      <a:lnTo>
                        <a:pt x="98" y="201"/>
                      </a:lnTo>
                      <a:lnTo>
                        <a:pt x="93" y="206"/>
                      </a:lnTo>
                      <a:lnTo>
                        <a:pt x="107" y="232"/>
                      </a:lnTo>
                      <a:lnTo>
                        <a:pt x="111" y="228"/>
                      </a:lnTo>
                      <a:lnTo>
                        <a:pt x="120" y="241"/>
                      </a:lnTo>
                      <a:lnTo>
                        <a:pt x="84" y="241"/>
                      </a:lnTo>
                      <a:lnTo>
                        <a:pt x="80" y="223"/>
                      </a:lnTo>
                      <a:lnTo>
                        <a:pt x="62" y="223"/>
                      </a:lnTo>
                      <a:lnTo>
                        <a:pt x="49" y="232"/>
                      </a:lnTo>
                      <a:lnTo>
                        <a:pt x="53" y="237"/>
                      </a:lnTo>
                      <a:lnTo>
                        <a:pt x="40" y="241"/>
                      </a:lnTo>
                      <a:lnTo>
                        <a:pt x="44" y="232"/>
                      </a:lnTo>
                      <a:lnTo>
                        <a:pt x="40" y="232"/>
                      </a:lnTo>
                      <a:lnTo>
                        <a:pt x="13" y="255"/>
                      </a:lnTo>
                      <a:lnTo>
                        <a:pt x="22" y="264"/>
                      </a:lnTo>
                      <a:lnTo>
                        <a:pt x="49" y="268"/>
                      </a:lnTo>
                      <a:lnTo>
                        <a:pt x="35" y="277"/>
                      </a:lnTo>
                      <a:lnTo>
                        <a:pt x="49" y="299"/>
                      </a:lnTo>
                      <a:lnTo>
                        <a:pt x="93" y="304"/>
                      </a:lnTo>
                      <a:lnTo>
                        <a:pt x="98" y="295"/>
                      </a:lnTo>
                      <a:lnTo>
                        <a:pt x="120" y="282"/>
                      </a:lnTo>
                      <a:lnTo>
                        <a:pt x="125" y="290"/>
                      </a:lnTo>
                      <a:lnTo>
                        <a:pt x="116" y="295"/>
                      </a:lnTo>
                      <a:lnTo>
                        <a:pt x="125" y="322"/>
                      </a:lnTo>
                      <a:lnTo>
                        <a:pt x="111" y="331"/>
                      </a:lnTo>
                      <a:lnTo>
                        <a:pt x="107" y="331"/>
                      </a:lnTo>
                      <a:lnTo>
                        <a:pt x="93" y="340"/>
                      </a:lnTo>
                      <a:lnTo>
                        <a:pt x="84" y="331"/>
                      </a:lnTo>
                      <a:lnTo>
                        <a:pt x="75" y="335"/>
                      </a:lnTo>
                      <a:lnTo>
                        <a:pt x="67" y="353"/>
                      </a:lnTo>
                      <a:lnTo>
                        <a:pt x="49" y="375"/>
                      </a:lnTo>
                      <a:lnTo>
                        <a:pt x="58" y="393"/>
                      </a:lnTo>
                      <a:lnTo>
                        <a:pt x="62" y="389"/>
                      </a:lnTo>
                      <a:lnTo>
                        <a:pt x="62" y="402"/>
                      </a:lnTo>
                      <a:lnTo>
                        <a:pt x="67" y="402"/>
                      </a:lnTo>
                      <a:lnTo>
                        <a:pt x="58" y="416"/>
                      </a:lnTo>
                      <a:lnTo>
                        <a:pt x="62" y="425"/>
                      </a:lnTo>
                      <a:lnTo>
                        <a:pt x="67" y="420"/>
                      </a:lnTo>
                      <a:lnTo>
                        <a:pt x="75" y="442"/>
                      </a:lnTo>
                      <a:lnTo>
                        <a:pt x="98" y="438"/>
                      </a:lnTo>
                      <a:lnTo>
                        <a:pt x="102" y="429"/>
                      </a:lnTo>
                      <a:lnTo>
                        <a:pt x="111" y="442"/>
                      </a:lnTo>
                      <a:lnTo>
                        <a:pt x="107" y="451"/>
                      </a:lnTo>
                      <a:lnTo>
                        <a:pt x="107" y="469"/>
                      </a:lnTo>
                      <a:lnTo>
                        <a:pt x="98" y="478"/>
                      </a:lnTo>
                      <a:lnTo>
                        <a:pt x="111" y="478"/>
                      </a:lnTo>
                      <a:lnTo>
                        <a:pt x="120" y="469"/>
                      </a:lnTo>
                      <a:lnTo>
                        <a:pt x="134" y="465"/>
                      </a:lnTo>
                      <a:lnTo>
                        <a:pt x="142" y="469"/>
                      </a:lnTo>
                      <a:lnTo>
                        <a:pt x="156" y="492"/>
                      </a:lnTo>
                      <a:lnTo>
                        <a:pt x="160" y="492"/>
                      </a:lnTo>
                      <a:lnTo>
                        <a:pt x="160" y="478"/>
                      </a:lnTo>
                      <a:lnTo>
                        <a:pt x="169" y="483"/>
                      </a:lnTo>
                      <a:lnTo>
                        <a:pt x="187" y="460"/>
                      </a:lnTo>
                      <a:lnTo>
                        <a:pt x="183" y="474"/>
                      </a:lnTo>
                      <a:lnTo>
                        <a:pt x="183" y="496"/>
                      </a:lnTo>
                      <a:lnTo>
                        <a:pt x="174" y="509"/>
                      </a:lnTo>
                      <a:lnTo>
                        <a:pt x="156" y="518"/>
                      </a:lnTo>
                      <a:lnTo>
                        <a:pt x="156" y="527"/>
                      </a:lnTo>
                      <a:lnTo>
                        <a:pt x="142" y="527"/>
                      </a:lnTo>
                      <a:lnTo>
                        <a:pt x="125" y="536"/>
                      </a:lnTo>
                      <a:lnTo>
                        <a:pt x="129" y="550"/>
                      </a:lnTo>
                      <a:lnTo>
                        <a:pt x="120" y="554"/>
                      </a:lnTo>
                      <a:lnTo>
                        <a:pt x="116" y="541"/>
                      </a:lnTo>
                      <a:lnTo>
                        <a:pt x="107" y="541"/>
                      </a:lnTo>
                      <a:lnTo>
                        <a:pt x="98" y="554"/>
                      </a:lnTo>
                      <a:lnTo>
                        <a:pt x="84" y="572"/>
                      </a:lnTo>
                      <a:lnTo>
                        <a:pt x="75" y="572"/>
                      </a:lnTo>
                      <a:lnTo>
                        <a:pt x="67" y="585"/>
                      </a:lnTo>
                      <a:lnTo>
                        <a:pt x="67" y="594"/>
                      </a:lnTo>
                      <a:lnTo>
                        <a:pt x="93" y="581"/>
                      </a:lnTo>
                      <a:lnTo>
                        <a:pt x="89" y="572"/>
                      </a:lnTo>
                      <a:lnTo>
                        <a:pt x="98" y="572"/>
                      </a:lnTo>
                      <a:lnTo>
                        <a:pt x="107" y="576"/>
                      </a:lnTo>
                      <a:lnTo>
                        <a:pt x="138" y="550"/>
                      </a:lnTo>
                      <a:lnTo>
                        <a:pt x="138" y="559"/>
                      </a:lnTo>
                      <a:lnTo>
                        <a:pt x="142" y="545"/>
                      </a:lnTo>
                      <a:lnTo>
                        <a:pt x="147" y="550"/>
                      </a:lnTo>
                      <a:lnTo>
                        <a:pt x="174" y="527"/>
                      </a:lnTo>
                      <a:lnTo>
                        <a:pt x="192" y="527"/>
                      </a:lnTo>
                      <a:lnTo>
                        <a:pt x="205" y="505"/>
                      </a:lnTo>
                      <a:lnTo>
                        <a:pt x="236" y="465"/>
                      </a:lnTo>
                      <a:lnTo>
                        <a:pt x="223" y="460"/>
                      </a:lnTo>
                      <a:lnTo>
                        <a:pt x="227" y="447"/>
                      </a:lnTo>
                      <a:lnTo>
                        <a:pt x="236" y="442"/>
                      </a:lnTo>
                      <a:lnTo>
                        <a:pt x="259" y="402"/>
                      </a:lnTo>
                      <a:lnTo>
                        <a:pt x="268" y="393"/>
                      </a:lnTo>
                      <a:lnTo>
                        <a:pt x="285" y="398"/>
                      </a:lnTo>
                      <a:lnTo>
                        <a:pt x="290" y="407"/>
                      </a:lnTo>
                      <a:lnTo>
                        <a:pt x="272" y="402"/>
                      </a:lnTo>
                      <a:lnTo>
                        <a:pt x="259" y="416"/>
                      </a:lnTo>
                      <a:lnTo>
                        <a:pt x="259" y="420"/>
                      </a:lnTo>
                      <a:lnTo>
                        <a:pt x="250" y="438"/>
                      </a:lnTo>
                      <a:lnTo>
                        <a:pt x="250" y="447"/>
                      </a:lnTo>
                      <a:lnTo>
                        <a:pt x="259" y="451"/>
                      </a:lnTo>
                      <a:lnTo>
                        <a:pt x="250" y="460"/>
                      </a:lnTo>
                      <a:lnTo>
                        <a:pt x="259" y="465"/>
                      </a:lnTo>
                      <a:lnTo>
                        <a:pt x="272" y="451"/>
                      </a:lnTo>
                      <a:lnTo>
                        <a:pt x="276" y="456"/>
                      </a:lnTo>
                      <a:lnTo>
                        <a:pt x="290" y="442"/>
                      </a:lnTo>
                      <a:lnTo>
                        <a:pt x="321" y="442"/>
                      </a:lnTo>
                      <a:lnTo>
                        <a:pt x="321" y="429"/>
                      </a:lnTo>
                      <a:lnTo>
                        <a:pt x="317" y="425"/>
                      </a:lnTo>
                      <a:lnTo>
                        <a:pt x="312" y="420"/>
                      </a:lnTo>
                      <a:lnTo>
                        <a:pt x="308" y="425"/>
                      </a:lnTo>
                      <a:lnTo>
                        <a:pt x="303" y="411"/>
                      </a:lnTo>
                      <a:lnTo>
                        <a:pt x="308" y="407"/>
                      </a:lnTo>
                      <a:lnTo>
                        <a:pt x="312" y="416"/>
                      </a:lnTo>
                      <a:lnTo>
                        <a:pt x="326" y="411"/>
                      </a:lnTo>
                      <a:lnTo>
                        <a:pt x="339" y="429"/>
                      </a:lnTo>
                      <a:lnTo>
                        <a:pt x="352" y="429"/>
                      </a:lnTo>
                      <a:lnTo>
                        <a:pt x="357" y="420"/>
                      </a:lnTo>
                      <a:lnTo>
                        <a:pt x="357" y="429"/>
                      </a:lnTo>
                      <a:lnTo>
                        <a:pt x="366" y="438"/>
                      </a:lnTo>
                      <a:lnTo>
                        <a:pt x="384" y="433"/>
                      </a:lnTo>
                      <a:lnTo>
                        <a:pt x="402" y="442"/>
                      </a:lnTo>
                      <a:lnTo>
                        <a:pt x="419" y="447"/>
                      </a:lnTo>
                      <a:lnTo>
                        <a:pt x="433" y="438"/>
                      </a:lnTo>
                      <a:lnTo>
                        <a:pt x="428" y="456"/>
                      </a:lnTo>
                      <a:lnTo>
                        <a:pt x="455" y="469"/>
                      </a:lnTo>
                      <a:lnTo>
                        <a:pt x="473" y="483"/>
                      </a:lnTo>
                      <a:lnTo>
                        <a:pt x="477" y="478"/>
                      </a:lnTo>
                      <a:lnTo>
                        <a:pt x="469" y="465"/>
                      </a:lnTo>
                      <a:lnTo>
                        <a:pt x="473" y="465"/>
                      </a:lnTo>
                      <a:lnTo>
                        <a:pt x="486" y="474"/>
                      </a:lnTo>
                      <a:lnTo>
                        <a:pt x="482" y="483"/>
                      </a:lnTo>
                      <a:lnTo>
                        <a:pt x="491" y="487"/>
                      </a:lnTo>
                      <a:lnTo>
                        <a:pt x="495" y="474"/>
                      </a:lnTo>
                      <a:lnTo>
                        <a:pt x="495" y="460"/>
                      </a:lnTo>
                      <a:lnTo>
                        <a:pt x="495" y="460"/>
                      </a:lnTo>
                      <a:lnTo>
                        <a:pt x="500" y="478"/>
                      </a:lnTo>
                      <a:lnTo>
                        <a:pt x="495" y="487"/>
                      </a:lnTo>
                      <a:lnTo>
                        <a:pt x="504" y="496"/>
                      </a:lnTo>
                      <a:lnTo>
                        <a:pt x="504" y="518"/>
                      </a:lnTo>
                      <a:lnTo>
                        <a:pt x="513" y="505"/>
                      </a:lnTo>
                      <a:lnTo>
                        <a:pt x="509" y="487"/>
                      </a:lnTo>
                      <a:lnTo>
                        <a:pt x="513" y="487"/>
                      </a:lnTo>
                      <a:lnTo>
                        <a:pt x="518" y="496"/>
                      </a:lnTo>
                      <a:lnTo>
                        <a:pt x="522" y="518"/>
                      </a:lnTo>
                      <a:lnTo>
                        <a:pt x="536" y="527"/>
                      </a:lnTo>
                      <a:lnTo>
                        <a:pt x="531" y="541"/>
                      </a:lnTo>
                      <a:lnTo>
                        <a:pt x="540" y="550"/>
                      </a:lnTo>
                      <a:lnTo>
                        <a:pt x="540" y="559"/>
                      </a:lnTo>
                      <a:lnTo>
                        <a:pt x="549" y="572"/>
                      </a:lnTo>
                      <a:lnTo>
                        <a:pt x="558" y="568"/>
                      </a:lnTo>
                      <a:lnTo>
                        <a:pt x="562" y="581"/>
                      </a:lnTo>
                      <a:lnTo>
                        <a:pt x="567" y="572"/>
                      </a:lnTo>
                      <a:lnTo>
                        <a:pt x="567" y="554"/>
                      </a:lnTo>
                      <a:lnTo>
                        <a:pt x="567" y="550"/>
                      </a:lnTo>
                      <a:lnTo>
                        <a:pt x="567" y="541"/>
                      </a:lnTo>
                      <a:lnTo>
                        <a:pt x="558" y="541"/>
                      </a:lnTo>
                      <a:lnTo>
                        <a:pt x="540" y="523"/>
                      </a:lnTo>
                      <a:lnTo>
                        <a:pt x="527" y="496"/>
                      </a:lnTo>
                      <a:lnTo>
                        <a:pt x="509" y="460"/>
                      </a:lnTo>
                      <a:lnTo>
                        <a:pt x="491" y="447"/>
                      </a:lnTo>
                      <a:lnTo>
                        <a:pt x="477" y="447"/>
                      </a:lnTo>
                      <a:lnTo>
                        <a:pt x="469" y="460"/>
                      </a:lnTo>
                      <a:lnTo>
                        <a:pt x="455" y="465"/>
                      </a:lnTo>
                      <a:lnTo>
                        <a:pt x="451" y="456"/>
                      </a:lnTo>
                      <a:lnTo>
                        <a:pt x="437" y="438"/>
                      </a:lnTo>
                      <a:lnTo>
                        <a:pt x="433" y="433"/>
                      </a:lnTo>
                      <a:lnTo>
                        <a:pt x="428" y="429"/>
                      </a:lnTo>
                      <a:lnTo>
                        <a:pt x="419" y="438"/>
                      </a:lnTo>
                      <a:lnTo>
                        <a:pt x="410" y="438"/>
                      </a:lnTo>
                      <a:lnTo>
                        <a:pt x="406" y="433"/>
                      </a:lnTo>
                      <a:lnTo>
                        <a:pt x="406" y="98"/>
                      </a:lnTo>
                      <a:lnTo>
                        <a:pt x="388" y="89"/>
                      </a:lnTo>
                      <a:lnTo>
                        <a:pt x="361" y="76"/>
                      </a:lnTo>
                      <a:lnTo>
                        <a:pt x="348" y="85"/>
                      </a:lnTo>
                      <a:lnTo>
                        <a:pt x="330" y="76"/>
                      </a:lnTo>
                      <a:lnTo>
                        <a:pt x="317" y="76"/>
                      </a:lnTo>
                      <a:lnTo>
                        <a:pt x="299" y="67"/>
                      </a:lnTo>
                      <a:lnTo>
                        <a:pt x="281" y="63"/>
                      </a:lnTo>
                      <a:lnTo>
                        <a:pt x="268" y="67"/>
                      </a:lnTo>
                      <a:lnTo>
                        <a:pt x="259" y="72"/>
                      </a:lnTo>
                      <a:lnTo>
                        <a:pt x="259" y="63"/>
                      </a:lnTo>
                      <a:lnTo>
                        <a:pt x="245" y="58"/>
                      </a:lnTo>
                      <a:lnTo>
                        <a:pt x="250" y="45"/>
                      </a:lnTo>
                      <a:lnTo>
                        <a:pt x="236" y="49"/>
                      </a:lnTo>
                      <a:lnTo>
                        <a:pt x="236" y="36"/>
                      </a:lnTo>
                      <a:lnTo>
                        <a:pt x="214" y="31"/>
                      </a:lnTo>
                      <a:lnTo>
                        <a:pt x="214" y="9"/>
                      </a:lnTo>
                      <a:lnTo>
                        <a:pt x="209" y="9"/>
                      </a:lnTo>
                      <a:lnTo>
                        <a:pt x="205" y="27"/>
                      </a:lnTo>
                      <a:lnTo>
                        <a:pt x="205" y="31"/>
                      </a:lnTo>
                      <a:lnTo>
                        <a:pt x="192" y="36"/>
                      </a:lnTo>
                      <a:lnTo>
                        <a:pt x="201" y="9"/>
                      </a:lnTo>
                      <a:lnTo>
                        <a:pt x="187" y="0"/>
                      </a:lnTo>
                      <a:lnTo>
                        <a:pt x="169" y="31"/>
                      </a:lnTo>
                      <a:lnTo>
                        <a:pt x="151" y="36"/>
                      </a:lnTo>
                      <a:lnTo>
                        <a:pt x="142" y="36"/>
                      </a:lnTo>
                      <a:lnTo>
                        <a:pt x="116" y="58"/>
                      </a:lnTo>
                      <a:lnTo>
                        <a:pt x="111" y="67"/>
                      </a:lnTo>
                      <a:lnTo>
                        <a:pt x="107" y="58"/>
                      </a:lnTo>
                      <a:lnTo>
                        <a:pt x="98" y="76"/>
                      </a:lnTo>
                      <a:lnTo>
                        <a:pt x="93" y="80"/>
                      </a:lnTo>
                      <a:lnTo>
                        <a:pt x="84" y="94"/>
                      </a:lnTo>
                      <a:lnTo>
                        <a:pt x="84" y="112"/>
                      </a:lnTo>
                      <a:lnTo>
                        <a:pt x="53" y="130"/>
                      </a:lnTo>
                      <a:lnTo>
                        <a:pt x="44" y="130"/>
                      </a:lnTo>
                      <a:lnTo>
                        <a:pt x="40" y="152"/>
                      </a:lnTo>
                      <a:lnTo>
                        <a:pt x="53" y="156"/>
                      </a:lnTo>
                      <a:lnTo>
                        <a:pt x="75" y="170"/>
                      </a:lnTo>
                      <a:lnTo>
                        <a:pt x="80" y="183"/>
                      </a:lnTo>
                      <a:lnTo>
                        <a:pt x="80" y="197"/>
                      </a:lnTo>
                      <a:lnTo>
                        <a:pt x="111" y="201"/>
                      </a:lnTo>
                      <a:lnTo>
                        <a:pt x="111" y="210"/>
                      </a:lnTo>
                      <a:lnTo>
                        <a:pt x="116" y="219"/>
                      </a:lnTo>
                      <a:lnTo>
                        <a:pt x="129" y="219"/>
                      </a:lnTo>
                      <a:lnTo>
                        <a:pt x="134" y="228"/>
                      </a:lnTo>
                      <a:lnTo>
                        <a:pt x="129" y="232"/>
                      </a:lnTo>
                      <a:close/>
                      <a:moveTo>
                        <a:pt x="138" y="1211"/>
                      </a:moveTo>
                      <a:lnTo>
                        <a:pt x="142" y="1216"/>
                      </a:lnTo>
                      <a:lnTo>
                        <a:pt x="147" y="1216"/>
                      </a:lnTo>
                      <a:lnTo>
                        <a:pt x="147" y="1207"/>
                      </a:lnTo>
                      <a:lnTo>
                        <a:pt x="138" y="1211"/>
                      </a:lnTo>
                      <a:close/>
                      <a:moveTo>
                        <a:pt x="165" y="1216"/>
                      </a:moveTo>
                      <a:lnTo>
                        <a:pt x="156" y="1220"/>
                      </a:lnTo>
                      <a:lnTo>
                        <a:pt x="160" y="1229"/>
                      </a:lnTo>
                      <a:lnTo>
                        <a:pt x="169" y="1229"/>
                      </a:lnTo>
                      <a:lnTo>
                        <a:pt x="169" y="1220"/>
                      </a:lnTo>
                      <a:lnTo>
                        <a:pt x="165" y="1216"/>
                      </a:lnTo>
                      <a:close/>
                      <a:moveTo>
                        <a:pt x="205" y="1256"/>
                      </a:moveTo>
                      <a:lnTo>
                        <a:pt x="209" y="1247"/>
                      </a:lnTo>
                      <a:lnTo>
                        <a:pt x="205" y="1242"/>
                      </a:lnTo>
                      <a:lnTo>
                        <a:pt x="196" y="1238"/>
                      </a:lnTo>
                      <a:lnTo>
                        <a:pt x="192" y="1242"/>
                      </a:lnTo>
                      <a:lnTo>
                        <a:pt x="201" y="1251"/>
                      </a:lnTo>
                      <a:lnTo>
                        <a:pt x="205" y="1256"/>
                      </a:lnTo>
                      <a:close/>
                      <a:moveTo>
                        <a:pt x="477" y="487"/>
                      </a:moveTo>
                      <a:lnTo>
                        <a:pt x="477" y="492"/>
                      </a:lnTo>
                      <a:lnTo>
                        <a:pt x="486" y="509"/>
                      </a:lnTo>
                      <a:lnTo>
                        <a:pt x="482" y="518"/>
                      </a:lnTo>
                      <a:lnTo>
                        <a:pt x="486" y="518"/>
                      </a:lnTo>
                      <a:lnTo>
                        <a:pt x="491" y="514"/>
                      </a:lnTo>
                      <a:lnTo>
                        <a:pt x="495" y="523"/>
                      </a:lnTo>
                      <a:lnTo>
                        <a:pt x="491" y="527"/>
                      </a:lnTo>
                      <a:lnTo>
                        <a:pt x="500" y="541"/>
                      </a:lnTo>
                      <a:lnTo>
                        <a:pt x="504" y="527"/>
                      </a:lnTo>
                      <a:lnTo>
                        <a:pt x="500" y="518"/>
                      </a:lnTo>
                      <a:lnTo>
                        <a:pt x="500" y="492"/>
                      </a:lnTo>
                      <a:lnTo>
                        <a:pt x="486" y="487"/>
                      </a:lnTo>
                      <a:lnTo>
                        <a:pt x="477" y="487"/>
                      </a:lnTo>
                      <a:close/>
                      <a:moveTo>
                        <a:pt x="504" y="545"/>
                      </a:moveTo>
                      <a:lnTo>
                        <a:pt x="509" y="541"/>
                      </a:lnTo>
                      <a:lnTo>
                        <a:pt x="513" y="523"/>
                      </a:lnTo>
                      <a:lnTo>
                        <a:pt x="518" y="532"/>
                      </a:lnTo>
                      <a:lnTo>
                        <a:pt x="527" y="532"/>
                      </a:lnTo>
                      <a:lnTo>
                        <a:pt x="531" y="527"/>
                      </a:lnTo>
                      <a:lnTo>
                        <a:pt x="513" y="514"/>
                      </a:lnTo>
                      <a:lnTo>
                        <a:pt x="509" y="523"/>
                      </a:lnTo>
                      <a:lnTo>
                        <a:pt x="509" y="532"/>
                      </a:lnTo>
                      <a:lnTo>
                        <a:pt x="504" y="545"/>
                      </a:lnTo>
                      <a:close/>
                      <a:moveTo>
                        <a:pt x="540" y="572"/>
                      </a:moveTo>
                      <a:lnTo>
                        <a:pt x="536" y="563"/>
                      </a:lnTo>
                      <a:lnTo>
                        <a:pt x="536" y="559"/>
                      </a:lnTo>
                      <a:lnTo>
                        <a:pt x="522" y="541"/>
                      </a:lnTo>
                      <a:lnTo>
                        <a:pt x="518" y="536"/>
                      </a:lnTo>
                      <a:lnTo>
                        <a:pt x="513" y="550"/>
                      </a:lnTo>
                      <a:lnTo>
                        <a:pt x="518" y="550"/>
                      </a:lnTo>
                      <a:lnTo>
                        <a:pt x="527" y="568"/>
                      </a:lnTo>
                      <a:lnTo>
                        <a:pt x="522" y="568"/>
                      </a:lnTo>
                      <a:lnTo>
                        <a:pt x="527" y="581"/>
                      </a:lnTo>
                      <a:lnTo>
                        <a:pt x="531" y="572"/>
                      </a:lnTo>
                      <a:lnTo>
                        <a:pt x="540" y="581"/>
                      </a:lnTo>
                      <a:lnTo>
                        <a:pt x="540" y="572"/>
                      </a:lnTo>
                      <a:close/>
                      <a:moveTo>
                        <a:pt x="674" y="719"/>
                      </a:moveTo>
                      <a:lnTo>
                        <a:pt x="670" y="724"/>
                      </a:lnTo>
                      <a:lnTo>
                        <a:pt x="674" y="733"/>
                      </a:lnTo>
                      <a:lnTo>
                        <a:pt x="656" y="728"/>
                      </a:lnTo>
                      <a:lnTo>
                        <a:pt x="647" y="728"/>
                      </a:lnTo>
                      <a:lnTo>
                        <a:pt x="647" y="737"/>
                      </a:lnTo>
                      <a:lnTo>
                        <a:pt x="652" y="742"/>
                      </a:lnTo>
                      <a:lnTo>
                        <a:pt x="652" y="773"/>
                      </a:lnTo>
                      <a:lnTo>
                        <a:pt x="665" y="778"/>
                      </a:lnTo>
                      <a:lnTo>
                        <a:pt x="656" y="782"/>
                      </a:lnTo>
                      <a:lnTo>
                        <a:pt x="656" y="791"/>
                      </a:lnTo>
                      <a:lnTo>
                        <a:pt x="656" y="818"/>
                      </a:lnTo>
                      <a:lnTo>
                        <a:pt x="652" y="831"/>
                      </a:lnTo>
                      <a:lnTo>
                        <a:pt x="647" y="836"/>
                      </a:lnTo>
                      <a:lnTo>
                        <a:pt x="652" y="885"/>
                      </a:lnTo>
                      <a:lnTo>
                        <a:pt x="647" y="885"/>
                      </a:lnTo>
                      <a:lnTo>
                        <a:pt x="652" y="894"/>
                      </a:lnTo>
                      <a:lnTo>
                        <a:pt x="656" y="903"/>
                      </a:lnTo>
                      <a:lnTo>
                        <a:pt x="656" y="921"/>
                      </a:lnTo>
                      <a:lnTo>
                        <a:pt x="670" y="934"/>
                      </a:lnTo>
                      <a:lnTo>
                        <a:pt x="670" y="938"/>
                      </a:lnTo>
                      <a:lnTo>
                        <a:pt x="674" y="943"/>
                      </a:lnTo>
                      <a:lnTo>
                        <a:pt x="683" y="934"/>
                      </a:lnTo>
                      <a:lnTo>
                        <a:pt x="683" y="938"/>
                      </a:lnTo>
                      <a:lnTo>
                        <a:pt x="679" y="947"/>
                      </a:lnTo>
                      <a:lnTo>
                        <a:pt x="679" y="965"/>
                      </a:lnTo>
                      <a:lnTo>
                        <a:pt x="687" y="974"/>
                      </a:lnTo>
                      <a:lnTo>
                        <a:pt x="701" y="988"/>
                      </a:lnTo>
                      <a:lnTo>
                        <a:pt x="701" y="992"/>
                      </a:lnTo>
                      <a:lnTo>
                        <a:pt x="705" y="992"/>
                      </a:lnTo>
                      <a:lnTo>
                        <a:pt x="705" y="1005"/>
                      </a:lnTo>
                      <a:lnTo>
                        <a:pt x="719" y="1005"/>
                      </a:lnTo>
                      <a:lnTo>
                        <a:pt x="732" y="1014"/>
                      </a:lnTo>
                      <a:lnTo>
                        <a:pt x="746" y="1023"/>
                      </a:lnTo>
                      <a:lnTo>
                        <a:pt x="750" y="1041"/>
                      </a:lnTo>
                      <a:lnTo>
                        <a:pt x="786" y="1037"/>
                      </a:lnTo>
                      <a:lnTo>
                        <a:pt x="839" y="1064"/>
                      </a:lnTo>
                      <a:lnTo>
                        <a:pt x="884" y="1064"/>
                      </a:lnTo>
                      <a:lnTo>
                        <a:pt x="880" y="1055"/>
                      </a:lnTo>
                      <a:lnTo>
                        <a:pt x="906" y="1055"/>
                      </a:lnTo>
                      <a:lnTo>
                        <a:pt x="929" y="1068"/>
                      </a:lnTo>
                      <a:lnTo>
                        <a:pt x="933" y="1090"/>
                      </a:lnTo>
                      <a:lnTo>
                        <a:pt x="951" y="1104"/>
                      </a:lnTo>
                      <a:lnTo>
                        <a:pt x="964" y="1086"/>
                      </a:lnTo>
                      <a:lnTo>
                        <a:pt x="978" y="1090"/>
                      </a:lnTo>
                      <a:lnTo>
                        <a:pt x="1005" y="1122"/>
                      </a:lnTo>
                      <a:lnTo>
                        <a:pt x="1014" y="1140"/>
                      </a:lnTo>
                      <a:lnTo>
                        <a:pt x="1036" y="1148"/>
                      </a:lnTo>
                      <a:lnTo>
                        <a:pt x="1045" y="1144"/>
                      </a:lnTo>
                      <a:lnTo>
                        <a:pt x="1040" y="1126"/>
                      </a:lnTo>
                      <a:lnTo>
                        <a:pt x="1049" y="1113"/>
                      </a:lnTo>
                      <a:lnTo>
                        <a:pt x="1094" y="1086"/>
                      </a:lnTo>
                      <a:lnTo>
                        <a:pt x="1125" y="1095"/>
                      </a:lnTo>
                      <a:lnTo>
                        <a:pt x="1139" y="1099"/>
                      </a:lnTo>
                      <a:lnTo>
                        <a:pt x="1143" y="1095"/>
                      </a:lnTo>
                      <a:lnTo>
                        <a:pt x="1152" y="1099"/>
                      </a:lnTo>
                      <a:lnTo>
                        <a:pt x="1156" y="1095"/>
                      </a:lnTo>
                      <a:lnTo>
                        <a:pt x="1148" y="1090"/>
                      </a:lnTo>
                      <a:lnTo>
                        <a:pt x="1152" y="1086"/>
                      </a:lnTo>
                      <a:lnTo>
                        <a:pt x="1148" y="1077"/>
                      </a:lnTo>
                      <a:lnTo>
                        <a:pt x="1139" y="1081"/>
                      </a:lnTo>
                      <a:lnTo>
                        <a:pt x="1139" y="1073"/>
                      </a:lnTo>
                      <a:lnTo>
                        <a:pt x="1170" y="1077"/>
                      </a:lnTo>
                      <a:lnTo>
                        <a:pt x="1179" y="1077"/>
                      </a:lnTo>
                      <a:lnTo>
                        <a:pt x="1183" y="1077"/>
                      </a:lnTo>
                      <a:lnTo>
                        <a:pt x="1192" y="1073"/>
                      </a:lnTo>
                      <a:lnTo>
                        <a:pt x="1201" y="1077"/>
                      </a:lnTo>
                      <a:lnTo>
                        <a:pt x="1210" y="1090"/>
                      </a:lnTo>
                      <a:lnTo>
                        <a:pt x="1228" y="1077"/>
                      </a:lnTo>
                      <a:lnTo>
                        <a:pt x="1246" y="1104"/>
                      </a:lnTo>
                      <a:lnTo>
                        <a:pt x="1237" y="1117"/>
                      </a:lnTo>
                      <a:lnTo>
                        <a:pt x="1246" y="1117"/>
                      </a:lnTo>
                      <a:lnTo>
                        <a:pt x="1246" y="1122"/>
                      </a:lnTo>
                      <a:lnTo>
                        <a:pt x="1259" y="1148"/>
                      </a:lnTo>
                      <a:lnTo>
                        <a:pt x="1264" y="1148"/>
                      </a:lnTo>
                      <a:lnTo>
                        <a:pt x="1268" y="1157"/>
                      </a:lnTo>
                      <a:lnTo>
                        <a:pt x="1268" y="1162"/>
                      </a:lnTo>
                      <a:lnTo>
                        <a:pt x="1282" y="1157"/>
                      </a:lnTo>
                      <a:lnTo>
                        <a:pt x="1286" y="1135"/>
                      </a:lnTo>
                      <a:lnTo>
                        <a:pt x="1277" y="1122"/>
                      </a:lnTo>
                      <a:lnTo>
                        <a:pt x="1277" y="1108"/>
                      </a:lnTo>
                      <a:lnTo>
                        <a:pt x="1268" y="1095"/>
                      </a:lnTo>
                      <a:lnTo>
                        <a:pt x="1268" y="1081"/>
                      </a:lnTo>
                      <a:lnTo>
                        <a:pt x="1264" y="1068"/>
                      </a:lnTo>
                      <a:lnTo>
                        <a:pt x="1273" y="1046"/>
                      </a:lnTo>
                      <a:lnTo>
                        <a:pt x="1277" y="1046"/>
                      </a:lnTo>
                      <a:lnTo>
                        <a:pt x="1295" y="1028"/>
                      </a:lnTo>
                      <a:lnTo>
                        <a:pt x="1304" y="1014"/>
                      </a:lnTo>
                      <a:lnTo>
                        <a:pt x="1317" y="1010"/>
                      </a:lnTo>
                      <a:lnTo>
                        <a:pt x="1322" y="1001"/>
                      </a:lnTo>
                      <a:lnTo>
                        <a:pt x="1326" y="1005"/>
                      </a:lnTo>
                      <a:lnTo>
                        <a:pt x="1331" y="997"/>
                      </a:lnTo>
                      <a:lnTo>
                        <a:pt x="1335" y="997"/>
                      </a:lnTo>
                      <a:lnTo>
                        <a:pt x="1344" y="992"/>
                      </a:lnTo>
                      <a:lnTo>
                        <a:pt x="1331" y="992"/>
                      </a:lnTo>
                      <a:lnTo>
                        <a:pt x="1335" y="983"/>
                      </a:lnTo>
                      <a:lnTo>
                        <a:pt x="1344" y="983"/>
                      </a:lnTo>
                      <a:lnTo>
                        <a:pt x="1344" y="974"/>
                      </a:lnTo>
                      <a:lnTo>
                        <a:pt x="1335" y="970"/>
                      </a:lnTo>
                      <a:lnTo>
                        <a:pt x="1335" y="970"/>
                      </a:lnTo>
                      <a:lnTo>
                        <a:pt x="1349" y="970"/>
                      </a:lnTo>
                      <a:lnTo>
                        <a:pt x="1340" y="956"/>
                      </a:lnTo>
                      <a:lnTo>
                        <a:pt x="1335" y="956"/>
                      </a:lnTo>
                      <a:lnTo>
                        <a:pt x="1335" y="947"/>
                      </a:lnTo>
                      <a:lnTo>
                        <a:pt x="1335" y="938"/>
                      </a:lnTo>
                      <a:lnTo>
                        <a:pt x="1335" y="912"/>
                      </a:lnTo>
                      <a:lnTo>
                        <a:pt x="1340" y="907"/>
                      </a:lnTo>
                      <a:lnTo>
                        <a:pt x="1340" y="934"/>
                      </a:lnTo>
                      <a:lnTo>
                        <a:pt x="1344" y="938"/>
                      </a:lnTo>
                      <a:lnTo>
                        <a:pt x="1344" y="952"/>
                      </a:lnTo>
                      <a:lnTo>
                        <a:pt x="1344" y="956"/>
                      </a:lnTo>
                      <a:lnTo>
                        <a:pt x="1349" y="943"/>
                      </a:lnTo>
                      <a:lnTo>
                        <a:pt x="1353" y="943"/>
                      </a:lnTo>
                      <a:lnTo>
                        <a:pt x="1357" y="934"/>
                      </a:lnTo>
                      <a:lnTo>
                        <a:pt x="1353" y="930"/>
                      </a:lnTo>
                      <a:lnTo>
                        <a:pt x="1353" y="921"/>
                      </a:lnTo>
                      <a:lnTo>
                        <a:pt x="1353" y="916"/>
                      </a:lnTo>
                      <a:lnTo>
                        <a:pt x="1357" y="916"/>
                      </a:lnTo>
                      <a:lnTo>
                        <a:pt x="1357" y="925"/>
                      </a:lnTo>
                      <a:lnTo>
                        <a:pt x="1366" y="912"/>
                      </a:lnTo>
                      <a:lnTo>
                        <a:pt x="1375" y="912"/>
                      </a:lnTo>
                      <a:lnTo>
                        <a:pt x="1375" y="889"/>
                      </a:lnTo>
                      <a:lnTo>
                        <a:pt x="1371" y="889"/>
                      </a:lnTo>
                      <a:lnTo>
                        <a:pt x="1371" y="885"/>
                      </a:lnTo>
                      <a:lnTo>
                        <a:pt x="1402" y="871"/>
                      </a:lnTo>
                      <a:lnTo>
                        <a:pt x="1411" y="871"/>
                      </a:lnTo>
                      <a:lnTo>
                        <a:pt x="1420" y="867"/>
                      </a:lnTo>
                      <a:lnTo>
                        <a:pt x="1429" y="867"/>
                      </a:lnTo>
                      <a:lnTo>
                        <a:pt x="1433" y="862"/>
                      </a:lnTo>
                      <a:lnTo>
                        <a:pt x="1429" y="854"/>
                      </a:lnTo>
                      <a:lnTo>
                        <a:pt x="1424" y="854"/>
                      </a:lnTo>
                      <a:lnTo>
                        <a:pt x="1424" y="858"/>
                      </a:lnTo>
                      <a:lnTo>
                        <a:pt x="1420" y="858"/>
                      </a:lnTo>
                      <a:lnTo>
                        <a:pt x="1420" y="849"/>
                      </a:lnTo>
                      <a:lnTo>
                        <a:pt x="1424" y="831"/>
                      </a:lnTo>
                      <a:lnTo>
                        <a:pt x="1429" y="822"/>
                      </a:lnTo>
                      <a:lnTo>
                        <a:pt x="1442" y="822"/>
                      </a:lnTo>
                      <a:lnTo>
                        <a:pt x="1447" y="813"/>
                      </a:lnTo>
                      <a:lnTo>
                        <a:pt x="1456" y="822"/>
                      </a:lnTo>
                      <a:lnTo>
                        <a:pt x="1474" y="809"/>
                      </a:lnTo>
                      <a:lnTo>
                        <a:pt x="1474" y="800"/>
                      </a:lnTo>
                      <a:lnTo>
                        <a:pt x="1469" y="800"/>
                      </a:lnTo>
                      <a:lnTo>
                        <a:pt x="1469" y="795"/>
                      </a:lnTo>
                      <a:lnTo>
                        <a:pt x="1460" y="791"/>
                      </a:lnTo>
                      <a:lnTo>
                        <a:pt x="1451" y="751"/>
                      </a:lnTo>
                      <a:lnTo>
                        <a:pt x="1442" y="755"/>
                      </a:lnTo>
                      <a:lnTo>
                        <a:pt x="1438" y="751"/>
                      </a:lnTo>
                      <a:lnTo>
                        <a:pt x="1420" y="778"/>
                      </a:lnTo>
                      <a:lnTo>
                        <a:pt x="1407" y="800"/>
                      </a:lnTo>
                      <a:lnTo>
                        <a:pt x="1362" y="804"/>
                      </a:lnTo>
                      <a:lnTo>
                        <a:pt x="1357" y="804"/>
                      </a:lnTo>
                      <a:lnTo>
                        <a:pt x="1340" y="818"/>
                      </a:lnTo>
                      <a:lnTo>
                        <a:pt x="1344" y="822"/>
                      </a:lnTo>
                      <a:lnTo>
                        <a:pt x="1340" y="831"/>
                      </a:lnTo>
                      <a:lnTo>
                        <a:pt x="1326" y="836"/>
                      </a:lnTo>
                      <a:lnTo>
                        <a:pt x="1304" y="831"/>
                      </a:lnTo>
                      <a:lnTo>
                        <a:pt x="1304" y="836"/>
                      </a:lnTo>
                      <a:lnTo>
                        <a:pt x="1299" y="845"/>
                      </a:lnTo>
                      <a:lnTo>
                        <a:pt x="1304" y="845"/>
                      </a:lnTo>
                      <a:lnTo>
                        <a:pt x="1299" y="849"/>
                      </a:lnTo>
                      <a:lnTo>
                        <a:pt x="1282" y="858"/>
                      </a:lnTo>
                      <a:lnTo>
                        <a:pt x="1268" y="867"/>
                      </a:lnTo>
                      <a:lnTo>
                        <a:pt x="1250" y="871"/>
                      </a:lnTo>
                      <a:lnTo>
                        <a:pt x="1237" y="862"/>
                      </a:lnTo>
                      <a:lnTo>
                        <a:pt x="1241" y="854"/>
                      </a:lnTo>
                      <a:lnTo>
                        <a:pt x="1241" y="845"/>
                      </a:lnTo>
                      <a:lnTo>
                        <a:pt x="1246" y="845"/>
                      </a:lnTo>
                      <a:lnTo>
                        <a:pt x="1246" y="831"/>
                      </a:lnTo>
                      <a:lnTo>
                        <a:pt x="1246" y="818"/>
                      </a:lnTo>
                      <a:lnTo>
                        <a:pt x="1237" y="818"/>
                      </a:lnTo>
                      <a:lnTo>
                        <a:pt x="1232" y="822"/>
                      </a:lnTo>
                      <a:lnTo>
                        <a:pt x="1232" y="818"/>
                      </a:lnTo>
                      <a:lnTo>
                        <a:pt x="1237" y="809"/>
                      </a:lnTo>
                      <a:lnTo>
                        <a:pt x="1241" y="795"/>
                      </a:lnTo>
                      <a:lnTo>
                        <a:pt x="1232" y="791"/>
                      </a:lnTo>
                      <a:lnTo>
                        <a:pt x="1219" y="787"/>
                      </a:lnTo>
                      <a:lnTo>
                        <a:pt x="1215" y="787"/>
                      </a:lnTo>
                      <a:lnTo>
                        <a:pt x="1206" y="800"/>
                      </a:lnTo>
                      <a:lnTo>
                        <a:pt x="1201" y="800"/>
                      </a:lnTo>
                      <a:lnTo>
                        <a:pt x="1197" y="804"/>
                      </a:lnTo>
                      <a:lnTo>
                        <a:pt x="1192" y="827"/>
                      </a:lnTo>
                      <a:lnTo>
                        <a:pt x="1192" y="849"/>
                      </a:lnTo>
                      <a:lnTo>
                        <a:pt x="1183" y="862"/>
                      </a:lnTo>
                      <a:lnTo>
                        <a:pt x="1174" y="854"/>
                      </a:lnTo>
                      <a:lnTo>
                        <a:pt x="1174" y="840"/>
                      </a:lnTo>
                      <a:lnTo>
                        <a:pt x="1179" y="809"/>
                      </a:lnTo>
                      <a:lnTo>
                        <a:pt x="1188" y="795"/>
                      </a:lnTo>
                      <a:lnTo>
                        <a:pt x="1170" y="804"/>
                      </a:lnTo>
                      <a:lnTo>
                        <a:pt x="1188" y="787"/>
                      </a:lnTo>
                      <a:lnTo>
                        <a:pt x="1223" y="778"/>
                      </a:lnTo>
                      <a:lnTo>
                        <a:pt x="1219" y="769"/>
                      </a:lnTo>
                      <a:lnTo>
                        <a:pt x="1215" y="764"/>
                      </a:lnTo>
                      <a:lnTo>
                        <a:pt x="1215" y="760"/>
                      </a:lnTo>
                      <a:lnTo>
                        <a:pt x="1197" y="764"/>
                      </a:lnTo>
                      <a:lnTo>
                        <a:pt x="1188" y="769"/>
                      </a:lnTo>
                      <a:lnTo>
                        <a:pt x="1170" y="755"/>
                      </a:lnTo>
                      <a:lnTo>
                        <a:pt x="1161" y="755"/>
                      </a:lnTo>
                      <a:lnTo>
                        <a:pt x="1170" y="746"/>
                      </a:lnTo>
                      <a:lnTo>
                        <a:pt x="1134" y="760"/>
                      </a:lnTo>
                      <a:lnTo>
                        <a:pt x="1125" y="760"/>
                      </a:lnTo>
                      <a:lnTo>
                        <a:pt x="1112" y="760"/>
                      </a:lnTo>
                      <a:lnTo>
                        <a:pt x="1125" y="751"/>
                      </a:lnTo>
                      <a:lnTo>
                        <a:pt x="1139" y="737"/>
                      </a:lnTo>
                      <a:lnTo>
                        <a:pt x="1130" y="733"/>
                      </a:lnTo>
                      <a:lnTo>
                        <a:pt x="1116" y="737"/>
                      </a:lnTo>
                      <a:lnTo>
                        <a:pt x="1107" y="728"/>
                      </a:lnTo>
                      <a:lnTo>
                        <a:pt x="1098" y="724"/>
                      </a:lnTo>
                      <a:lnTo>
                        <a:pt x="1076" y="724"/>
                      </a:lnTo>
                      <a:lnTo>
                        <a:pt x="1072" y="715"/>
                      </a:lnTo>
                      <a:lnTo>
                        <a:pt x="1063" y="719"/>
                      </a:lnTo>
                      <a:lnTo>
                        <a:pt x="674" y="719"/>
                      </a:lnTo>
                      <a:close/>
                      <a:moveTo>
                        <a:pt x="1375" y="885"/>
                      </a:moveTo>
                      <a:lnTo>
                        <a:pt x="1380" y="889"/>
                      </a:lnTo>
                      <a:lnTo>
                        <a:pt x="1389" y="885"/>
                      </a:lnTo>
                      <a:lnTo>
                        <a:pt x="1402" y="876"/>
                      </a:lnTo>
                      <a:lnTo>
                        <a:pt x="1402" y="876"/>
                      </a:lnTo>
                      <a:lnTo>
                        <a:pt x="1384" y="880"/>
                      </a:lnTo>
                      <a:lnTo>
                        <a:pt x="1375" y="885"/>
                      </a:lnTo>
                      <a:close/>
                    </a:path>
                  </a:pathLst>
                </a:custGeom>
                <a:grpFill/>
                <a:ln w="9525" cmpd="sng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>
                    <a:latin typeface="Delivery" panose="020F0503020204020204" pitchFamily="34" charset="0"/>
                  </a:endParaRPr>
                </a:p>
              </p:txBody>
            </p:sp>
            <p:sp>
              <p:nvSpPr>
                <p:cNvPr id="522" name="Freeform 101">
                  <a:extLst>
                    <a:ext uri="{FF2B5EF4-FFF2-40B4-BE49-F238E27FC236}">
                      <a16:creationId xmlns:a16="http://schemas.microsoft.com/office/drawing/2014/main" id="{112443D0-BA17-C0DE-42B6-FA307565EC55}"/>
                    </a:ext>
                  </a:extLst>
                </p:cNvPr>
                <p:cNvSpPr>
                  <a:spLocks noEditPoints="1"/>
                </p:cNvSpPr>
                <p:nvPr/>
              </p:nvSpPr>
              <p:spPr bwMode="gray">
                <a:xfrm>
                  <a:off x="1753" y="2507"/>
                  <a:ext cx="14" cy="13"/>
                </a:xfrm>
                <a:custGeom>
                  <a:avLst/>
                  <a:gdLst>
                    <a:gd name="T0" fmla="*/ 5 w 14"/>
                    <a:gd name="T1" fmla="*/ 4 h 13"/>
                    <a:gd name="T2" fmla="*/ 9 w 14"/>
                    <a:gd name="T3" fmla="*/ 4 h 13"/>
                    <a:gd name="T4" fmla="*/ 5 w 14"/>
                    <a:gd name="T5" fmla="*/ 0 h 13"/>
                    <a:gd name="T6" fmla="*/ 5 w 14"/>
                    <a:gd name="T7" fmla="*/ 0 h 13"/>
                    <a:gd name="T8" fmla="*/ 5 w 14"/>
                    <a:gd name="T9" fmla="*/ 4 h 13"/>
                    <a:gd name="T10" fmla="*/ 5 w 14"/>
                    <a:gd name="T11" fmla="*/ 13 h 13"/>
                    <a:gd name="T12" fmla="*/ 9 w 14"/>
                    <a:gd name="T13" fmla="*/ 9 h 13"/>
                    <a:gd name="T14" fmla="*/ 0 w 14"/>
                    <a:gd name="T15" fmla="*/ 13 h 13"/>
                    <a:gd name="T16" fmla="*/ 0 w 14"/>
                    <a:gd name="T17" fmla="*/ 13 h 13"/>
                    <a:gd name="T18" fmla="*/ 5 w 14"/>
                    <a:gd name="T19" fmla="*/ 13 h 13"/>
                    <a:gd name="T20" fmla="*/ 9 w 14"/>
                    <a:gd name="T21" fmla="*/ 0 h 13"/>
                    <a:gd name="T22" fmla="*/ 9 w 14"/>
                    <a:gd name="T23" fmla="*/ 0 h 13"/>
                    <a:gd name="T24" fmla="*/ 9 w 14"/>
                    <a:gd name="T25" fmla="*/ 0 h 13"/>
                    <a:gd name="T26" fmla="*/ 14 w 14"/>
                    <a:gd name="T27" fmla="*/ 0 h 13"/>
                    <a:gd name="T28" fmla="*/ 9 w 14"/>
                    <a:gd name="T29" fmla="*/ 0 h 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14" h="13">
                      <a:moveTo>
                        <a:pt x="5" y="4"/>
                      </a:moveTo>
                      <a:lnTo>
                        <a:pt x="9" y="4"/>
                      </a:lnTo>
                      <a:lnTo>
                        <a:pt x="5" y="0"/>
                      </a:lnTo>
                      <a:lnTo>
                        <a:pt x="5" y="0"/>
                      </a:lnTo>
                      <a:lnTo>
                        <a:pt x="5" y="4"/>
                      </a:lnTo>
                      <a:close/>
                      <a:moveTo>
                        <a:pt x="5" y="13"/>
                      </a:moveTo>
                      <a:lnTo>
                        <a:pt x="9" y="9"/>
                      </a:lnTo>
                      <a:lnTo>
                        <a:pt x="0" y="13"/>
                      </a:lnTo>
                      <a:lnTo>
                        <a:pt x="0" y="13"/>
                      </a:lnTo>
                      <a:lnTo>
                        <a:pt x="5" y="13"/>
                      </a:lnTo>
                      <a:close/>
                      <a:moveTo>
                        <a:pt x="9" y="0"/>
                      </a:moveTo>
                      <a:lnTo>
                        <a:pt x="9" y="0"/>
                      </a:lnTo>
                      <a:lnTo>
                        <a:pt x="9" y="0"/>
                      </a:lnTo>
                      <a:lnTo>
                        <a:pt x="14" y="0"/>
                      </a:lnTo>
                      <a:lnTo>
                        <a:pt x="9" y="0"/>
                      </a:lnTo>
                      <a:close/>
                    </a:path>
                  </a:pathLst>
                </a:custGeom>
                <a:grpFill/>
                <a:ln w="9525" cmpd="sng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>
                    <a:latin typeface="Delivery" panose="020F0503020204020204" pitchFamily="34" charset="0"/>
                  </a:endParaRPr>
                </a:p>
              </p:txBody>
            </p:sp>
            <p:sp>
              <p:nvSpPr>
                <p:cNvPr id="523" name="Freeform 102">
                  <a:extLst>
                    <a:ext uri="{FF2B5EF4-FFF2-40B4-BE49-F238E27FC236}">
                      <a16:creationId xmlns:a16="http://schemas.microsoft.com/office/drawing/2014/main" id="{6689100D-066E-0F9F-F31F-C71E904614C8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1852" y="3244"/>
                  <a:ext cx="71" cy="85"/>
                </a:xfrm>
                <a:custGeom>
                  <a:avLst/>
                  <a:gdLst>
                    <a:gd name="T0" fmla="*/ 0 w 71"/>
                    <a:gd name="T1" fmla="*/ 54 h 85"/>
                    <a:gd name="T2" fmla="*/ 4 w 71"/>
                    <a:gd name="T3" fmla="*/ 49 h 85"/>
                    <a:gd name="T4" fmla="*/ 0 w 71"/>
                    <a:gd name="T5" fmla="*/ 31 h 85"/>
                    <a:gd name="T6" fmla="*/ 9 w 71"/>
                    <a:gd name="T7" fmla="*/ 4 h 85"/>
                    <a:gd name="T8" fmla="*/ 13 w 71"/>
                    <a:gd name="T9" fmla="*/ 0 h 85"/>
                    <a:gd name="T10" fmla="*/ 22 w 71"/>
                    <a:gd name="T11" fmla="*/ 0 h 85"/>
                    <a:gd name="T12" fmla="*/ 31 w 71"/>
                    <a:gd name="T13" fmla="*/ 13 h 85"/>
                    <a:gd name="T14" fmla="*/ 40 w 71"/>
                    <a:gd name="T15" fmla="*/ 9 h 85"/>
                    <a:gd name="T16" fmla="*/ 49 w 71"/>
                    <a:gd name="T17" fmla="*/ 22 h 85"/>
                    <a:gd name="T18" fmla="*/ 62 w 71"/>
                    <a:gd name="T19" fmla="*/ 27 h 85"/>
                    <a:gd name="T20" fmla="*/ 71 w 71"/>
                    <a:gd name="T21" fmla="*/ 45 h 85"/>
                    <a:gd name="T22" fmla="*/ 67 w 71"/>
                    <a:gd name="T23" fmla="*/ 54 h 85"/>
                    <a:gd name="T24" fmla="*/ 67 w 71"/>
                    <a:gd name="T25" fmla="*/ 67 h 85"/>
                    <a:gd name="T26" fmla="*/ 49 w 71"/>
                    <a:gd name="T27" fmla="*/ 85 h 85"/>
                    <a:gd name="T28" fmla="*/ 31 w 71"/>
                    <a:gd name="T29" fmla="*/ 85 h 85"/>
                    <a:gd name="T30" fmla="*/ 13 w 71"/>
                    <a:gd name="T31" fmla="*/ 80 h 85"/>
                    <a:gd name="T32" fmla="*/ 4 w 71"/>
                    <a:gd name="T33" fmla="*/ 80 h 85"/>
                    <a:gd name="T34" fmla="*/ 0 w 71"/>
                    <a:gd name="T35" fmla="*/ 67 h 85"/>
                    <a:gd name="T36" fmla="*/ 0 w 71"/>
                    <a:gd name="T37" fmla="*/ 54 h 8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71" h="85">
                      <a:moveTo>
                        <a:pt x="0" y="54"/>
                      </a:moveTo>
                      <a:lnTo>
                        <a:pt x="4" y="49"/>
                      </a:lnTo>
                      <a:lnTo>
                        <a:pt x="0" y="31"/>
                      </a:lnTo>
                      <a:lnTo>
                        <a:pt x="9" y="4"/>
                      </a:lnTo>
                      <a:lnTo>
                        <a:pt x="13" y="0"/>
                      </a:lnTo>
                      <a:lnTo>
                        <a:pt x="22" y="0"/>
                      </a:lnTo>
                      <a:lnTo>
                        <a:pt x="31" y="13"/>
                      </a:lnTo>
                      <a:lnTo>
                        <a:pt x="40" y="9"/>
                      </a:lnTo>
                      <a:lnTo>
                        <a:pt x="49" y="22"/>
                      </a:lnTo>
                      <a:lnTo>
                        <a:pt x="62" y="27"/>
                      </a:lnTo>
                      <a:lnTo>
                        <a:pt x="71" y="45"/>
                      </a:lnTo>
                      <a:lnTo>
                        <a:pt x="67" y="54"/>
                      </a:lnTo>
                      <a:lnTo>
                        <a:pt x="67" y="67"/>
                      </a:lnTo>
                      <a:lnTo>
                        <a:pt x="49" y="85"/>
                      </a:lnTo>
                      <a:lnTo>
                        <a:pt x="31" y="85"/>
                      </a:lnTo>
                      <a:lnTo>
                        <a:pt x="13" y="80"/>
                      </a:lnTo>
                      <a:lnTo>
                        <a:pt x="4" y="80"/>
                      </a:lnTo>
                      <a:lnTo>
                        <a:pt x="0" y="67"/>
                      </a:lnTo>
                      <a:lnTo>
                        <a:pt x="0" y="54"/>
                      </a:lnTo>
                      <a:close/>
                    </a:path>
                  </a:pathLst>
                </a:custGeom>
                <a:grpFill/>
                <a:ln w="9525" cmpd="sng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>
                    <a:latin typeface="Delivery" panose="020F0503020204020204" pitchFamily="34" charset="0"/>
                  </a:endParaRPr>
                </a:p>
              </p:txBody>
            </p:sp>
            <p:sp>
              <p:nvSpPr>
                <p:cNvPr id="524" name="Freeform 103">
                  <a:extLst>
                    <a:ext uri="{FF2B5EF4-FFF2-40B4-BE49-F238E27FC236}">
                      <a16:creationId xmlns:a16="http://schemas.microsoft.com/office/drawing/2014/main" id="{44543E2E-75F8-6A0A-9EBB-0E58DDED0BD2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1633" y="2601"/>
                  <a:ext cx="196" cy="165"/>
                </a:xfrm>
                <a:custGeom>
                  <a:avLst/>
                  <a:gdLst>
                    <a:gd name="T0" fmla="*/ 89 w 196"/>
                    <a:gd name="T1" fmla="*/ 138 h 165"/>
                    <a:gd name="T2" fmla="*/ 85 w 196"/>
                    <a:gd name="T3" fmla="*/ 129 h 165"/>
                    <a:gd name="T4" fmla="*/ 80 w 196"/>
                    <a:gd name="T5" fmla="*/ 107 h 165"/>
                    <a:gd name="T6" fmla="*/ 58 w 196"/>
                    <a:gd name="T7" fmla="*/ 89 h 165"/>
                    <a:gd name="T8" fmla="*/ 22 w 196"/>
                    <a:gd name="T9" fmla="*/ 80 h 165"/>
                    <a:gd name="T10" fmla="*/ 13 w 196"/>
                    <a:gd name="T11" fmla="*/ 58 h 165"/>
                    <a:gd name="T12" fmla="*/ 0 w 196"/>
                    <a:gd name="T13" fmla="*/ 49 h 165"/>
                    <a:gd name="T14" fmla="*/ 4 w 196"/>
                    <a:gd name="T15" fmla="*/ 26 h 165"/>
                    <a:gd name="T16" fmla="*/ 22 w 196"/>
                    <a:gd name="T17" fmla="*/ 4 h 165"/>
                    <a:gd name="T18" fmla="*/ 18 w 196"/>
                    <a:gd name="T19" fmla="*/ 13 h 165"/>
                    <a:gd name="T20" fmla="*/ 13 w 196"/>
                    <a:gd name="T21" fmla="*/ 35 h 165"/>
                    <a:gd name="T22" fmla="*/ 31 w 196"/>
                    <a:gd name="T23" fmla="*/ 44 h 165"/>
                    <a:gd name="T24" fmla="*/ 22 w 196"/>
                    <a:gd name="T25" fmla="*/ 26 h 165"/>
                    <a:gd name="T26" fmla="*/ 49 w 196"/>
                    <a:gd name="T27" fmla="*/ 17 h 165"/>
                    <a:gd name="T28" fmla="*/ 44 w 196"/>
                    <a:gd name="T29" fmla="*/ 13 h 165"/>
                    <a:gd name="T30" fmla="*/ 49 w 196"/>
                    <a:gd name="T31" fmla="*/ 0 h 165"/>
                    <a:gd name="T32" fmla="*/ 62 w 196"/>
                    <a:gd name="T33" fmla="*/ 13 h 165"/>
                    <a:gd name="T34" fmla="*/ 71 w 196"/>
                    <a:gd name="T35" fmla="*/ 26 h 165"/>
                    <a:gd name="T36" fmla="*/ 120 w 196"/>
                    <a:gd name="T37" fmla="*/ 35 h 165"/>
                    <a:gd name="T38" fmla="*/ 129 w 196"/>
                    <a:gd name="T39" fmla="*/ 17 h 165"/>
                    <a:gd name="T40" fmla="*/ 143 w 196"/>
                    <a:gd name="T41" fmla="*/ 17 h 165"/>
                    <a:gd name="T42" fmla="*/ 170 w 196"/>
                    <a:gd name="T43" fmla="*/ 26 h 165"/>
                    <a:gd name="T44" fmla="*/ 161 w 196"/>
                    <a:gd name="T45" fmla="*/ 40 h 165"/>
                    <a:gd name="T46" fmla="*/ 183 w 196"/>
                    <a:gd name="T47" fmla="*/ 44 h 165"/>
                    <a:gd name="T48" fmla="*/ 192 w 196"/>
                    <a:gd name="T49" fmla="*/ 53 h 165"/>
                    <a:gd name="T50" fmla="*/ 183 w 196"/>
                    <a:gd name="T51" fmla="*/ 71 h 165"/>
                    <a:gd name="T52" fmla="*/ 178 w 196"/>
                    <a:gd name="T53" fmla="*/ 84 h 165"/>
                    <a:gd name="T54" fmla="*/ 183 w 196"/>
                    <a:gd name="T55" fmla="*/ 102 h 165"/>
                    <a:gd name="T56" fmla="*/ 152 w 196"/>
                    <a:gd name="T57" fmla="*/ 120 h 165"/>
                    <a:gd name="T58" fmla="*/ 125 w 196"/>
                    <a:gd name="T59" fmla="*/ 111 h 165"/>
                    <a:gd name="T60" fmla="*/ 125 w 196"/>
                    <a:gd name="T61" fmla="*/ 125 h 165"/>
                    <a:gd name="T62" fmla="*/ 143 w 196"/>
                    <a:gd name="T63" fmla="*/ 147 h 165"/>
                    <a:gd name="T64" fmla="*/ 125 w 196"/>
                    <a:gd name="T65" fmla="*/ 156 h 165"/>
                    <a:gd name="T66" fmla="*/ 94 w 196"/>
                    <a:gd name="T67" fmla="*/ 160 h 1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</a:cxnLst>
                  <a:rect l="0" t="0" r="r" b="b"/>
                  <a:pathLst>
                    <a:path w="196" h="165">
                      <a:moveTo>
                        <a:pt x="94" y="160"/>
                      </a:moveTo>
                      <a:lnTo>
                        <a:pt x="89" y="138"/>
                      </a:lnTo>
                      <a:lnTo>
                        <a:pt x="76" y="143"/>
                      </a:lnTo>
                      <a:lnTo>
                        <a:pt x="85" y="129"/>
                      </a:lnTo>
                      <a:lnTo>
                        <a:pt x="80" y="125"/>
                      </a:lnTo>
                      <a:lnTo>
                        <a:pt x="80" y="107"/>
                      </a:lnTo>
                      <a:lnTo>
                        <a:pt x="85" y="84"/>
                      </a:lnTo>
                      <a:lnTo>
                        <a:pt x="58" y="89"/>
                      </a:lnTo>
                      <a:lnTo>
                        <a:pt x="49" y="75"/>
                      </a:lnTo>
                      <a:lnTo>
                        <a:pt x="22" y="80"/>
                      </a:lnTo>
                      <a:lnTo>
                        <a:pt x="9" y="67"/>
                      </a:lnTo>
                      <a:lnTo>
                        <a:pt x="13" y="58"/>
                      </a:lnTo>
                      <a:lnTo>
                        <a:pt x="4" y="49"/>
                      </a:lnTo>
                      <a:lnTo>
                        <a:pt x="0" y="49"/>
                      </a:lnTo>
                      <a:lnTo>
                        <a:pt x="4" y="44"/>
                      </a:lnTo>
                      <a:lnTo>
                        <a:pt x="4" y="26"/>
                      </a:lnTo>
                      <a:lnTo>
                        <a:pt x="13" y="13"/>
                      </a:lnTo>
                      <a:lnTo>
                        <a:pt x="22" y="4"/>
                      </a:lnTo>
                      <a:lnTo>
                        <a:pt x="31" y="4"/>
                      </a:lnTo>
                      <a:lnTo>
                        <a:pt x="18" y="13"/>
                      </a:lnTo>
                      <a:lnTo>
                        <a:pt x="22" y="22"/>
                      </a:lnTo>
                      <a:lnTo>
                        <a:pt x="13" y="35"/>
                      </a:lnTo>
                      <a:lnTo>
                        <a:pt x="22" y="49"/>
                      </a:lnTo>
                      <a:lnTo>
                        <a:pt x="31" y="44"/>
                      </a:lnTo>
                      <a:lnTo>
                        <a:pt x="31" y="35"/>
                      </a:lnTo>
                      <a:lnTo>
                        <a:pt x="22" y="26"/>
                      </a:lnTo>
                      <a:lnTo>
                        <a:pt x="27" y="22"/>
                      </a:lnTo>
                      <a:lnTo>
                        <a:pt x="49" y="17"/>
                      </a:lnTo>
                      <a:lnTo>
                        <a:pt x="49" y="8"/>
                      </a:lnTo>
                      <a:lnTo>
                        <a:pt x="44" y="13"/>
                      </a:lnTo>
                      <a:lnTo>
                        <a:pt x="44" y="4"/>
                      </a:lnTo>
                      <a:lnTo>
                        <a:pt x="49" y="0"/>
                      </a:lnTo>
                      <a:lnTo>
                        <a:pt x="53" y="13"/>
                      </a:lnTo>
                      <a:lnTo>
                        <a:pt x="62" y="13"/>
                      </a:lnTo>
                      <a:lnTo>
                        <a:pt x="71" y="17"/>
                      </a:lnTo>
                      <a:lnTo>
                        <a:pt x="71" y="26"/>
                      </a:lnTo>
                      <a:lnTo>
                        <a:pt x="103" y="26"/>
                      </a:lnTo>
                      <a:lnTo>
                        <a:pt x="120" y="35"/>
                      </a:lnTo>
                      <a:lnTo>
                        <a:pt x="134" y="26"/>
                      </a:lnTo>
                      <a:lnTo>
                        <a:pt x="129" y="17"/>
                      </a:lnTo>
                      <a:lnTo>
                        <a:pt x="143" y="13"/>
                      </a:lnTo>
                      <a:lnTo>
                        <a:pt x="143" y="17"/>
                      </a:lnTo>
                      <a:lnTo>
                        <a:pt x="138" y="22"/>
                      </a:lnTo>
                      <a:lnTo>
                        <a:pt x="170" y="26"/>
                      </a:lnTo>
                      <a:lnTo>
                        <a:pt x="152" y="31"/>
                      </a:lnTo>
                      <a:lnTo>
                        <a:pt x="161" y="40"/>
                      </a:lnTo>
                      <a:lnTo>
                        <a:pt x="178" y="40"/>
                      </a:lnTo>
                      <a:lnTo>
                        <a:pt x="183" y="44"/>
                      </a:lnTo>
                      <a:lnTo>
                        <a:pt x="183" y="53"/>
                      </a:lnTo>
                      <a:lnTo>
                        <a:pt x="192" y="53"/>
                      </a:lnTo>
                      <a:lnTo>
                        <a:pt x="196" y="67"/>
                      </a:lnTo>
                      <a:lnTo>
                        <a:pt x="183" y="71"/>
                      </a:lnTo>
                      <a:lnTo>
                        <a:pt x="187" y="80"/>
                      </a:lnTo>
                      <a:lnTo>
                        <a:pt x="178" y="84"/>
                      </a:lnTo>
                      <a:lnTo>
                        <a:pt x="174" y="93"/>
                      </a:lnTo>
                      <a:lnTo>
                        <a:pt x="183" y="102"/>
                      </a:lnTo>
                      <a:lnTo>
                        <a:pt x="183" y="116"/>
                      </a:lnTo>
                      <a:lnTo>
                        <a:pt x="152" y="120"/>
                      </a:lnTo>
                      <a:lnTo>
                        <a:pt x="138" y="120"/>
                      </a:lnTo>
                      <a:lnTo>
                        <a:pt x="125" y="111"/>
                      </a:lnTo>
                      <a:lnTo>
                        <a:pt x="120" y="120"/>
                      </a:lnTo>
                      <a:lnTo>
                        <a:pt x="125" y="125"/>
                      </a:lnTo>
                      <a:lnTo>
                        <a:pt x="129" y="143"/>
                      </a:lnTo>
                      <a:lnTo>
                        <a:pt x="143" y="147"/>
                      </a:lnTo>
                      <a:lnTo>
                        <a:pt x="134" y="147"/>
                      </a:lnTo>
                      <a:lnTo>
                        <a:pt x="125" y="156"/>
                      </a:lnTo>
                      <a:lnTo>
                        <a:pt x="103" y="165"/>
                      </a:lnTo>
                      <a:lnTo>
                        <a:pt x="94" y="160"/>
                      </a:lnTo>
                      <a:close/>
                    </a:path>
                  </a:pathLst>
                </a:custGeom>
                <a:grpFill/>
                <a:ln w="9525" cmpd="sng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>
                    <a:latin typeface="Delivery" panose="020F0503020204020204" pitchFamily="34" charset="0"/>
                  </a:endParaRPr>
                </a:p>
              </p:txBody>
            </p:sp>
          </p:grpSp>
          <p:grpSp>
            <p:nvGrpSpPr>
              <p:cNvPr id="10" name="Group 104">
                <a:extLst>
                  <a:ext uri="{FF2B5EF4-FFF2-40B4-BE49-F238E27FC236}">
                    <a16:creationId xmlns:a16="http://schemas.microsoft.com/office/drawing/2014/main" id="{230F7EAE-A6C3-3C86-6A91-8EE72F05B058}"/>
                  </a:ext>
                </a:extLst>
              </p:cNvPr>
              <p:cNvGrpSpPr>
                <a:grpSpLocks/>
              </p:cNvGrpSpPr>
              <p:nvPr/>
            </p:nvGrpSpPr>
            <p:grpSpPr bwMode="gray">
              <a:xfrm>
                <a:off x="4658089" y="1428949"/>
                <a:ext cx="3713530" cy="3348816"/>
                <a:chOff x="2959" y="911"/>
                <a:chExt cx="2448" cy="2208"/>
              </a:xfrm>
              <a:grpFill/>
            </p:grpSpPr>
            <p:sp>
              <p:nvSpPr>
                <p:cNvPr id="57" name="Freeform 105">
                  <a:extLst>
                    <a:ext uri="{FF2B5EF4-FFF2-40B4-BE49-F238E27FC236}">
                      <a16:creationId xmlns:a16="http://schemas.microsoft.com/office/drawing/2014/main" id="{DD35109C-1410-B40A-083C-A5EB588BC105}"/>
                    </a:ext>
                  </a:extLst>
                </p:cNvPr>
                <p:cNvSpPr>
                  <a:spLocks noEditPoints="1"/>
                </p:cNvSpPr>
                <p:nvPr/>
              </p:nvSpPr>
              <p:spPr bwMode="gray">
                <a:xfrm>
                  <a:off x="4702" y="2811"/>
                  <a:ext cx="214" cy="134"/>
                </a:xfrm>
                <a:custGeom>
                  <a:avLst/>
                  <a:gdLst>
                    <a:gd name="T0" fmla="*/ 0 w 214"/>
                    <a:gd name="T1" fmla="*/ 13 h 134"/>
                    <a:gd name="T2" fmla="*/ 26 w 214"/>
                    <a:gd name="T3" fmla="*/ 26 h 134"/>
                    <a:gd name="T4" fmla="*/ 67 w 214"/>
                    <a:gd name="T5" fmla="*/ 40 h 134"/>
                    <a:gd name="T6" fmla="*/ 93 w 214"/>
                    <a:gd name="T7" fmla="*/ 58 h 134"/>
                    <a:gd name="T8" fmla="*/ 93 w 214"/>
                    <a:gd name="T9" fmla="*/ 71 h 134"/>
                    <a:gd name="T10" fmla="*/ 102 w 214"/>
                    <a:gd name="T11" fmla="*/ 98 h 134"/>
                    <a:gd name="T12" fmla="*/ 120 w 214"/>
                    <a:gd name="T13" fmla="*/ 107 h 134"/>
                    <a:gd name="T14" fmla="*/ 129 w 214"/>
                    <a:gd name="T15" fmla="*/ 116 h 134"/>
                    <a:gd name="T16" fmla="*/ 143 w 214"/>
                    <a:gd name="T17" fmla="*/ 125 h 134"/>
                    <a:gd name="T18" fmla="*/ 129 w 214"/>
                    <a:gd name="T19" fmla="*/ 134 h 134"/>
                    <a:gd name="T20" fmla="*/ 102 w 214"/>
                    <a:gd name="T21" fmla="*/ 125 h 134"/>
                    <a:gd name="T22" fmla="*/ 76 w 214"/>
                    <a:gd name="T23" fmla="*/ 102 h 134"/>
                    <a:gd name="T24" fmla="*/ 58 w 214"/>
                    <a:gd name="T25" fmla="*/ 84 h 134"/>
                    <a:gd name="T26" fmla="*/ 26 w 214"/>
                    <a:gd name="T27" fmla="*/ 93 h 134"/>
                    <a:gd name="T28" fmla="*/ 22 w 214"/>
                    <a:gd name="T29" fmla="*/ 107 h 134"/>
                    <a:gd name="T30" fmla="*/ 4 w 214"/>
                    <a:gd name="T31" fmla="*/ 107 h 134"/>
                    <a:gd name="T32" fmla="*/ 76 w 214"/>
                    <a:gd name="T33" fmla="*/ 0 h 134"/>
                    <a:gd name="T34" fmla="*/ 80 w 214"/>
                    <a:gd name="T35" fmla="*/ 8 h 134"/>
                    <a:gd name="T36" fmla="*/ 89 w 214"/>
                    <a:gd name="T37" fmla="*/ 0 h 134"/>
                    <a:gd name="T38" fmla="*/ 76 w 214"/>
                    <a:gd name="T39" fmla="*/ 0 h 134"/>
                    <a:gd name="T40" fmla="*/ 102 w 214"/>
                    <a:gd name="T41" fmla="*/ 58 h 134"/>
                    <a:gd name="T42" fmla="*/ 116 w 214"/>
                    <a:gd name="T43" fmla="*/ 67 h 134"/>
                    <a:gd name="T44" fmla="*/ 129 w 214"/>
                    <a:gd name="T45" fmla="*/ 71 h 134"/>
                    <a:gd name="T46" fmla="*/ 151 w 214"/>
                    <a:gd name="T47" fmla="*/ 58 h 134"/>
                    <a:gd name="T48" fmla="*/ 165 w 214"/>
                    <a:gd name="T49" fmla="*/ 40 h 134"/>
                    <a:gd name="T50" fmla="*/ 151 w 214"/>
                    <a:gd name="T51" fmla="*/ 35 h 134"/>
                    <a:gd name="T52" fmla="*/ 143 w 214"/>
                    <a:gd name="T53" fmla="*/ 53 h 134"/>
                    <a:gd name="T54" fmla="*/ 129 w 214"/>
                    <a:gd name="T55" fmla="*/ 49 h 134"/>
                    <a:gd name="T56" fmla="*/ 102 w 214"/>
                    <a:gd name="T57" fmla="*/ 53 h 134"/>
                    <a:gd name="T58" fmla="*/ 165 w 214"/>
                    <a:gd name="T59" fmla="*/ 26 h 134"/>
                    <a:gd name="T60" fmla="*/ 134 w 214"/>
                    <a:gd name="T61" fmla="*/ 4 h 134"/>
                    <a:gd name="T62" fmla="*/ 143 w 214"/>
                    <a:gd name="T63" fmla="*/ 13 h 134"/>
                    <a:gd name="T64" fmla="*/ 165 w 214"/>
                    <a:gd name="T65" fmla="*/ 35 h 134"/>
                    <a:gd name="T66" fmla="*/ 174 w 214"/>
                    <a:gd name="T67" fmla="*/ 35 h 134"/>
                    <a:gd name="T68" fmla="*/ 196 w 214"/>
                    <a:gd name="T69" fmla="*/ 62 h 134"/>
                    <a:gd name="T70" fmla="*/ 210 w 214"/>
                    <a:gd name="T71" fmla="*/ 71 h 134"/>
                    <a:gd name="T72" fmla="*/ 201 w 214"/>
                    <a:gd name="T73" fmla="*/ 53 h 1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</a:cxnLst>
                  <a:rect l="0" t="0" r="r" b="b"/>
                  <a:pathLst>
                    <a:path w="214" h="134">
                      <a:moveTo>
                        <a:pt x="0" y="102"/>
                      </a:moveTo>
                      <a:lnTo>
                        <a:pt x="0" y="13"/>
                      </a:lnTo>
                      <a:lnTo>
                        <a:pt x="13" y="13"/>
                      </a:lnTo>
                      <a:lnTo>
                        <a:pt x="26" y="26"/>
                      </a:lnTo>
                      <a:lnTo>
                        <a:pt x="49" y="26"/>
                      </a:lnTo>
                      <a:lnTo>
                        <a:pt x="67" y="40"/>
                      </a:lnTo>
                      <a:lnTo>
                        <a:pt x="67" y="53"/>
                      </a:lnTo>
                      <a:lnTo>
                        <a:pt x="93" y="58"/>
                      </a:lnTo>
                      <a:lnTo>
                        <a:pt x="98" y="71"/>
                      </a:lnTo>
                      <a:lnTo>
                        <a:pt x="93" y="71"/>
                      </a:lnTo>
                      <a:lnTo>
                        <a:pt x="84" y="71"/>
                      </a:lnTo>
                      <a:lnTo>
                        <a:pt x="102" y="98"/>
                      </a:lnTo>
                      <a:lnTo>
                        <a:pt x="111" y="107"/>
                      </a:lnTo>
                      <a:lnTo>
                        <a:pt x="120" y="107"/>
                      </a:lnTo>
                      <a:lnTo>
                        <a:pt x="120" y="111"/>
                      </a:lnTo>
                      <a:lnTo>
                        <a:pt x="129" y="116"/>
                      </a:lnTo>
                      <a:lnTo>
                        <a:pt x="129" y="120"/>
                      </a:lnTo>
                      <a:lnTo>
                        <a:pt x="143" y="125"/>
                      </a:lnTo>
                      <a:lnTo>
                        <a:pt x="134" y="134"/>
                      </a:lnTo>
                      <a:lnTo>
                        <a:pt x="129" y="134"/>
                      </a:lnTo>
                      <a:lnTo>
                        <a:pt x="129" y="125"/>
                      </a:lnTo>
                      <a:lnTo>
                        <a:pt x="102" y="125"/>
                      </a:lnTo>
                      <a:lnTo>
                        <a:pt x="89" y="120"/>
                      </a:lnTo>
                      <a:lnTo>
                        <a:pt x="76" y="102"/>
                      </a:lnTo>
                      <a:lnTo>
                        <a:pt x="67" y="89"/>
                      </a:lnTo>
                      <a:lnTo>
                        <a:pt x="58" y="84"/>
                      </a:lnTo>
                      <a:lnTo>
                        <a:pt x="40" y="80"/>
                      </a:lnTo>
                      <a:lnTo>
                        <a:pt x="26" y="93"/>
                      </a:lnTo>
                      <a:lnTo>
                        <a:pt x="31" y="102"/>
                      </a:lnTo>
                      <a:lnTo>
                        <a:pt x="22" y="107"/>
                      </a:lnTo>
                      <a:lnTo>
                        <a:pt x="4" y="102"/>
                      </a:lnTo>
                      <a:lnTo>
                        <a:pt x="4" y="107"/>
                      </a:lnTo>
                      <a:lnTo>
                        <a:pt x="0" y="102"/>
                      </a:lnTo>
                      <a:close/>
                      <a:moveTo>
                        <a:pt x="76" y="0"/>
                      </a:moveTo>
                      <a:lnTo>
                        <a:pt x="76" y="8"/>
                      </a:lnTo>
                      <a:lnTo>
                        <a:pt x="80" y="8"/>
                      </a:lnTo>
                      <a:lnTo>
                        <a:pt x="89" y="4"/>
                      </a:lnTo>
                      <a:lnTo>
                        <a:pt x="89" y="0"/>
                      </a:lnTo>
                      <a:lnTo>
                        <a:pt x="80" y="0"/>
                      </a:lnTo>
                      <a:lnTo>
                        <a:pt x="76" y="0"/>
                      </a:lnTo>
                      <a:close/>
                      <a:moveTo>
                        <a:pt x="102" y="53"/>
                      </a:moveTo>
                      <a:lnTo>
                        <a:pt x="102" y="58"/>
                      </a:lnTo>
                      <a:lnTo>
                        <a:pt x="111" y="62"/>
                      </a:lnTo>
                      <a:lnTo>
                        <a:pt x="116" y="67"/>
                      </a:lnTo>
                      <a:lnTo>
                        <a:pt x="125" y="62"/>
                      </a:lnTo>
                      <a:lnTo>
                        <a:pt x="129" y="71"/>
                      </a:lnTo>
                      <a:lnTo>
                        <a:pt x="147" y="67"/>
                      </a:lnTo>
                      <a:lnTo>
                        <a:pt x="151" y="58"/>
                      </a:lnTo>
                      <a:lnTo>
                        <a:pt x="160" y="58"/>
                      </a:lnTo>
                      <a:lnTo>
                        <a:pt x="165" y="40"/>
                      </a:lnTo>
                      <a:lnTo>
                        <a:pt x="160" y="35"/>
                      </a:lnTo>
                      <a:lnTo>
                        <a:pt x="151" y="35"/>
                      </a:lnTo>
                      <a:lnTo>
                        <a:pt x="151" y="49"/>
                      </a:lnTo>
                      <a:lnTo>
                        <a:pt x="143" y="53"/>
                      </a:lnTo>
                      <a:lnTo>
                        <a:pt x="134" y="53"/>
                      </a:lnTo>
                      <a:lnTo>
                        <a:pt x="129" y="49"/>
                      </a:lnTo>
                      <a:lnTo>
                        <a:pt x="125" y="53"/>
                      </a:lnTo>
                      <a:lnTo>
                        <a:pt x="102" y="53"/>
                      </a:lnTo>
                      <a:close/>
                      <a:moveTo>
                        <a:pt x="174" y="35"/>
                      </a:moveTo>
                      <a:lnTo>
                        <a:pt x="165" y="26"/>
                      </a:lnTo>
                      <a:lnTo>
                        <a:pt x="143" y="8"/>
                      </a:lnTo>
                      <a:lnTo>
                        <a:pt x="134" y="4"/>
                      </a:lnTo>
                      <a:lnTo>
                        <a:pt x="129" y="8"/>
                      </a:lnTo>
                      <a:lnTo>
                        <a:pt x="143" y="13"/>
                      </a:lnTo>
                      <a:lnTo>
                        <a:pt x="160" y="31"/>
                      </a:lnTo>
                      <a:lnTo>
                        <a:pt x="165" y="35"/>
                      </a:lnTo>
                      <a:lnTo>
                        <a:pt x="169" y="44"/>
                      </a:lnTo>
                      <a:lnTo>
                        <a:pt x="174" y="35"/>
                      </a:lnTo>
                      <a:close/>
                      <a:moveTo>
                        <a:pt x="196" y="53"/>
                      </a:moveTo>
                      <a:lnTo>
                        <a:pt x="196" y="62"/>
                      </a:lnTo>
                      <a:lnTo>
                        <a:pt x="201" y="76"/>
                      </a:lnTo>
                      <a:lnTo>
                        <a:pt x="210" y="71"/>
                      </a:lnTo>
                      <a:lnTo>
                        <a:pt x="214" y="67"/>
                      </a:lnTo>
                      <a:lnTo>
                        <a:pt x="201" y="53"/>
                      </a:lnTo>
                      <a:lnTo>
                        <a:pt x="196" y="53"/>
                      </a:lnTo>
                      <a:close/>
                    </a:path>
                  </a:pathLst>
                </a:custGeom>
                <a:grpFill/>
                <a:ln w="9525" cmpd="sng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>
                    <a:latin typeface="Delivery" panose="020F0503020204020204" pitchFamily="34" charset="0"/>
                  </a:endParaRPr>
                </a:p>
              </p:txBody>
            </p:sp>
            <p:grpSp>
              <p:nvGrpSpPr>
                <p:cNvPr id="58" name="Group 106">
                  <a:extLst>
                    <a:ext uri="{FF2B5EF4-FFF2-40B4-BE49-F238E27FC236}">
                      <a16:creationId xmlns:a16="http://schemas.microsoft.com/office/drawing/2014/main" id="{3BD2B88F-7FF0-22E8-39B9-42C34459F848}"/>
                    </a:ext>
                  </a:extLst>
                </p:cNvPr>
                <p:cNvGrpSpPr>
                  <a:grpSpLocks/>
                </p:cNvGrpSpPr>
                <p:nvPr/>
              </p:nvGrpSpPr>
              <p:grpSpPr bwMode="gray">
                <a:xfrm>
                  <a:off x="2959" y="911"/>
                  <a:ext cx="2448" cy="2208"/>
                  <a:chOff x="2959" y="911"/>
                  <a:chExt cx="2448" cy="2208"/>
                </a:xfrm>
                <a:grpFill/>
              </p:grpSpPr>
              <p:sp>
                <p:nvSpPr>
                  <p:cNvPr id="59" name="Freeform 107">
                    <a:extLst>
                      <a:ext uri="{FF2B5EF4-FFF2-40B4-BE49-F238E27FC236}">
                        <a16:creationId xmlns:a16="http://schemas.microsoft.com/office/drawing/2014/main" id="{230599E0-AF21-6F25-0896-61C1CEC3E0C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gray">
                  <a:xfrm>
                    <a:off x="3549" y="2172"/>
                    <a:ext cx="206" cy="165"/>
                  </a:xfrm>
                  <a:custGeom>
                    <a:avLst/>
                    <a:gdLst>
                      <a:gd name="T0" fmla="*/ 5 w 206"/>
                      <a:gd name="T1" fmla="*/ 156 h 165"/>
                      <a:gd name="T2" fmla="*/ 14 w 206"/>
                      <a:gd name="T3" fmla="*/ 160 h 165"/>
                      <a:gd name="T4" fmla="*/ 27 w 206"/>
                      <a:gd name="T5" fmla="*/ 165 h 165"/>
                      <a:gd name="T6" fmla="*/ 81 w 206"/>
                      <a:gd name="T7" fmla="*/ 160 h 165"/>
                      <a:gd name="T8" fmla="*/ 85 w 206"/>
                      <a:gd name="T9" fmla="*/ 138 h 165"/>
                      <a:gd name="T10" fmla="*/ 89 w 206"/>
                      <a:gd name="T11" fmla="*/ 129 h 165"/>
                      <a:gd name="T12" fmla="*/ 103 w 206"/>
                      <a:gd name="T13" fmla="*/ 129 h 165"/>
                      <a:gd name="T14" fmla="*/ 112 w 206"/>
                      <a:gd name="T15" fmla="*/ 120 h 165"/>
                      <a:gd name="T16" fmla="*/ 121 w 206"/>
                      <a:gd name="T17" fmla="*/ 125 h 165"/>
                      <a:gd name="T18" fmla="*/ 125 w 206"/>
                      <a:gd name="T19" fmla="*/ 120 h 165"/>
                      <a:gd name="T20" fmla="*/ 125 w 206"/>
                      <a:gd name="T21" fmla="*/ 107 h 165"/>
                      <a:gd name="T22" fmla="*/ 125 w 206"/>
                      <a:gd name="T23" fmla="*/ 102 h 165"/>
                      <a:gd name="T24" fmla="*/ 139 w 206"/>
                      <a:gd name="T25" fmla="*/ 93 h 165"/>
                      <a:gd name="T26" fmla="*/ 134 w 206"/>
                      <a:gd name="T27" fmla="*/ 84 h 165"/>
                      <a:gd name="T28" fmla="*/ 148 w 206"/>
                      <a:gd name="T29" fmla="*/ 80 h 165"/>
                      <a:gd name="T30" fmla="*/ 156 w 206"/>
                      <a:gd name="T31" fmla="*/ 62 h 165"/>
                      <a:gd name="T32" fmla="*/ 152 w 206"/>
                      <a:gd name="T33" fmla="*/ 53 h 165"/>
                      <a:gd name="T34" fmla="*/ 156 w 206"/>
                      <a:gd name="T35" fmla="*/ 44 h 165"/>
                      <a:gd name="T36" fmla="*/ 174 w 206"/>
                      <a:gd name="T37" fmla="*/ 35 h 165"/>
                      <a:gd name="T38" fmla="*/ 197 w 206"/>
                      <a:gd name="T39" fmla="*/ 31 h 165"/>
                      <a:gd name="T40" fmla="*/ 201 w 206"/>
                      <a:gd name="T41" fmla="*/ 31 h 165"/>
                      <a:gd name="T42" fmla="*/ 206 w 206"/>
                      <a:gd name="T43" fmla="*/ 26 h 165"/>
                      <a:gd name="T44" fmla="*/ 179 w 206"/>
                      <a:gd name="T45" fmla="*/ 22 h 165"/>
                      <a:gd name="T46" fmla="*/ 156 w 206"/>
                      <a:gd name="T47" fmla="*/ 35 h 165"/>
                      <a:gd name="T48" fmla="*/ 161 w 206"/>
                      <a:gd name="T49" fmla="*/ 17 h 165"/>
                      <a:gd name="T50" fmla="*/ 156 w 206"/>
                      <a:gd name="T51" fmla="*/ 4 h 165"/>
                      <a:gd name="T52" fmla="*/ 152 w 206"/>
                      <a:gd name="T53" fmla="*/ 0 h 165"/>
                      <a:gd name="T54" fmla="*/ 139 w 206"/>
                      <a:gd name="T55" fmla="*/ 17 h 165"/>
                      <a:gd name="T56" fmla="*/ 134 w 206"/>
                      <a:gd name="T57" fmla="*/ 17 h 165"/>
                      <a:gd name="T58" fmla="*/ 121 w 206"/>
                      <a:gd name="T59" fmla="*/ 22 h 165"/>
                      <a:gd name="T60" fmla="*/ 107 w 206"/>
                      <a:gd name="T61" fmla="*/ 26 h 165"/>
                      <a:gd name="T62" fmla="*/ 103 w 206"/>
                      <a:gd name="T63" fmla="*/ 26 h 165"/>
                      <a:gd name="T64" fmla="*/ 85 w 206"/>
                      <a:gd name="T65" fmla="*/ 26 h 165"/>
                      <a:gd name="T66" fmla="*/ 76 w 206"/>
                      <a:gd name="T67" fmla="*/ 22 h 165"/>
                      <a:gd name="T68" fmla="*/ 67 w 206"/>
                      <a:gd name="T69" fmla="*/ 26 h 165"/>
                      <a:gd name="T70" fmla="*/ 58 w 206"/>
                      <a:gd name="T71" fmla="*/ 44 h 165"/>
                      <a:gd name="T72" fmla="*/ 40 w 206"/>
                      <a:gd name="T73" fmla="*/ 49 h 165"/>
                      <a:gd name="T74" fmla="*/ 27 w 206"/>
                      <a:gd name="T75" fmla="*/ 62 h 165"/>
                      <a:gd name="T76" fmla="*/ 22 w 206"/>
                      <a:gd name="T77" fmla="*/ 53 h 165"/>
                      <a:gd name="T78" fmla="*/ 9 w 206"/>
                      <a:gd name="T79" fmla="*/ 53 h 165"/>
                      <a:gd name="T80" fmla="*/ 0 w 206"/>
                      <a:gd name="T81" fmla="*/ 80 h 165"/>
                      <a:gd name="T82" fmla="*/ 5 w 206"/>
                      <a:gd name="T83" fmla="*/ 89 h 165"/>
                      <a:gd name="T84" fmla="*/ 5 w 206"/>
                      <a:gd name="T85" fmla="*/ 125 h 165"/>
                      <a:gd name="T86" fmla="*/ 14 w 206"/>
                      <a:gd name="T87" fmla="*/ 125 h 165"/>
                      <a:gd name="T88" fmla="*/ 18 w 206"/>
                      <a:gd name="T89" fmla="*/ 138 h 165"/>
                      <a:gd name="T90" fmla="*/ 9 w 206"/>
                      <a:gd name="T91" fmla="*/ 143 h 165"/>
                      <a:gd name="T92" fmla="*/ 5 w 206"/>
                      <a:gd name="T93" fmla="*/ 156 h 16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</a:cxnLst>
                    <a:rect l="0" t="0" r="r" b="b"/>
                    <a:pathLst>
                      <a:path w="206" h="165">
                        <a:moveTo>
                          <a:pt x="5" y="156"/>
                        </a:moveTo>
                        <a:lnTo>
                          <a:pt x="14" y="160"/>
                        </a:lnTo>
                        <a:lnTo>
                          <a:pt x="27" y="165"/>
                        </a:lnTo>
                        <a:lnTo>
                          <a:pt x="81" y="160"/>
                        </a:lnTo>
                        <a:lnTo>
                          <a:pt x="85" y="138"/>
                        </a:lnTo>
                        <a:lnTo>
                          <a:pt x="89" y="129"/>
                        </a:lnTo>
                        <a:lnTo>
                          <a:pt x="103" y="129"/>
                        </a:lnTo>
                        <a:lnTo>
                          <a:pt x="112" y="120"/>
                        </a:lnTo>
                        <a:lnTo>
                          <a:pt x="121" y="125"/>
                        </a:lnTo>
                        <a:lnTo>
                          <a:pt x="125" y="120"/>
                        </a:lnTo>
                        <a:lnTo>
                          <a:pt x="125" y="107"/>
                        </a:lnTo>
                        <a:lnTo>
                          <a:pt x="125" y="102"/>
                        </a:lnTo>
                        <a:lnTo>
                          <a:pt x="139" y="93"/>
                        </a:lnTo>
                        <a:lnTo>
                          <a:pt x="134" y="84"/>
                        </a:lnTo>
                        <a:lnTo>
                          <a:pt x="148" y="80"/>
                        </a:lnTo>
                        <a:lnTo>
                          <a:pt x="156" y="62"/>
                        </a:lnTo>
                        <a:lnTo>
                          <a:pt x="152" y="53"/>
                        </a:lnTo>
                        <a:lnTo>
                          <a:pt x="156" y="44"/>
                        </a:lnTo>
                        <a:lnTo>
                          <a:pt x="174" y="35"/>
                        </a:lnTo>
                        <a:lnTo>
                          <a:pt x="197" y="31"/>
                        </a:lnTo>
                        <a:lnTo>
                          <a:pt x="201" y="31"/>
                        </a:lnTo>
                        <a:lnTo>
                          <a:pt x="206" y="26"/>
                        </a:lnTo>
                        <a:lnTo>
                          <a:pt x="179" y="22"/>
                        </a:lnTo>
                        <a:lnTo>
                          <a:pt x="156" y="35"/>
                        </a:lnTo>
                        <a:lnTo>
                          <a:pt x="161" y="17"/>
                        </a:lnTo>
                        <a:lnTo>
                          <a:pt x="156" y="4"/>
                        </a:lnTo>
                        <a:lnTo>
                          <a:pt x="152" y="0"/>
                        </a:lnTo>
                        <a:lnTo>
                          <a:pt x="139" y="17"/>
                        </a:lnTo>
                        <a:lnTo>
                          <a:pt x="134" y="17"/>
                        </a:lnTo>
                        <a:lnTo>
                          <a:pt x="121" y="22"/>
                        </a:lnTo>
                        <a:lnTo>
                          <a:pt x="107" y="26"/>
                        </a:lnTo>
                        <a:lnTo>
                          <a:pt x="103" y="26"/>
                        </a:lnTo>
                        <a:lnTo>
                          <a:pt x="85" y="26"/>
                        </a:lnTo>
                        <a:lnTo>
                          <a:pt x="76" y="22"/>
                        </a:lnTo>
                        <a:lnTo>
                          <a:pt x="67" y="26"/>
                        </a:lnTo>
                        <a:lnTo>
                          <a:pt x="58" y="44"/>
                        </a:lnTo>
                        <a:lnTo>
                          <a:pt x="40" y="49"/>
                        </a:lnTo>
                        <a:lnTo>
                          <a:pt x="27" y="62"/>
                        </a:lnTo>
                        <a:lnTo>
                          <a:pt x="22" y="53"/>
                        </a:lnTo>
                        <a:lnTo>
                          <a:pt x="9" y="53"/>
                        </a:lnTo>
                        <a:lnTo>
                          <a:pt x="0" y="80"/>
                        </a:lnTo>
                        <a:lnTo>
                          <a:pt x="5" y="89"/>
                        </a:lnTo>
                        <a:lnTo>
                          <a:pt x="5" y="125"/>
                        </a:lnTo>
                        <a:lnTo>
                          <a:pt x="14" y="125"/>
                        </a:lnTo>
                        <a:lnTo>
                          <a:pt x="18" y="138"/>
                        </a:lnTo>
                        <a:lnTo>
                          <a:pt x="9" y="143"/>
                        </a:lnTo>
                        <a:lnTo>
                          <a:pt x="5" y="156"/>
                        </a:lnTo>
                        <a:close/>
                      </a:path>
                    </a:pathLst>
                  </a:custGeom>
                  <a:grpFill/>
                  <a:ln w="9525" cmpd="sng">
                    <a:solidFill>
                      <a:schemeClr val="bg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dirty="0">
                      <a:latin typeface="Delivery" panose="020F0503020204020204" pitchFamily="34" charset="0"/>
                    </a:endParaRPr>
                  </a:p>
                </p:txBody>
              </p:sp>
              <p:sp>
                <p:nvSpPr>
                  <p:cNvPr id="60" name="Freeform 108">
                    <a:extLst>
                      <a:ext uri="{FF2B5EF4-FFF2-40B4-BE49-F238E27FC236}">
                        <a16:creationId xmlns:a16="http://schemas.microsoft.com/office/drawing/2014/main" id="{ABC20FD8-E362-663A-7C50-3D2767D29486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gray">
                  <a:xfrm>
                    <a:off x="3321" y="2104"/>
                    <a:ext cx="85" cy="76"/>
                  </a:xfrm>
                  <a:custGeom>
                    <a:avLst/>
                    <a:gdLst>
                      <a:gd name="T0" fmla="*/ 0 w 85"/>
                      <a:gd name="T1" fmla="*/ 50 h 76"/>
                      <a:gd name="T2" fmla="*/ 18 w 85"/>
                      <a:gd name="T3" fmla="*/ 63 h 76"/>
                      <a:gd name="T4" fmla="*/ 23 w 85"/>
                      <a:gd name="T5" fmla="*/ 68 h 76"/>
                      <a:gd name="T6" fmla="*/ 23 w 85"/>
                      <a:gd name="T7" fmla="*/ 54 h 76"/>
                      <a:gd name="T8" fmla="*/ 18 w 85"/>
                      <a:gd name="T9" fmla="*/ 54 h 76"/>
                      <a:gd name="T10" fmla="*/ 14 w 85"/>
                      <a:gd name="T11" fmla="*/ 54 h 76"/>
                      <a:gd name="T12" fmla="*/ 5 w 85"/>
                      <a:gd name="T13" fmla="*/ 50 h 76"/>
                      <a:gd name="T14" fmla="*/ 0 w 85"/>
                      <a:gd name="T15" fmla="*/ 50 h 76"/>
                      <a:gd name="T16" fmla="*/ 5 w 85"/>
                      <a:gd name="T17" fmla="*/ 23 h 76"/>
                      <a:gd name="T18" fmla="*/ 9 w 85"/>
                      <a:gd name="T19" fmla="*/ 23 h 76"/>
                      <a:gd name="T20" fmla="*/ 5 w 85"/>
                      <a:gd name="T21" fmla="*/ 23 h 76"/>
                      <a:gd name="T22" fmla="*/ 9 w 85"/>
                      <a:gd name="T23" fmla="*/ 27 h 76"/>
                      <a:gd name="T24" fmla="*/ 14 w 85"/>
                      <a:gd name="T25" fmla="*/ 23 h 76"/>
                      <a:gd name="T26" fmla="*/ 14 w 85"/>
                      <a:gd name="T27" fmla="*/ 27 h 76"/>
                      <a:gd name="T28" fmla="*/ 14 w 85"/>
                      <a:gd name="T29" fmla="*/ 32 h 76"/>
                      <a:gd name="T30" fmla="*/ 9 w 85"/>
                      <a:gd name="T31" fmla="*/ 32 h 76"/>
                      <a:gd name="T32" fmla="*/ 23 w 85"/>
                      <a:gd name="T33" fmla="*/ 41 h 76"/>
                      <a:gd name="T34" fmla="*/ 18 w 85"/>
                      <a:gd name="T35" fmla="*/ 45 h 76"/>
                      <a:gd name="T36" fmla="*/ 27 w 85"/>
                      <a:gd name="T37" fmla="*/ 50 h 76"/>
                      <a:gd name="T38" fmla="*/ 27 w 85"/>
                      <a:gd name="T39" fmla="*/ 54 h 76"/>
                      <a:gd name="T40" fmla="*/ 32 w 85"/>
                      <a:gd name="T41" fmla="*/ 54 h 76"/>
                      <a:gd name="T42" fmla="*/ 32 w 85"/>
                      <a:gd name="T43" fmla="*/ 59 h 76"/>
                      <a:gd name="T44" fmla="*/ 27 w 85"/>
                      <a:gd name="T45" fmla="*/ 59 h 76"/>
                      <a:gd name="T46" fmla="*/ 27 w 85"/>
                      <a:gd name="T47" fmla="*/ 63 h 76"/>
                      <a:gd name="T48" fmla="*/ 49 w 85"/>
                      <a:gd name="T49" fmla="*/ 50 h 76"/>
                      <a:gd name="T50" fmla="*/ 54 w 85"/>
                      <a:gd name="T51" fmla="*/ 54 h 76"/>
                      <a:gd name="T52" fmla="*/ 54 w 85"/>
                      <a:gd name="T53" fmla="*/ 68 h 76"/>
                      <a:gd name="T54" fmla="*/ 67 w 85"/>
                      <a:gd name="T55" fmla="*/ 76 h 76"/>
                      <a:gd name="T56" fmla="*/ 67 w 85"/>
                      <a:gd name="T57" fmla="*/ 63 h 76"/>
                      <a:gd name="T58" fmla="*/ 63 w 85"/>
                      <a:gd name="T59" fmla="*/ 54 h 76"/>
                      <a:gd name="T60" fmla="*/ 67 w 85"/>
                      <a:gd name="T61" fmla="*/ 54 h 76"/>
                      <a:gd name="T62" fmla="*/ 72 w 85"/>
                      <a:gd name="T63" fmla="*/ 59 h 76"/>
                      <a:gd name="T64" fmla="*/ 76 w 85"/>
                      <a:gd name="T65" fmla="*/ 41 h 76"/>
                      <a:gd name="T66" fmla="*/ 85 w 85"/>
                      <a:gd name="T67" fmla="*/ 36 h 76"/>
                      <a:gd name="T68" fmla="*/ 81 w 85"/>
                      <a:gd name="T69" fmla="*/ 27 h 76"/>
                      <a:gd name="T70" fmla="*/ 76 w 85"/>
                      <a:gd name="T71" fmla="*/ 32 h 76"/>
                      <a:gd name="T72" fmla="*/ 67 w 85"/>
                      <a:gd name="T73" fmla="*/ 23 h 76"/>
                      <a:gd name="T74" fmla="*/ 63 w 85"/>
                      <a:gd name="T75" fmla="*/ 9 h 76"/>
                      <a:gd name="T76" fmla="*/ 54 w 85"/>
                      <a:gd name="T77" fmla="*/ 14 h 76"/>
                      <a:gd name="T78" fmla="*/ 54 w 85"/>
                      <a:gd name="T79" fmla="*/ 14 h 76"/>
                      <a:gd name="T80" fmla="*/ 49 w 85"/>
                      <a:gd name="T81" fmla="*/ 18 h 76"/>
                      <a:gd name="T82" fmla="*/ 45 w 85"/>
                      <a:gd name="T83" fmla="*/ 18 h 76"/>
                      <a:gd name="T84" fmla="*/ 36 w 85"/>
                      <a:gd name="T85" fmla="*/ 5 h 76"/>
                      <a:gd name="T86" fmla="*/ 32 w 85"/>
                      <a:gd name="T87" fmla="*/ 5 h 76"/>
                      <a:gd name="T88" fmla="*/ 27 w 85"/>
                      <a:gd name="T89" fmla="*/ 0 h 76"/>
                      <a:gd name="T90" fmla="*/ 23 w 85"/>
                      <a:gd name="T91" fmla="*/ 9 h 76"/>
                      <a:gd name="T92" fmla="*/ 27 w 85"/>
                      <a:gd name="T93" fmla="*/ 14 h 76"/>
                      <a:gd name="T94" fmla="*/ 36 w 85"/>
                      <a:gd name="T95" fmla="*/ 18 h 76"/>
                      <a:gd name="T96" fmla="*/ 32 w 85"/>
                      <a:gd name="T97" fmla="*/ 23 h 76"/>
                      <a:gd name="T98" fmla="*/ 27 w 85"/>
                      <a:gd name="T99" fmla="*/ 18 h 76"/>
                      <a:gd name="T100" fmla="*/ 18 w 85"/>
                      <a:gd name="T101" fmla="*/ 23 h 76"/>
                      <a:gd name="T102" fmla="*/ 9 w 85"/>
                      <a:gd name="T103" fmla="*/ 18 h 76"/>
                      <a:gd name="T104" fmla="*/ 5 w 85"/>
                      <a:gd name="T105" fmla="*/ 23 h 7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</a:cxnLst>
                    <a:rect l="0" t="0" r="r" b="b"/>
                    <a:pathLst>
                      <a:path w="85" h="76">
                        <a:moveTo>
                          <a:pt x="0" y="50"/>
                        </a:moveTo>
                        <a:lnTo>
                          <a:pt x="18" y="63"/>
                        </a:lnTo>
                        <a:lnTo>
                          <a:pt x="23" y="68"/>
                        </a:lnTo>
                        <a:lnTo>
                          <a:pt x="23" y="54"/>
                        </a:lnTo>
                        <a:lnTo>
                          <a:pt x="18" y="54"/>
                        </a:lnTo>
                        <a:lnTo>
                          <a:pt x="14" y="54"/>
                        </a:lnTo>
                        <a:lnTo>
                          <a:pt x="5" y="50"/>
                        </a:lnTo>
                        <a:lnTo>
                          <a:pt x="0" y="50"/>
                        </a:lnTo>
                        <a:close/>
                        <a:moveTo>
                          <a:pt x="5" y="23"/>
                        </a:moveTo>
                        <a:lnTo>
                          <a:pt x="9" y="23"/>
                        </a:lnTo>
                        <a:lnTo>
                          <a:pt x="5" y="23"/>
                        </a:lnTo>
                        <a:lnTo>
                          <a:pt x="9" y="27"/>
                        </a:lnTo>
                        <a:lnTo>
                          <a:pt x="14" y="23"/>
                        </a:lnTo>
                        <a:lnTo>
                          <a:pt x="14" y="27"/>
                        </a:lnTo>
                        <a:lnTo>
                          <a:pt x="14" y="32"/>
                        </a:lnTo>
                        <a:lnTo>
                          <a:pt x="9" y="32"/>
                        </a:lnTo>
                        <a:lnTo>
                          <a:pt x="23" y="41"/>
                        </a:lnTo>
                        <a:lnTo>
                          <a:pt x="18" y="45"/>
                        </a:lnTo>
                        <a:lnTo>
                          <a:pt x="27" y="50"/>
                        </a:lnTo>
                        <a:lnTo>
                          <a:pt x="27" y="54"/>
                        </a:lnTo>
                        <a:lnTo>
                          <a:pt x="32" y="54"/>
                        </a:lnTo>
                        <a:lnTo>
                          <a:pt x="32" y="59"/>
                        </a:lnTo>
                        <a:lnTo>
                          <a:pt x="27" y="59"/>
                        </a:lnTo>
                        <a:lnTo>
                          <a:pt x="27" y="63"/>
                        </a:lnTo>
                        <a:lnTo>
                          <a:pt x="49" y="50"/>
                        </a:lnTo>
                        <a:lnTo>
                          <a:pt x="54" y="54"/>
                        </a:lnTo>
                        <a:lnTo>
                          <a:pt x="54" y="68"/>
                        </a:lnTo>
                        <a:lnTo>
                          <a:pt x="67" y="76"/>
                        </a:lnTo>
                        <a:lnTo>
                          <a:pt x="67" y="63"/>
                        </a:lnTo>
                        <a:lnTo>
                          <a:pt x="63" y="54"/>
                        </a:lnTo>
                        <a:lnTo>
                          <a:pt x="67" y="54"/>
                        </a:lnTo>
                        <a:lnTo>
                          <a:pt x="72" y="59"/>
                        </a:lnTo>
                        <a:lnTo>
                          <a:pt x="76" y="41"/>
                        </a:lnTo>
                        <a:lnTo>
                          <a:pt x="85" y="36"/>
                        </a:lnTo>
                        <a:lnTo>
                          <a:pt x="81" y="27"/>
                        </a:lnTo>
                        <a:lnTo>
                          <a:pt x="76" y="32"/>
                        </a:lnTo>
                        <a:lnTo>
                          <a:pt x="67" y="23"/>
                        </a:lnTo>
                        <a:lnTo>
                          <a:pt x="63" y="9"/>
                        </a:lnTo>
                        <a:lnTo>
                          <a:pt x="54" y="14"/>
                        </a:lnTo>
                        <a:lnTo>
                          <a:pt x="54" y="14"/>
                        </a:lnTo>
                        <a:lnTo>
                          <a:pt x="49" y="18"/>
                        </a:lnTo>
                        <a:lnTo>
                          <a:pt x="45" y="18"/>
                        </a:lnTo>
                        <a:lnTo>
                          <a:pt x="36" y="5"/>
                        </a:lnTo>
                        <a:lnTo>
                          <a:pt x="32" y="5"/>
                        </a:lnTo>
                        <a:lnTo>
                          <a:pt x="27" y="0"/>
                        </a:lnTo>
                        <a:lnTo>
                          <a:pt x="23" y="9"/>
                        </a:lnTo>
                        <a:lnTo>
                          <a:pt x="27" y="14"/>
                        </a:lnTo>
                        <a:lnTo>
                          <a:pt x="36" y="18"/>
                        </a:lnTo>
                        <a:lnTo>
                          <a:pt x="32" y="23"/>
                        </a:lnTo>
                        <a:lnTo>
                          <a:pt x="27" y="18"/>
                        </a:lnTo>
                        <a:lnTo>
                          <a:pt x="18" y="23"/>
                        </a:lnTo>
                        <a:lnTo>
                          <a:pt x="9" y="18"/>
                        </a:lnTo>
                        <a:lnTo>
                          <a:pt x="5" y="23"/>
                        </a:lnTo>
                        <a:close/>
                      </a:path>
                    </a:pathLst>
                  </a:custGeom>
                  <a:grpFill/>
                  <a:ln w="9525" cmpd="sng">
                    <a:solidFill>
                      <a:schemeClr val="bg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dirty="0">
                      <a:latin typeface="Delivery" panose="020F0503020204020204" pitchFamily="34" charset="0"/>
                    </a:endParaRPr>
                  </a:p>
                </p:txBody>
              </p:sp>
              <p:sp>
                <p:nvSpPr>
                  <p:cNvPr id="61" name="Freeform 109">
                    <a:extLst>
                      <a:ext uri="{FF2B5EF4-FFF2-40B4-BE49-F238E27FC236}">
                        <a16:creationId xmlns:a16="http://schemas.microsoft.com/office/drawing/2014/main" id="{37F6BA35-098D-945D-CFFD-2C4E2F882EB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gray">
                  <a:xfrm>
                    <a:off x="3402" y="2382"/>
                    <a:ext cx="9" cy="8"/>
                  </a:xfrm>
                  <a:custGeom>
                    <a:avLst/>
                    <a:gdLst>
                      <a:gd name="T0" fmla="*/ 4 w 9"/>
                      <a:gd name="T1" fmla="*/ 0 h 8"/>
                      <a:gd name="T2" fmla="*/ 0 w 9"/>
                      <a:gd name="T3" fmla="*/ 8 h 8"/>
                      <a:gd name="T4" fmla="*/ 4 w 9"/>
                      <a:gd name="T5" fmla="*/ 8 h 8"/>
                      <a:gd name="T6" fmla="*/ 9 w 9"/>
                      <a:gd name="T7" fmla="*/ 0 h 8"/>
                      <a:gd name="T8" fmla="*/ 4 w 9"/>
                      <a:gd name="T9" fmla="*/ 0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9" h="8">
                        <a:moveTo>
                          <a:pt x="4" y="0"/>
                        </a:moveTo>
                        <a:lnTo>
                          <a:pt x="0" y="8"/>
                        </a:lnTo>
                        <a:lnTo>
                          <a:pt x="4" y="8"/>
                        </a:lnTo>
                        <a:lnTo>
                          <a:pt x="9" y="0"/>
                        </a:lnTo>
                        <a:lnTo>
                          <a:pt x="4" y="0"/>
                        </a:lnTo>
                        <a:close/>
                      </a:path>
                    </a:pathLst>
                  </a:custGeom>
                  <a:grpFill/>
                  <a:ln w="9525" cmpd="sng">
                    <a:solidFill>
                      <a:schemeClr val="bg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dirty="0">
                      <a:latin typeface="Delivery" panose="020F0503020204020204" pitchFamily="34" charset="0"/>
                    </a:endParaRPr>
                  </a:p>
                </p:txBody>
              </p:sp>
              <p:sp>
                <p:nvSpPr>
                  <p:cNvPr id="62" name="Freeform 110">
                    <a:extLst>
                      <a:ext uri="{FF2B5EF4-FFF2-40B4-BE49-F238E27FC236}">
                        <a16:creationId xmlns:a16="http://schemas.microsoft.com/office/drawing/2014/main" id="{D14F6771-72E9-70BE-4695-D91FE858A7A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gray">
                  <a:xfrm>
                    <a:off x="3942" y="2382"/>
                    <a:ext cx="72" cy="93"/>
                  </a:xfrm>
                  <a:custGeom>
                    <a:avLst/>
                    <a:gdLst>
                      <a:gd name="T0" fmla="*/ 23 w 72"/>
                      <a:gd name="T1" fmla="*/ 76 h 93"/>
                      <a:gd name="T2" fmla="*/ 27 w 72"/>
                      <a:gd name="T3" fmla="*/ 71 h 93"/>
                      <a:gd name="T4" fmla="*/ 31 w 72"/>
                      <a:gd name="T5" fmla="*/ 76 h 93"/>
                      <a:gd name="T6" fmla="*/ 36 w 72"/>
                      <a:gd name="T7" fmla="*/ 71 h 93"/>
                      <a:gd name="T8" fmla="*/ 40 w 72"/>
                      <a:gd name="T9" fmla="*/ 67 h 93"/>
                      <a:gd name="T10" fmla="*/ 45 w 72"/>
                      <a:gd name="T11" fmla="*/ 71 h 93"/>
                      <a:gd name="T12" fmla="*/ 45 w 72"/>
                      <a:gd name="T13" fmla="*/ 67 h 93"/>
                      <a:gd name="T14" fmla="*/ 49 w 72"/>
                      <a:gd name="T15" fmla="*/ 67 h 93"/>
                      <a:gd name="T16" fmla="*/ 54 w 72"/>
                      <a:gd name="T17" fmla="*/ 80 h 93"/>
                      <a:gd name="T18" fmla="*/ 58 w 72"/>
                      <a:gd name="T19" fmla="*/ 89 h 93"/>
                      <a:gd name="T20" fmla="*/ 63 w 72"/>
                      <a:gd name="T21" fmla="*/ 93 h 93"/>
                      <a:gd name="T22" fmla="*/ 72 w 72"/>
                      <a:gd name="T23" fmla="*/ 89 h 93"/>
                      <a:gd name="T24" fmla="*/ 67 w 72"/>
                      <a:gd name="T25" fmla="*/ 80 h 93"/>
                      <a:gd name="T26" fmla="*/ 67 w 72"/>
                      <a:gd name="T27" fmla="*/ 71 h 93"/>
                      <a:gd name="T28" fmla="*/ 63 w 72"/>
                      <a:gd name="T29" fmla="*/ 44 h 93"/>
                      <a:gd name="T30" fmla="*/ 58 w 72"/>
                      <a:gd name="T31" fmla="*/ 44 h 93"/>
                      <a:gd name="T32" fmla="*/ 58 w 72"/>
                      <a:gd name="T33" fmla="*/ 53 h 93"/>
                      <a:gd name="T34" fmla="*/ 49 w 72"/>
                      <a:gd name="T35" fmla="*/ 53 h 93"/>
                      <a:gd name="T36" fmla="*/ 54 w 72"/>
                      <a:gd name="T37" fmla="*/ 44 h 93"/>
                      <a:gd name="T38" fmla="*/ 67 w 72"/>
                      <a:gd name="T39" fmla="*/ 35 h 93"/>
                      <a:gd name="T40" fmla="*/ 67 w 72"/>
                      <a:gd name="T41" fmla="*/ 22 h 93"/>
                      <a:gd name="T42" fmla="*/ 31 w 72"/>
                      <a:gd name="T43" fmla="*/ 17 h 93"/>
                      <a:gd name="T44" fmla="*/ 27 w 72"/>
                      <a:gd name="T45" fmla="*/ 13 h 93"/>
                      <a:gd name="T46" fmla="*/ 9 w 72"/>
                      <a:gd name="T47" fmla="*/ 0 h 93"/>
                      <a:gd name="T48" fmla="*/ 5 w 72"/>
                      <a:gd name="T49" fmla="*/ 4 h 93"/>
                      <a:gd name="T50" fmla="*/ 0 w 72"/>
                      <a:gd name="T51" fmla="*/ 17 h 93"/>
                      <a:gd name="T52" fmla="*/ 14 w 72"/>
                      <a:gd name="T53" fmla="*/ 22 h 93"/>
                      <a:gd name="T54" fmla="*/ 9 w 72"/>
                      <a:gd name="T55" fmla="*/ 26 h 93"/>
                      <a:gd name="T56" fmla="*/ 5 w 72"/>
                      <a:gd name="T57" fmla="*/ 31 h 93"/>
                      <a:gd name="T58" fmla="*/ 9 w 72"/>
                      <a:gd name="T59" fmla="*/ 35 h 93"/>
                      <a:gd name="T60" fmla="*/ 9 w 72"/>
                      <a:gd name="T61" fmla="*/ 44 h 93"/>
                      <a:gd name="T62" fmla="*/ 23 w 72"/>
                      <a:gd name="T63" fmla="*/ 76 h 9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</a:cxnLst>
                    <a:rect l="0" t="0" r="r" b="b"/>
                    <a:pathLst>
                      <a:path w="72" h="93">
                        <a:moveTo>
                          <a:pt x="23" y="76"/>
                        </a:moveTo>
                        <a:lnTo>
                          <a:pt x="27" y="71"/>
                        </a:lnTo>
                        <a:lnTo>
                          <a:pt x="31" y="76"/>
                        </a:lnTo>
                        <a:lnTo>
                          <a:pt x="36" y="71"/>
                        </a:lnTo>
                        <a:lnTo>
                          <a:pt x="40" y="67"/>
                        </a:lnTo>
                        <a:lnTo>
                          <a:pt x="45" y="71"/>
                        </a:lnTo>
                        <a:lnTo>
                          <a:pt x="45" y="67"/>
                        </a:lnTo>
                        <a:lnTo>
                          <a:pt x="49" y="67"/>
                        </a:lnTo>
                        <a:lnTo>
                          <a:pt x="54" y="80"/>
                        </a:lnTo>
                        <a:lnTo>
                          <a:pt x="58" y="89"/>
                        </a:lnTo>
                        <a:lnTo>
                          <a:pt x="63" y="93"/>
                        </a:lnTo>
                        <a:lnTo>
                          <a:pt x="72" y="89"/>
                        </a:lnTo>
                        <a:lnTo>
                          <a:pt x="67" y="80"/>
                        </a:lnTo>
                        <a:lnTo>
                          <a:pt x="67" y="71"/>
                        </a:lnTo>
                        <a:lnTo>
                          <a:pt x="63" y="44"/>
                        </a:lnTo>
                        <a:lnTo>
                          <a:pt x="58" y="44"/>
                        </a:lnTo>
                        <a:lnTo>
                          <a:pt x="58" y="53"/>
                        </a:lnTo>
                        <a:lnTo>
                          <a:pt x="49" y="53"/>
                        </a:lnTo>
                        <a:lnTo>
                          <a:pt x="54" y="44"/>
                        </a:lnTo>
                        <a:lnTo>
                          <a:pt x="67" y="35"/>
                        </a:lnTo>
                        <a:lnTo>
                          <a:pt x="67" y="22"/>
                        </a:lnTo>
                        <a:lnTo>
                          <a:pt x="31" y="17"/>
                        </a:lnTo>
                        <a:lnTo>
                          <a:pt x="27" y="13"/>
                        </a:lnTo>
                        <a:lnTo>
                          <a:pt x="9" y="0"/>
                        </a:lnTo>
                        <a:lnTo>
                          <a:pt x="5" y="4"/>
                        </a:lnTo>
                        <a:lnTo>
                          <a:pt x="0" y="17"/>
                        </a:lnTo>
                        <a:lnTo>
                          <a:pt x="14" y="22"/>
                        </a:lnTo>
                        <a:lnTo>
                          <a:pt x="9" y="26"/>
                        </a:lnTo>
                        <a:lnTo>
                          <a:pt x="5" y="31"/>
                        </a:lnTo>
                        <a:lnTo>
                          <a:pt x="9" y="35"/>
                        </a:lnTo>
                        <a:lnTo>
                          <a:pt x="9" y="44"/>
                        </a:lnTo>
                        <a:lnTo>
                          <a:pt x="23" y="76"/>
                        </a:lnTo>
                        <a:close/>
                      </a:path>
                    </a:pathLst>
                  </a:custGeom>
                  <a:grpFill/>
                  <a:ln w="9525" cmpd="sng">
                    <a:solidFill>
                      <a:schemeClr val="bg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dirty="0">
                      <a:latin typeface="Delivery" panose="020F0503020204020204" pitchFamily="34" charset="0"/>
                    </a:endParaRPr>
                  </a:p>
                </p:txBody>
              </p:sp>
              <p:sp>
                <p:nvSpPr>
                  <p:cNvPr id="63" name="Freeform 111">
                    <a:extLst>
                      <a:ext uri="{FF2B5EF4-FFF2-40B4-BE49-F238E27FC236}">
                        <a16:creationId xmlns:a16="http://schemas.microsoft.com/office/drawing/2014/main" id="{88D2E98C-6D15-FF9F-3B39-26D7D74EB85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gray">
                  <a:xfrm>
                    <a:off x="3303" y="2122"/>
                    <a:ext cx="50" cy="50"/>
                  </a:xfrm>
                  <a:custGeom>
                    <a:avLst/>
                    <a:gdLst>
                      <a:gd name="T0" fmla="*/ 0 w 50"/>
                      <a:gd name="T1" fmla="*/ 0 h 50"/>
                      <a:gd name="T2" fmla="*/ 5 w 50"/>
                      <a:gd name="T3" fmla="*/ 18 h 50"/>
                      <a:gd name="T4" fmla="*/ 14 w 50"/>
                      <a:gd name="T5" fmla="*/ 23 h 50"/>
                      <a:gd name="T6" fmla="*/ 18 w 50"/>
                      <a:gd name="T7" fmla="*/ 32 h 50"/>
                      <a:gd name="T8" fmla="*/ 23 w 50"/>
                      <a:gd name="T9" fmla="*/ 32 h 50"/>
                      <a:gd name="T10" fmla="*/ 32 w 50"/>
                      <a:gd name="T11" fmla="*/ 36 h 50"/>
                      <a:gd name="T12" fmla="*/ 36 w 50"/>
                      <a:gd name="T13" fmla="*/ 36 h 50"/>
                      <a:gd name="T14" fmla="*/ 41 w 50"/>
                      <a:gd name="T15" fmla="*/ 36 h 50"/>
                      <a:gd name="T16" fmla="*/ 41 w 50"/>
                      <a:gd name="T17" fmla="*/ 50 h 50"/>
                      <a:gd name="T18" fmla="*/ 45 w 50"/>
                      <a:gd name="T19" fmla="*/ 50 h 50"/>
                      <a:gd name="T20" fmla="*/ 45 w 50"/>
                      <a:gd name="T21" fmla="*/ 45 h 50"/>
                      <a:gd name="T22" fmla="*/ 45 w 50"/>
                      <a:gd name="T23" fmla="*/ 41 h 50"/>
                      <a:gd name="T24" fmla="*/ 50 w 50"/>
                      <a:gd name="T25" fmla="*/ 41 h 50"/>
                      <a:gd name="T26" fmla="*/ 50 w 50"/>
                      <a:gd name="T27" fmla="*/ 36 h 50"/>
                      <a:gd name="T28" fmla="*/ 45 w 50"/>
                      <a:gd name="T29" fmla="*/ 36 h 50"/>
                      <a:gd name="T30" fmla="*/ 45 w 50"/>
                      <a:gd name="T31" fmla="*/ 32 h 50"/>
                      <a:gd name="T32" fmla="*/ 36 w 50"/>
                      <a:gd name="T33" fmla="*/ 27 h 50"/>
                      <a:gd name="T34" fmla="*/ 41 w 50"/>
                      <a:gd name="T35" fmla="*/ 23 h 50"/>
                      <a:gd name="T36" fmla="*/ 27 w 50"/>
                      <a:gd name="T37" fmla="*/ 14 h 50"/>
                      <a:gd name="T38" fmla="*/ 32 w 50"/>
                      <a:gd name="T39" fmla="*/ 14 h 50"/>
                      <a:gd name="T40" fmla="*/ 32 w 50"/>
                      <a:gd name="T41" fmla="*/ 9 h 50"/>
                      <a:gd name="T42" fmla="*/ 32 w 50"/>
                      <a:gd name="T43" fmla="*/ 5 h 50"/>
                      <a:gd name="T44" fmla="*/ 27 w 50"/>
                      <a:gd name="T45" fmla="*/ 9 h 50"/>
                      <a:gd name="T46" fmla="*/ 23 w 50"/>
                      <a:gd name="T47" fmla="*/ 5 h 50"/>
                      <a:gd name="T48" fmla="*/ 27 w 50"/>
                      <a:gd name="T49" fmla="*/ 5 h 50"/>
                      <a:gd name="T50" fmla="*/ 23 w 50"/>
                      <a:gd name="T51" fmla="*/ 5 h 50"/>
                      <a:gd name="T52" fmla="*/ 14 w 50"/>
                      <a:gd name="T53" fmla="*/ 0 h 50"/>
                      <a:gd name="T54" fmla="*/ 9 w 50"/>
                      <a:gd name="T55" fmla="*/ 5 h 50"/>
                      <a:gd name="T56" fmla="*/ 0 w 50"/>
                      <a:gd name="T57" fmla="*/ 0 h 5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</a:cxnLst>
                    <a:rect l="0" t="0" r="r" b="b"/>
                    <a:pathLst>
                      <a:path w="50" h="50">
                        <a:moveTo>
                          <a:pt x="0" y="0"/>
                        </a:moveTo>
                        <a:lnTo>
                          <a:pt x="5" y="18"/>
                        </a:lnTo>
                        <a:lnTo>
                          <a:pt x="14" y="23"/>
                        </a:lnTo>
                        <a:lnTo>
                          <a:pt x="18" y="32"/>
                        </a:lnTo>
                        <a:lnTo>
                          <a:pt x="23" y="32"/>
                        </a:lnTo>
                        <a:lnTo>
                          <a:pt x="32" y="36"/>
                        </a:lnTo>
                        <a:lnTo>
                          <a:pt x="36" y="36"/>
                        </a:lnTo>
                        <a:lnTo>
                          <a:pt x="41" y="36"/>
                        </a:lnTo>
                        <a:lnTo>
                          <a:pt x="41" y="50"/>
                        </a:lnTo>
                        <a:lnTo>
                          <a:pt x="45" y="50"/>
                        </a:lnTo>
                        <a:lnTo>
                          <a:pt x="45" y="45"/>
                        </a:lnTo>
                        <a:lnTo>
                          <a:pt x="45" y="41"/>
                        </a:lnTo>
                        <a:lnTo>
                          <a:pt x="50" y="41"/>
                        </a:lnTo>
                        <a:lnTo>
                          <a:pt x="50" y="36"/>
                        </a:lnTo>
                        <a:lnTo>
                          <a:pt x="45" y="36"/>
                        </a:lnTo>
                        <a:lnTo>
                          <a:pt x="45" y="32"/>
                        </a:lnTo>
                        <a:lnTo>
                          <a:pt x="36" y="27"/>
                        </a:lnTo>
                        <a:lnTo>
                          <a:pt x="41" y="23"/>
                        </a:lnTo>
                        <a:lnTo>
                          <a:pt x="27" y="14"/>
                        </a:lnTo>
                        <a:lnTo>
                          <a:pt x="32" y="14"/>
                        </a:lnTo>
                        <a:lnTo>
                          <a:pt x="32" y="9"/>
                        </a:lnTo>
                        <a:lnTo>
                          <a:pt x="32" y="5"/>
                        </a:lnTo>
                        <a:lnTo>
                          <a:pt x="27" y="9"/>
                        </a:lnTo>
                        <a:lnTo>
                          <a:pt x="23" y="5"/>
                        </a:lnTo>
                        <a:lnTo>
                          <a:pt x="27" y="5"/>
                        </a:lnTo>
                        <a:lnTo>
                          <a:pt x="23" y="5"/>
                        </a:lnTo>
                        <a:lnTo>
                          <a:pt x="14" y="0"/>
                        </a:lnTo>
                        <a:lnTo>
                          <a:pt x="9" y="5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pFill/>
                  <a:ln w="9525" cmpd="sng">
                    <a:solidFill>
                      <a:schemeClr val="bg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dirty="0">
                      <a:latin typeface="Delivery" panose="020F0503020204020204" pitchFamily="34" charset="0"/>
                    </a:endParaRPr>
                  </a:p>
                </p:txBody>
              </p:sp>
              <p:sp>
                <p:nvSpPr>
                  <p:cNvPr id="455" name="Freeform 112">
                    <a:extLst>
                      <a:ext uri="{FF2B5EF4-FFF2-40B4-BE49-F238E27FC236}">
                        <a16:creationId xmlns:a16="http://schemas.microsoft.com/office/drawing/2014/main" id="{25BEDB38-9DD2-0CA5-D771-9C6D5FC474A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gray">
                  <a:xfrm>
                    <a:off x="3956" y="2355"/>
                    <a:ext cx="40" cy="27"/>
                  </a:xfrm>
                  <a:custGeom>
                    <a:avLst/>
                    <a:gdLst>
                      <a:gd name="T0" fmla="*/ 0 w 40"/>
                      <a:gd name="T1" fmla="*/ 22 h 27"/>
                      <a:gd name="T2" fmla="*/ 0 w 40"/>
                      <a:gd name="T3" fmla="*/ 27 h 27"/>
                      <a:gd name="T4" fmla="*/ 4 w 40"/>
                      <a:gd name="T5" fmla="*/ 27 h 27"/>
                      <a:gd name="T6" fmla="*/ 17 w 40"/>
                      <a:gd name="T7" fmla="*/ 27 h 27"/>
                      <a:gd name="T8" fmla="*/ 22 w 40"/>
                      <a:gd name="T9" fmla="*/ 22 h 27"/>
                      <a:gd name="T10" fmla="*/ 40 w 40"/>
                      <a:gd name="T11" fmla="*/ 22 h 27"/>
                      <a:gd name="T12" fmla="*/ 40 w 40"/>
                      <a:gd name="T13" fmla="*/ 4 h 27"/>
                      <a:gd name="T14" fmla="*/ 35 w 40"/>
                      <a:gd name="T15" fmla="*/ 4 h 27"/>
                      <a:gd name="T16" fmla="*/ 26 w 40"/>
                      <a:gd name="T17" fmla="*/ 0 h 27"/>
                      <a:gd name="T18" fmla="*/ 13 w 40"/>
                      <a:gd name="T19" fmla="*/ 9 h 27"/>
                      <a:gd name="T20" fmla="*/ 0 w 40"/>
                      <a:gd name="T21" fmla="*/ 22 h 2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40" h="27">
                        <a:moveTo>
                          <a:pt x="0" y="22"/>
                        </a:moveTo>
                        <a:lnTo>
                          <a:pt x="0" y="27"/>
                        </a:lnTo>
                        <a:lnTo>
                          <a:pt x="4" y="27"/>
                        </a:lnTo>
                        <a:lnTo>
                          <a:pt x="17" y="27"/>
                        </a:lnTo>
                        <a:lnTo>
                          <a:pt x="22" y="22"/>
                        </a:lnTo>
                        <a:lnTo>
                          <a:pt x="40" y="22"/>
                        </a:lnTo>
                        <a:lnTo>
                          <a:pt x="40" y="4"/>
                        </a:lnTo>
                        <a:lnTo>
                          <a:pt x="35" y="4"/>
                        </a:lnTo>
                        <a:lnTo>
                          <a:pt x="26" y="0"/>
                        </a:lnTo>
                        <a:lnTo>
                          <a:pt x="13" y="9"/>
                        </a:lnTo>
                        <a:lnTo>
                          <a:pt x="0" y="22"/>
                        </a:lnTo>
                        <a:close/>
                      </a:path>
                    </a:pathLst>
                  </a:custGeom>
                  <a:grpFill/>
                  <a:ln w="9525" cmpd="sng">
                    <a:solidFill>
                      <a:schemeClr val="bg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dirty="0">
                      <a:latin typeface="Delivery" panose="020F0503020204020204" pitchFamily="34" charset="0"/>
                    </a:endParaRPr>
                  </a:p>
                </p:txBody>
              </p:sp>
              <p:sp>
                <p:nvSpPr>
                  <p:cNvPr id="456" name="Freeform 113">
                    <a:extLst>
                      <a:ext uri="{FF2B5EF4-FFF2-40B4-BE49-F238E27FC236}">
                        <a16:creationId xmlns:a16="http://schemas.microsoft.com/office/drawing/2014/main" id="{60C2FFB9-6599-BAF8-86F7-D4B75ABB75F8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gray">
                  <a:xfrm>
                    <a:off x="4934" y="2895"/>
                    <a:ext cx="71" cy="50"/>
                  </a:xfrm>
                  <a:custGeom>
                    <a:avLst/>
                    <a:gdLst>
                      <a:gd name="T0" fmla="*/ 4 w 71"/>
                      <a:gd name="T1" fmla="*/ 5 h 50"/>
                      <a:gd name="T2" fmla="*/ 0 w 71"/>
                      <a:gd name="T3" fmla="*/ 9 h 50"/>
                      <a:gd name="T4" fmla="*/ 4 w 71"/>
                      <a:gd name="T5" fmla="*/ 14 h 50"/>
                      <a:gd name="T6" fmla="*/ 9 w 71"/>
                      <a:gd name="T7" fmla="*/ 18 h 50"/>
                      <a:gd name="T8" fmla="*/ 13 w 71"/>
                      <a:gd name="T9" fmla="*/ 14 h 50"/>
                      <a:gd name="T10" fmla="*/ 9 w 71"/>
                      <a:gd name="T11" fmla="*/ 14 h 50"/>
                      <a:gd name="T12" fmla="*/ 4 w 71"/>
                      <a:gd name="T13" fmla="*/ 5 h 50"/>
                      <a:gd name="T14" fmla="*/ 18 w 71"/>
                      <a:gd name="T15" fmla="*/ 0 h 50"/>
                      <a:gd name="T16" fmla="*/ 13 w 71"/>
                      <a:gd name="T17" fmla="*/ 0 h 50"/>
                      <a:gd name="T18" fmla="*/ 18 w 71"/>
                      <a:gd name="T19" fmla="*/ 9 h 50"/>
                      <a:gd name="T20" fmla="*/ 31 w 71"/>
                      <a:gd name="T21" fmla="*/ 14 h 50"/>
                      <a:gd name="T22" fmla="*/ 36 w 71"/>
                      <a:gd name="T23" fmla="*/ 18 h 50"/>
                      <a:gd name="T24" fmla="*/ 31 w 71"/>
                      <a:gd name="T25" fmla="*/ 9 h 50"/>
                      <a:gd name="T26" fmla="*/ 18 w 71"/>
                      <a:gd name="T27" fmla="*/ 0 h 50"/>
                      <a:gd name="T28" fmla="*/ 31 w 71"/>
                      <a:gd name="T29" fmla="*/ 23 h 50"/>
                      <a:gd name="T30" fmla="*/ 27 w 71"/>
                      <a:gd name="T31" fmla="*/ 27 h 50"/>
                      <a:gd name="T32" fmla="*/ 40 w 71"/>
                      <a:gd name="T33" fmla="*/ 36 h 50"/>
                      <a:gd name="T34" fmla="*/ 45 w 71"/>
                      <a:gd name="T35" fmla="*/ 36 h 50"/>
                      <a:gd name="T36" fmla="*/ 49 w 71"/>
                      <a:gd name="T37" fmla="*/ 32 h 50"/>
                      <a:gd name="T38" fmla="*/ 40 w 71"/>
                      <a:gd name="T39" fmla="*/ 27 h 50"/>
                      <a:gd name="T40" fmla="*/ 31 w 71"/>
                      <a:gd name="T41" fmla="*/ 23 h 50"/>
                      <a:gd name="T42" fmla="*/ 49 w 71"/>
                      <a:gd name="T43" fmla="*/ 14 h 50"/>
                      <a:gd name="T44" fmla="*/ 53 w 71"/>
                      <a:gd name="T45" fmla="*/ 32 h 50"/>
                      <a:gd name="T46" fmla="*/ 58 w 71"/>
                      <a:gd name="T47" fmla="*/ 32 h 50"/>
                      <a:gd name="T48" fmla="*/ 58 w 71"/>
                      <a:gd name="T49" fmla="*/ 27 h 50"/>
                      <a:gd name="T50" fmla="*/ 58 w 71"/>
                      <a:gd name="T51" fmla="*/ 27 h 50"/>
                      <a:gd name="T52" fmla="*/ 49 w 71"/>
                      <a:gd name="T53" fmla="*/ 14 h 50"/>
                      <a:gd name="T54" fmla="*/ 53 w 71"/>
                      <a:gd name="T55" fmla="*/ 36 h 50"/>
                      <a:gd name="T56" fmla="*/ 53 w 71"/>
                      <a:gd name="T57" fmla="*/ 41 h 50"/>
                      <a:gd name="T58" fmla="*/ 67 w 71"/>
                      <a:gd name="T59" fmla="*/ 50 h 50"/>
                      <a:gd name="T60" fmla="*/ 71 w 71"/>
                      <a:gd name="T61" fmla="*/ 50 h 50"/>
                      <a:gd name="T62" fmla="*/ 67 w 71"/>
                      <a:gd name="T63" fmla="*/ 41 h 50"/>
                      <a:gd name="T64" fmla="*/ 53 w 71"/>
                      <a:gd name="T65" fmla="*/ 36 h 5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</a:cxnLst>
                    <a:rect l="0" t="0" r="r" b="b"/>
                    <a:pathLst>
                      <a:path w="71" h="50">
                        <a:moveTo>
                          <a:pt x="4" y="5"/>
                        </a:moveTo>
                        <a:lnTo>
                          <a:pt x="0" y="9"/>
                        </a:lnTo>
                        <a:lnTo>
                          <a:pt x="4" y="14"/>
                        </a:lnTo>
                        <a:lnTo>
                          <a:pt x="9" y="18"/>
                        </a:lnTo>
                        <a:lnTo>
                          <a:pt x="13" y="14"/>
                        </a:lnTo>
                        <a:lnTo>
                          <a:pt x="9" y="14"/>
                        </a:lnTo>
                        <a:lnTo>
                          <a:pt x="4" y="5"/>
                        </a:lnTo>
                        <a:close/>
                        <a:moveTo>
                          <a:pt x="18" y="0"/>
                        </a:moveTo>
                        <a:lnTo>
                          <a:pt x="13" y="0"/>
                        </a:lnTo>
                        <a:lnTo>
                          <a:pt x="18" y="9"/>
                        </a:lnTo>
                        <a:lnTo>
                          <a:pt x="31" y="14"/>
                        </a:lnTo>
                        <a:lnTo>
                          <a:pt x="36" y="18"/>
                        </a:lnTo>
                        <a:lnTo>
                          <a:pt x="31" y="9"/>
                        </a:lnTo>
                        <a:lnTo>
                          <a:pt x="18" y="0"/>
                        </a:lnTo>
                        <a:close/>
                        <a:moveTo>
                          <a:pt x="31" y="23"/>
                        </a:moveTo>
                        <a:lnTo>
                          <a:pt x="27" y="27"/>
                        </a:lnTo>
                        <a:lnTo>
                          <a:pt x="40" y="36"/>
                        </a:lnTo>
                        <a:lnTo>
                          <a:pt x="45" y="36"/>
                        </a:lnTo>
                        <a:lnTo>
                          <a:pt x="49" y="32"/>
                        </a:lnTo>
                        <a:lnTo>
                          <a:pt x="40" y="27"/>
                        </a:lnTo>
                        <a:lnTo>
                          <a:pt x="31" y="23"/>
                        </a:lnTo>
                        <a:close/>
                        <a:moveTo>
                          <a:pt x="49" y="14"/>
                        </a:moveTo>
                        <a:lnTo>
                          <a:pt x="53" y="32"/>
                        </a:lnTo>
                        <a:lnTo>
                          <a:pt x="58" y="32"/>
                        </a:lnTo>
                        <a:lnTo>
                          <a:pt x="58" y="27"/>
                        </a:lnTo>
                        <a:lnTo>
                          <a:pt x="58" y="27"/>
                        </a:lnTo>
                        <a:lnTo>
                          <a:pt x="49" y="14"/>
                        </a:lnTo>
                        <a:close/>
                        <a:moveTo>
                          <a:pt x="53" y="36"/>
                        </a:moveTo>
                        <a:lnTo>
                          <a:pt x="53" y="41"/>
                        </a:lnTo>
                        <a:lnTo>
                          <a:pt x="67" y="50"/>
                        </a:lnTo>
                        <a:lnTo>
                          <a:pt x="71" y="50"/>
                        </a:lnTo>
                        <a:lnTo>
                          <a:pt x="67" y="41"/>
                        </a:lnTo>
                        <a:lnTo>
                          <a:pt x="53" y="36"/>
                        </a:lnTo>
                        <a:close/>
                      </a:path>
                    </a:pathLst>
                  </a:custGeom>
                  <a:grpFill/>
                  <a:ln w="9525" cmpd="sng">
                    <a:solidFill>
                      <a:schemeClr val="bg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dirty="0">
                      <a:latin typeface="Delivery" panose="020F0503020204020204" pitchFamily="34" charset="0"/>
                    </a:endParaRPr>
                  </a:p>
                </p:txBody>
              </p:sp>
              <p:sp>
                <p:nvSpPr>
                  <p:cNvPr id="457" name="Freeform 114">
                    <a:extLst>
                      <a:ext uri="{FF2B5EF4-FFF2-40B4-BE49-F238E27FC236}">
                        <a16:creationId xmlns:a16="http://schemas.microsoft.com/office/drawing/2014/main" id="{B8A3E83F-99A7-E71B-2B97-C2D111EF318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gray">
                  <a:xfrm>
                    <a:off x="4313" y="2703"/>
                    <a:ext cx="22" cy="18"/>
                  </a:xfrm>
                  <a:custGeom>
                    <a:avLst/>
                    <a:gdLst>
                      <a:gd name="T0" fmla="*/ 0 w 22"/>
                      <a:gd name="T1" fmla="*/ 9 h 18"/>
                      <a:gd name="T2" fmla="*/ 4 w 22"/>
                      <a:gd name="T3" fmla="*/ 14 h 18"/>
                      <a:gd name="T4" fmla="*/ 13 w 22"/>
                      <a:gd name="T5" fmla="*/ 18 h 18"/>
                      <a:gd name="T6" fmla="*/ 13 w 22"/>
                      <a:gd name="T7" fmla="*/ 9 h 18"/>
                      <a:gd name="T8" fmla="*/ 18 w 22"/>
                      <a:gd name="T9" fmla="*/ 14 h 18"/>
                      <a:gd name="T10" fmla="*/ 22 w 22"/>
                      <a:gd name="T11" fmla="*/ 0 h 18"/>
                      <a:gd name="T12" fmla="*/ 18 w 22"/>
                      <a:gd name="T13" fmla="*/ 5 h 18"/>
                      <a:gd name="T14" fmla="*/ 18 w 22"/>
                      <a:gd name="T15" fmla="*/ 0 h 18"/>
                      <a:gd name="T16" fmla="*/ 0 w 22"/>
                      <a:gd name="T17" fmla="*/ 9 h 1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22" h="18">
                        <a:moveTo>
                          <a:pt x="0" y="9"/>
                        </a:moveTo>
                        <a:lnTo>
                          <a:pt x="4" y="14"/>
                        </a:lnTo>
                        <a:lnTo>
                          <a:pt x="13" y="18"/>
                        </a:lnTo>
                        <a:lnTo>
                          <a:pt x="13" y="9"/>
                        </a:lnTo>
                        <a:lnTo>
                          <a:pt x="18" y="14"/>
                        </a:lnTo>
                        <a:lnTo>
                          <a:pt x="22" y="0"/>
                        </a:lnTo>
                        <a:lnTo>
                          <a:pt x="18" y="5"/>
                        </a:lnTo>
                        <a:lnTo>
                          <a:pt x="18" y="0"/>
                        </a:lnTo>
                        <a:lnTo>
                          <a:pt x="0" y="9"/>
                        </a:lnTo>
                        <a:close/>
                      </a:path>
                    </a:pathLst>
                  </a:custGeom>
                  <a:grpFill/>
                  <a:ln w="9525" cmpd="sng">
                    <a:solidFill>
                      <a:schemeClr val="bg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dirty="0">
                      <a:latin typeface="Delivery" panose="020F0503020204020204" pitchFamily="34" charset="0"/>
                    </a:endParaRPr>
                  </a:p>
                </p:txBody>
              </p:sp>
              <p:sp>
                <p:nvSpPr>
                  <p:cNvPr id="458" name="Freeform 115">
                    <a:extLst>
                      <a:ext uri="{FF2B5EF4-FFF2-40B4-BE49-F238E27FC236}">
                        <a16:creationId xmlns:a16="http://schemas.microsoft.com/office/drawing/2014/main" id="{5477C9EE-754D-F59D-43E4-06027541D98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gray">
                  <a:xfrm>
                    <a:off x="4005" y="2350"/>
                    <a:ext cx="125" cy="286"/>
                  </a:xfrm>
                  <a:custGeom>
                    <a:avLst/>
                    <a:gdLst>
                      <a:gd name="T0" fmla="*/ 0 w 125"/>
                      <a:gd name="T1" fmla="*/ 125 h 286"/>
                      <a:gd name="T2" fmla="*/ 9 w 125"/>
                      <a:gd name="T3" fmla="*/ 121 h 286"/>
                      <a:gd name="T4" fmla="*/ 4 w 125"/>
                      <a:gd name="T5" fmla="*/ 112 h 286"/>
                      <a:gd name="T6" fmla="*/ 9 w 125"/>
                      <a:gd name="T7" fmla="*/ 108 h 286"/>
                      <a:gd name="T8" fmla="*/ 9 w 125"/>
                      <a:gd name="T9" fmla="*/ 94 h 286"/>
                      <a:gd name="T10" fmla="*/ 13 w 125"/>
                      <a:gd name="T11" fmla="*/ 94 h 286"/>
                      <a:gd name="T12" fmla="*/ 13 w 125"/>
                      <a:gd name="T13" fmla="*/ 72 h 286"/>
                      <a:gd name="T14" fmla="*/ 22 w 125"/>
                      <a:gd name="T15" fmla="*/ 67 h 286"/>
                      <a:gd name="T16" fmla="*/ 31 w 125"/>
                      <a:gd name="T17" fmla="*/ 54 h 286"/>
                      <a:gd name="T18" fmla="*/ 31 w 125"/>
                      <a:gd name="T19" fmla="*/ 45 h 286"/>
                      <a:gd name="T20" fmla="*/ 44 w 125"/>
                      <a:gd name="T21" fmla="*/ 23 h 286"/>
                      <a:gd name="T22" fmla="*/ 58 w 125"/>
                      <a:gd name="T23" fmla="*/ 18 h 286"/>
                      <a:gd name="T24" fmla="*/ 62 w 125"/>
                      <a:gd name="T25" fmla="*/ 18 h 286"/>
                      <a:gd name="T26" fmla="*/ 62 w 125"/>
                      <a:gd name="T27" fmla="*/ 9 h 286"/>
                      <a:gd name="T28" fmla="*/ 76 w 125"/>
                      <a:gd name="T29" fmla="*/ 0 h 286"/>
                      <a:gd name="T30" fmla="*/ 85 w 125"/>
                      <a:gd name="T31" fmla="*/ 9 h 286"/>
                      <a:gd name="T32" fmla="*/ 85 w 125"/>
                      <a:gd name="T33" fmla="*/ 40 h 286"/>
                      <a:gd name="T34" fmla="*/ 71 w 125"/>
                      <a:gd name="T35" fmla="*/ 54 h 286"/>
                      <a:gd name="T36" fmla="*/ 76 w 125"/>
                      <a:gd name="T37" fmla="*/ 76 h 286"/>
                      <a:gd name="T38" fmla="*/ 89 w 125"/>
                      <a:gd name="T39" fmla="*/ 67 h 286"/>
                      <a:gd name="T40" fmla="*/ 89 w 125"/>
                      <a:gd name="T41" fmla="*/ 81 h 286"/>
                      <a:gd name="T42" fmla="*/ 102 w 125"/>
                      <a:gd name="T43" fmla="*/ 90 h 286"/>
                      <a:gd name="T44" fmla="*/ 89 w 125"/>
                      <a:gd name="T45" fmla="*/ 103 h 286"/>
                      <a:gd name="T46" fmla="*/ 111 w 125"/>
                      <a:gd name="T47" fmla="*/ 112 h 286"/>
                      <a:gd name="T48" fmla="*/ 120 w 125"/>
                      <a:gd name="T49" fmla="*/ 108 h 286"/>
                      <a:gd name="T50" fmla="*/ 125 w 125"/>
                      <a:gd name="T51" fmla="*/ 108 h 286"/>
                      <a:gd name="T52" fmla="*/ 125 w 125"/>
                      <a:gd name="T53" fmla="*/ 112 h 286"/>
                      <a:gd name="T54" fmla="*/ 120 w 125"/>
                      <a:gd name="T55" fmla="*/ 116 h 286"/>
                      <a:gd name="T56" fmla="*/ 111 w 125"/>
                      <a:gd name="T57" fmla="*/ 130 h 286"/>
                      <a:gd name="T58" fmla="*/ 102 w 125"/>
                      <a:gd name="T59" fmla="*/ 130 h 286"/>
                      <a:gd name="T60" fmla="*/ 89 w 125"/>
                      <a:gd name="T61" fmla="*/ 139 h 286"/>
                      <a:gd name="T62" fmla="*/ 80 w 125"/>
                      <a:gd name="T63" fmla="*/ 143 h 286"/>
                      <a:gd name="T64" fmla="*/ 71 w 125"/>
                      <a:gd name="T65" fmla="*/ 161 h 286"/>
                      <a:gd name="T66" fmla="*/ 76 w 125"/>
                      <a:gd name="T67" fmla="*/ 166 h 286"/>
                      <a:gd name="T68" fmla="*/ 76 w 125"/>
                      <a:gd name="T69" fmla="*/ 179 h 286"/>
                      <a:gd name="T70" fmla="*/ 85 w 125"/>
                      <a:gd name="T71" fmla="*/ 188 h 286"/>
                      <a:gd name="T72" fmla="*/ 89 w 125"/>
                      <a:gd name="T73" fmla="*/ 201 h 286"/>
                      <a:gd name="T74" fmla="*/ 80 w 125"/>
                      <a:gd name="T75" fmla="*/ 210 h 286"/>
                      <a:gd name="T76" fmla="*/ 85 w 125"/>
                      <a:gd name="T77" fmla="*/ 215 h 286"/>
                      <a:gd name="T78" fmla="*/ 102 w 125"/>
                      <a:gd name="T79" fmla="*/ 233 h 286"/>
                      <a:gd name="T80" fmla="*/ 98 w 125"/>
                      <a:gd name="T81" fmla="*/ 251 h 286"/>
                      <a:gd name="T82" fmla="*/ 102 w 125"/>
                      <a:gd name="T83" fmla="*/ 264 h 286"/>
                      <a:gd name="T84" fmla="*/ 98 w 125"/>
                      <a:gd name="T85" fmla="*/ 273 h 286"/>
                      <a:gd name="T86" fmla="*/ 94 w 125"/>
                      <a:gd name="T87" fmla="*/ 277 h 286"/>
                      <a:gd name="T88" fmla="*/ 89 w 125"/>
                      <a:gd name="T89" fmla="*/ 286 h 286"/>
                      <a:gd name="T90" fmla="*/ 85 w 125"/>
                      <a:gd name="T91" fmla="*/ 282 h 286"/>
                      <a:gd name="T92" fmla="*/ 94 w 125"/>
                      <a:gd name="T93" fmla="*/ 264 h 286"/>
                      <a:gd name="T94" fmla="*/ 89 w 125"/>
                      <a:gd name="T95" fmla="*/ 255 h 286"/>
                      <a:gd name="T96" fmla="*/ 89 w 125"/>
                      <a:gd name="T97" fmla="*/ 242 h 286"/>
                      <a:gd name="T98" fmla="*/ 80 w 125"/>
                      <a:gd name="T99" fmla="*/ 228 h 286"/>
                      <a:gd name="T100" fmla="*/ 76 w 125"/>
                      <a:gd name="T101" fmla="*/ 215 h 286"/>
                      <a:gd name="T102" fmla="*/ 76 w 125"/>
                      <a:gd name="T103" fmla="*/ 197 h 286"/>
                      <a:gd name="T104" fmla="*/ 62 w 125"/>
                      <a:gd name="T105" fmla="*/ 183 h 286"/>
                      <a:gd name="T106" fmla="*/ 53 w 125"/>
                      <a:gd name="T107" fmla="*/ 188 h 286"/>
                      <a:gd name="T108" fmla="*/ 44 w 125"/>
                      <a:gd name="T109" fmla="*/ 201 h 286"/>
                      <a:gd name="T110" fmla="*/ 22 w 125"/>
                      <a:gd name="T111" fmla="*/ 197 h 286"/>
                      <a:gd name="T112" fmla="*/ 27 w 125"/>
                      <a:gd name="T113" fmla="*/ 183 h 286"/>
                      <a:gd name="T114" fmla="*/ 31 w 125"/>
                      <a:gd name="T115" fmla="*/ 175 h 286"/>
                      <a:gd name="T116" fmla="*/ 22 w 125"/>
                      <a:gd name="T117" fmla="*/ 139 h 286"/>
                      <a:gd name="T118" fmla="*/ 13 w 125"/>
                      <a:gd name="T119" fmla="*/ 134 h 286"/>
                      <a:gd name="T120" fmla="*/ 9 w 125"/>
                      <a:gd name="T121" fmla="*/ 139 h 286"/>
                      <a:gd name="T122" fmla="*/ 0 w 125"/>
                      <a:gd name="T123" fmla="*/ 125 h 28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  <a:cxn ang="0">
                        <a:pos x="T106" y="T107"/>
                      </a:cxn>
                      <a:cxn ang="0">
                        <a:pos x="T108" y="T109"/>
                      </a:cxn>
                      <a:cxn ang="0">
                        <a:pos x="T110" y="T111"/>
                      </a:cxn>
                      <a:cxn ang="0">
                        <a:pos x="T112" y="T113"/>
                      </a:cxn>
                      <a:cxn ang="0">
                        <a:pos x="T114" y="T115"/>
                      </a:cxn>
                      <a:cxn ang="0">
                        <a:pos x="T116" y="T117"/>
                      </a:cxn>
                      <a:cxn ang="0">
                        <a:pos x="T118" y="T119"/>
                      </a:cxn>
                      <a:cxn ang="0">
                        <a:pos x="T120" y="T121"/>
                      </a:cxn>
                      <a:cxn ang="0">
                        <a:pos x="T122" y="T123"/>
                      </a:cxn>
                    </a:cxnLst>
                    <a:rect l="0" t="0" r="r" b="b"/>
                    <a:pathLst>
                      <a:path w="125" h="286">
                        <a:moveTo>
                          <a:pt x="0" y="125"/>
                        </a:moveTo>
                        <a:lnTo>
                          <a:pt x="9" y="121"/>
                        </a:lnTo>
                        <a:lnTo>
                          <a:pt x="4" y="112"/>
                        </a:lnTo>
                        <a:lnTo>
                          <a:pt x="9" y="108"/>
                        </a:lnTo>
                        <a:lnTo>
                          <a:pt x="9" y="94"/>
                        </a:lnTo>
                        <a:lnTo>
                          <a:pt x="13" y="94"/>
                        </a:lnTo>
                        <a:lnTo>
                          <a:pt x="13" y="72"/>
                        </a:lnTo>
                        <a:lnTo>
                          <a:pt x="22" y="67"/>
                        </a:lnTo>
                        <a:lnTo>
                          <a:pt x="31" y="54"/>
                        </a:lnTo>
                        <a:lnTo>
                          <a:pt x="31" y="45"/>
                        </a:lnTo>
                        <a:lnTo>
                          <a:pt x="44" y="23"/>
                        </a:lnTo>
                        <a:lnTo>
                          <a:pt x="58" y="18"/>
                        </a:lnTo>
                        <a:lnTo>
                          <a:pt x="62" y="18"/>
                        </a:lnTo>
                        <a:lnTo>
                          <a:pt x="62" y="9"/>
                        </a:lnTo>
                        <a:lnTo>
                          <a:pt x="76" y="0"/>
                        </a:lnTo>
                        <a:lnTo>
                          <a:pt x="85" y="9"/>
                        </a:lnTo>
                        <a:lnTo>
                          <a:pt x="85" y="40"/>
                        </a:lnTo>
                        <a:lnTo>
                          <a:pt x="71" y="54"/>
                        </a:lnTo>
                        <a:lnTo>
                          <a:pt x="76" y="76"/>
                        </a:lnTo>
                        <a:lnTo>
                          <a:pt x="89" y="67"/>
                        </a:lnTo>
                        <a:lnTo>
                          <a:pt x="89" y="81"/>
                        </a:lnTo>
                        <a:lnTo>
                          <a:pt x="102" y="90"/>
                        </a:lnTo>
                        <a:lnTo>
                          <a:pt x="89" y="103"/>
                        </a:lnTo>
                        <a:lnTo>
                          <a:pt x="111" y="112"/>
                        </a:lnTo>
                        <a:lnTo>
                          <a:pt x="120" y="108"/>
                        </a:lnTo>
                        <a:lnTo>
                          <a:pt x="125" y="108"/>
                        </a:lnTo>
                        <a:lnTo>
                          <a:pt x="125" y="112"/>
                        </a:lnTo>
                        <a:lnTo>
                          <a:pt x="120" y="116"/>
                        </a:lnTo>
                        <a:lnTo>
                          <a:pt x="111" y="130"/>
                        </a:lnTo>
                        <a:lnTo>
                          <a:pt x="102" y="130"/>
                        </a:lnTo>
                        <a:lnTo>
                          <a:pt x="89" y="139"/>
                        </a:lnTo>
                        <a:lnTo>
                          <a:pt x="80" y="143"/>
                        </a:lnTo>
                        <a:lnTo>
                          <a:pt x="71" y="161"/>
                        </a:lnTo>
                        <a:lnTo>
                          <a:pt x="76" y="166"/>
                        </a:lnTo>
                        <a:lnTo>
                          <a:pt x="76" y="179"/>
                        </a:lnTo>
                        <a:lnTo>
                          <a:pt x="85" y="188"/>
                        </a:lnTo>
                        <a:lnTo>
                          <a:pt x="89" y="201"/>
                        </a:lnTo>
                        <a:lnTo>
                          <a:pt x="80" y="210"/>
                        </a:lnTo>
                        <a:lnTo>
                          <a:pt x="85" y="215"/>
                        </a:lnTo>
                        <a:lnTo>
                          <a:pt x="102" y="233"/>
                        </a:lnTo>
                        <a:lnTo>
                          <a:pt x="98" y="251"/>
                        </a:lnTo>
                        <a:lnTo>
                          <a:pt x="102" y="264"/>
                        </a:lnTo>
                        <a:lnTo>
                          <a:pt x="98" y="273"/>
                        </a:lnTo>
                        <a:lnTo>
                          <a:pt x="94" y="277"/>
                        </a:lnTo>
                        <a:lnTo>
                          <a:pt x="89" y="286"/>
                        </a:lnTo>
                        <a:lnTo>
                          <a:pt x="85" y="282"/>
                        </a:lnTo>
                        <a:lnTo>
                          <a:pt x="94" y="264"/>
                        </a:lnTo>
                        <a:lnTo>
                          <a:pt x="89" y="255"/>
                        </a:lnTo>
                        <a:lnTo>
                          <a:pt x="89" y="242"/>
                        </a:lnTo>
                        <a:lnTo>
                          <a:pt x="80" y="228"/>
                        </a:lnTo>
                        <a:lnTo>
                          <a:pt x="76" y="215"/>
                        </a:lnTo>
                        <a:lnTo>
                          <a:pt x="76" y="197"/>
                        </a:lnTo>
                        <a:lnTo>
                          <a:pt x="62" y="183"/>
                        </a:lnTo>
                        <a:lnTo>
                          <a:pt x="53" y="188"/>
                        </a:lnTo>
                        <a:lnTo>
                          <a:pt x="44" y="201"/>
                        </a:lnTo>
                        <a:lnTo>
                          <a:pt x="22" y="197"/>
                        </a:lnTo>
                        <a:lnTo>
                          <a:pt x="27" y="183"/>
                        </a:lnTo>
                        <a:lnTo>
                          <a:pt x="31" y="175"/>
                        </a:lnTo>
                        <a:lnTo>
                          <a:pt x="22" y="139"/>
                        </a:lnTo>
                        <a:lnTo>
                          <a:pt x="13" y="134"/>
                        </a:lnTo>
                        <a:lnTo>
                          <a:pt x="9" y="139"/>
                        </a:lnTo>
                        <a:lnTo>
                          <a:pt x="0" y="125"/>
                        </a:lnTo>
                        <a:close/>
                      </a:path>
                    </a:pathLst>
                  </a:custGeom>
                  <a:grpFill/>
                  <a:ln w="9525" cmpd="sng">
                    <a:solidFill>
                      <a:schemeClr val="bg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dirty="0">
                      <a:latin typeface="Delivery" panose="020F0503020204020204" pitchFamily="34" charset="0"/>
                    </a:endParaRPr>
                  </a:p>
                </p:txBody>
              </p:sp>
              <p:sp>
                <p:nvSpPr>
                  <p:cNvPr id="459" name="Freeform 116">
                    <a:extLst>
                      <a:ext uri="{FF2B5EF4-FFF2-40B4-BE49-F238E27FC236}">
                        <a16:creationId xmlns:a16="http://schemas.microsoft.com/office/drawing/2014/main" id="{9C14F90B-4912-7162-6B26-9053DD4DD5C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gray">
                  <a:xfrm>
                    <a:off x="4148" y="2565"/>
                    <a:ext cx="71" cy="71"/>
                  </a:xfrm>
                  <a:custGeom>
                    <a:avLst/>
                    <a:gdLst>
                      <a:gd name="T0" fmla="*/ 9 w 71"/>
                      <a:gd name="T1" fmla="*/ 49 h 71"/>
                      <a:gd name="T2" fmla="*/ 9 w 71"/>
                      <a:gd name="T3" fmla="*/ 62 h 71"/>
                      <a:gd name="T4" fmla="*/ 18 w 71"/>
                      <a:gd name="T5" fmla="*/ 58 h 71"/>
                      <a:gd name="T6" fmla="*/ 18 w 71"/>
                      <a:gd name="T7" fmla="*/ 62 h 71"/>
                      <a:gd name="T8" fmla="*/ 13 w 71"/>
                      <a:gd name="T9" fmla="*/ 67 h 71"/>
                      <a:gd name="T10" fmla="*/ 18 w 71"/>
                      <a:gd name="T11" fmla="*/ 71 h 71"/>
                      <a:gd name="T12" fmla="*/ 22 w 71"/>
                      <a:gd name="T13" fmla="*/ 67 h 71"/>
                      <a:gd name="T14" fmla="*/ 31 w 71"/>
                      <a:gd name="T15" fmla="*/ 67 h 71"/>
                      <a:gd name="T16" fmla="*/ 40 w 71"/>
                      <a:gd name="T17" fmla="*/ 53 h 71"/>
                      <a:gd name="T18" fmla="*/ 53 w 71"/>
                      <a:gd name="T19" fmla="*/ 53 h 71"/>
                      <a:gd name="T20" fmla="*/ 53 w 71"/>
                      <a:gd name="T21" fmla="*/ 44 h 71"/>
                      <a:gd name="T22" fmla="*/ 62 w 71"/>
                      <a:gd name="T23" fmla="*/ 44 h 71"/>
                      <a:gd name="T24" fmla="*/ 71 w 71"/>
                      <a:gd name="T25" fmla="*/ 36 h 71"/>
                      <a:gd name="T26" fmla="*/ 71 w 71"/>
                      <a:gd name="T27" fmla="*/ 9 h 71"/>
                      <a:gd name="T28" fmla="*/ 67 w 71"/>
                      <a:gd name="T29" fmla="*/ 4 h 71"/>
                      <a:gd name="T30" fmla="*/ 58 w 71"/>
                      <a:gd name="T31" fmla="*/ 0 h 71"/>
                      <a:gd name="T32" fmla="*/ 53 w 71"/>
                      <a:gd name="T33" fmla="*/ 0 h 71"/>
                      <a:gd name="T34" fmla="*/ 49 w 71"/>
                      <a:gd name="T35" fmla="*/ 9 h 71"/>
                      <a:gd name="T36" fmla="*/ 40 w 71"/>
                      <a:gd name="T37" fmla="*/ 9 h 71"/>
                      <a:gd name="T38" fmla="*/ 35 w 71"/>
                      <a:gd name="T39" fmla="*/ 4 h 71"/>
                      <a:gd name="T40" fmla="*/ 9 w 71"/>
                      <a:gd name="T41" fmla="*/ 9 h 71"/>
                      <a:gd name="T42" fmla="*/ 0 w 71"/>
                      <a:gd name="T43" fmla="*/ 22 h 71"/>
                      <a:gd name="T44" fmla="*/ 9 w 71"/>
                      <a:gd name="T45" fmla="*/ 40 h 71"/>
                      <a:gd name="T46" fmla="*/ 9 w 71"/>
                      <a:gd name="T47" fmla="*/ 49 h 7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</a:cxnLst>
                    <a:rect l="0" t="0" r="r" b="b"/>
                    <a:pathLst>
                      <a:path w="71" h="71">
                        <a:moveTo>
                          <a:pt x="9" y="49"/>
                        </a:moveTo>
                        <a:lnTo>
                          <a:pt x="9" y="62"/>
                        </a:lnTo>
                        <a:lnTo>
                          <a:pt x="18" y="58"/>
                        </a:lnTo>
                        <a:lnTo>
                          <a:pt x="18" y="62"/>
                        </a:lnTo>
                        <a:lnTo>
                          <a:pt x="13" y="67"/>
                        </a:lnTo>
                        <a:lnTo>
                          <a:pt x="18" y="71"/>
                        </a:lnTo>
                        <a:lnTo>
                          <a:pt x="22" y="67"/>
                        </a:lnTo>
                        <a:lnTo>
                          <a:pt x="31" y="67"/>
                        </a:lnTo>
                        <a:lnTo>
                          <a:pt x="40" y="53"/>
                        </a:lnTo>
                        <a:lnTo>
                          <a:pt x="53" y="53"/>
                        </a:lnTo>
                        <a:lnTo>
                          <a:pt x="53" y="44"/>
                        </a:lnTo>
                        <a:lnTo>
                          <a:pt x="62" y="44"/>
                        </a:lnTo>
                        <a:lnTo>
                          <a:pt x="71" y="36"/>
                        </a:lnTo>
                        <a:lnTo>
                          <a:pt x="71" y="9"/>
                        </a:lnTo>
                        <a:lnTo>
                          <a:pt x="67" y="4"/>
                        </a:lnTo>
                        <a:lnTo>
                          <a:pt x="58" y="0"/>
                        </a:lnTo>
                        <a:lnTo>
                          <a:pt x="53" y="0"/>
                        </a:lnTo>
                        <a:lnTo>
                          <a:pt x="49" y="9"/>
                        </a:lnTo>
                        <a:lnTo>
                          <a:pt x="40" y="9"/>
                        </a:lnTo>
                        <a:lnTo>
                          <a:pt x="35" y="4"/>
                        </a:lnTo>
                        <a:lnTo>
                          <a:pt x="9" y="9"/>
                        </a:lnTo>
                        <a:lnTo>
                          <a:pt x="0" y="22"/>
                        </a:lnTo>
                        <a:lnTo>
                          <a:pt x="9" y="40"/>
                        </a:lnTo>
                        <a:lnTo>
                          <a:pt x="9" y="49"/>
                        </a:lnTo>
                        <a:close/>
                      </a:path>
                    </a:pathLst>
                  </a:custGeom>
                  <a:grpFill/>
                  <a:ln w="9525" cmpd="sng">
                    <a:solidFill>
                      <a:schemeClr val="bg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dirty="0">
                      <a:latin typeface="Delivery" panose="020F0503020204020204" pitchFamily="34" charset="0"/>
                    </a:endParaRPr>
                  </a:p>
                </p:txBody>
              </p:sp>
              <p:sp>
                <p:nvSpPr>
                  <p:cNvPr id="460" name="Freeform 117">
                    <a:extLst>
                      <a:ext uri="{FF2B5EF4-FFF2-40B4-BE49-F238E27FC236}">
                        <a16:creationId xmlns:a16="http://schemas.microsoft.com/office/drawing/2014/main" id="{5AA4B2B6-C783-A02B-65BA-4C7A2995D5D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gray">
                  <a:xfrm>
                    <a:off x="3822" y="2641"/>
                    <a:ext cx="35" cy="53"/>
                  </a:xfrm>
                  <a:custGeom>
                    <a:avLst/>
                    <a:gdLst>
                      <a:gd name="T0" fmla="*/ 0 w 35"/>
                      <a:gd name="T1" fmla="*/ 40 h 53"/>
                      <a:gd name="T2" fmla="*/ 9 w 35"/>
                      <a:gd name="T3" fmla="*/ 53 h 53"/>
                      <a:gd name="T4" fmla="*/ 22 w 35"/>
                      <a:gd name="T5" fmla="*/ 53 h 53"/>
                      <a:gd name="T6" fmla="*/ 35 w 35"/>
                      <a:gd name="T7" fmla="*/ 44 h 53"/>
                      <a:gd name="T8" fmla="*/ 35 w 35"/>
                      <a:gd name="T9" fmla="*/ 31 h 53"/>
                      <a:gd name="T10" fmla="*/ 22 w 35"/>
                      <a:gd name="T11" fmla="*/ 4 h 53"/>
                      <a:gd name="T12" fmla="*/ 9 w 35"/>
                      <a:gd name="T13" fmla="*/ 0 h 53"/>
                      <a:gd name="T14" fmla="*/ 4 w 35"/>
                      <a:gd name="T15" fmla="*/ 4 h 53"/>
                      <a:gd name="T16" fmla="*/ 9 w 35"/>
                      <a:gd name="T17" fmla="*/ 9 h 53"/>
                      <a:gd name="T18" fmla="*/ 4 w 35"/>
                      <a:gd name="T19" fmla="*/ 13 h 53"/>
                      <a:gd name="T20" fmla="*/ 4 w 35"/>
                      <a:gd name="T21" fmla="*/ 22 h 53"/>
                      <a:gd name="T22" fmla="*/ 0 w 35"/>
                      <a:gd name="T23" fmla="*/ 22 h 53"/>
                      <a:gd name="T24" fmla="*/ 4 w 35"/>
                      <a:gd name="T25" fmla="*/ 35 h 53"/>
                      <a:gd name="T26" fmla="*/ 0 w 35"/>
                      <a:gd name="T27" fmla="*/ 40 h 5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</a:cxnLst>
                    <a:rect l="0" t="0" r="r" b="b"/>
                    <a:pathLst>
                      <a:path w="35" h="53">
                        <a:moveTo>
                          <a:pt x="0" y="40"/>
                        </a:moveTo>
                        <a:lnTo>
                          <a:pt x="9" y="53"/>
                        </a:lnTo>
                        <a:lnTo>
                          <a:pt x="22" y="53"/>
                        </a:lnTo>
                        <a:lnTo>
                          <a:pt x="35" y="44"/>
                        </a:lnTo>
                        <a:lnTo>
                          <a:pt x="35" y="31"/>
                        </a:lnTo>
                        <a:lnTo>
                          <a:pt x="22" y="4"/>
                        </a:lnTo>
                        <a:lnTo>
                          <a:pt x="9" y="0"/>
                        </a:lnTo>
                        <a:lnTo>
                          <a:pt x="4" y="4"/>
                        </a:lnTo>
                        <a:lnTo>
                          <a:pt x="9" y="9"/>
                        </a:lnTo>
                        <a:lnTo>
                          <a:pt x="4" y="13"/>
                        </a:lnTo>
                        <a:lnTo>
                          <a:pt x="4" y="22"/>
                        </a:lnTo>
                        <a:lnTo>
                          <a:pt x="0" y="22"/>
                        </a:lnTo>
                        <a:lnTo>
                          <a:pt x="4" y="35"/>
                        </a:lnTo>
                        <a:lnTo>
                          <a:pt x="0" y="40"/>
                        </a:lnTo>
                        <a:close/>
                      </a:path>
                    </a:pathLst>
                  </a:custGeom>
                  <a:grpFill/>
                  <a:ln w="9525" cmpd="sng">
                    <a:solidFill>
                      <a:schemeClr val="bg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dirty="0">
                      <a:latin typeface="Delivery" panose="020F0503020204020204" pitchFamily="34" charset="0"/>
                    </a:endParaRPr>
                  </a:p>
                </p:txBody>
              </p:sp>
              <p:sp>
                <p:nvSpPr>
                  <p:cNvPr id="461" name="Freeform 118">
                    <a:extLst>
                      <a:ext uri="{FF2B5EF4-FFF2-40B4-BE49-F238E27FC236}">
                        <a16:creationId xmlns:a16="http://schemas.microsoft.com/office/drawing/2014/main" id="{BBFF2F94-5127-2699-6EF3-019A74E619F8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gray">
                  <a:xfrm>
                    <a:off x="3737" y="1850"/>
                    <a:ext cx="875" cy="661"/>
                  </a:xfrm>
                  <a:custGeom>
                    <a:avLst/>
                    <a:gdLst>
                      <a:gd name="T0" fmla="*/ 18 w 875"/>
                      <a:gd name="T1" fmla="*/ 339 h 661"/>
                      <a:gd name="T2" fmla="*/ 13 w 875"/>
                      <a:gd name="T3" fmla="*/ 353 h 661"/>
                      <a:gd name="T4" fmla="*/ 71 w 875"/>
                      <a:gd name="T5" fmla="*/ 366 h 661"/>
                      <a:gd name="T6" fmla="*/ 71 w 875"/>
                      <a:gd name="T7" fmla="*/ 433 h 661"/>
                      <a:gd name="T8" fmla="*/ 120 w 875"/>
                      <a:gd name="T9" fmla="*/ 473 h 661"/>
                      <a:gd name="T10" fmla="*/ 210 w 875"/>
                      <a:gd name="T11" fmla="*/ 514 h 661"/>
                      <a:gd name="T12" fmla="*/ 219 w 875"/>
                      <a:gd name="T13" fmla="*/ 527 h 661"/>
                      <a:gd name="T14" fmla="*/ 259 w 875"/>
                      <a:gd name="T15" fmla="*/ 509 h 661"/>
                      <a:gd name="T16" fmla="*/ 303 w 875"/>
                      <a:gd name="T17" fmla="*/ 500 h 661"/>
                      <a:gd name="T18" fmla="*/ 344 w 875"/>
                      <a:gd name="T19" fmla="*/ 500 h 661"/>
                      <a:gd name="T20" fmla="*/ 344 w 875"/>
                      <a:gd name="T21" fmla="*/ 576 h 661"/>
                      <a:gd name="T22" fmla="*/ 357 w 875"/>
                      <a:gd name="T23" fmla="*/ 603 h 661"/>
                      <a:gd name="T24" fmla="*/ 393 w 875"/>
                      <a:gd name="T25" fmla="*/ 612 h 661"/>
                      <a:gd name="T26" fmla="*/ 406 w 875"/>
                      <a:gd name="T27" fmla="*/ 599 h 661"/>
                      <a:gd name="T28" fmla="*/ 455 w 875"/>
                      <a:gd name="T29" fmla="*/ 585 h 661"/>
                      <a:gd name="T30" fmla="*/ 487 w 875"/>
                      <a:gd name="T31" fmla="*/ 608 h 661"/>
                      <a:gd name="T32" fmla="*/ 513 w 875"/>
                      <a:gd name="T33" fmla="*/ 621 h 661"/>
                      <a:gd name="T34" fmla="*/ 522 w 875"/>
                      <a:gd name="T35" fmla="*/ 612 h 661"/>
                      <a:gd name="T36" fmla="*/ 567 w 875"/>
                      <a:gd name="T37" fmla="*/ 594 h 661"/>
                      <a:gd name="T38" fmla="*/ 589 w 875"/>
                      <a:gd name="T39" fmla="*/ 585 h 661"/>
                      <a:gd name="T40" fmla="*/ 612 w 875"/>
                      <a:gd name="T41" fmla="*/ 585 h 661"/>
                      <a:gd name="T42" fmla="*/ 638 w 875"/>
                      <a:gd name="T43" fmla="*/ 567 h 661"/>
                      <a:gd name="T44" fmla="*/ 665 w 875"/>
                      <a:gd name="T45" fmla="*/ 532 h 661"/>
                      <a:gd name="T46" fmla="*/ 683 w 875"/>
                      <a:gd name="T47" fmla="*/ 482 h 661"/>
                      <a:gd name="T48" fmla="*/ 688 w 875"/>
                      <a:gd name="T49" fmla="*/ 451 h 661"/>
                      <a:gd name="T50" fmla="*/ 674 w 875"/>
                      <a:gd name="T51" fmla="*/ 424 h 661"/>
                      <a:gd name="T52" fmla="*/ 656 w 875"/>
                      <a:gd name="T53" fmla="*/ 375 h 661"/>
                      <a:gd name="T54" fmla="*/ 701 w 875"/>
                      <a:gd name="T55" fmla="*/ 344 h 661"/>
                      <a:gd name="T56" fmla="*/ 643 w 875"/>
                      <a:gd name="T57" fmla="*/ 339 h 661"/>
                      <a:gd name="T58" fmla="*/ 656 w 875"/>
                      <a:gd name="T59" fmla="*/ 299 h 661"/>
                      <a:gd name="T60" fmla="*/ 692 w 875"/>
                      <a:gd name="T61" fmla="*/ 286 h 661"/>
                      <a:gd name="T62" fmla="*/ 674 w 875"/>
                      <a:gd name="T63" fmla="*/ 317 h 661"/>
                      <a:gd name="T64" fmla="*/ 719 w 875"/>
                      <a:gd name="T65" fmla="*/ 295 h 661"/>
                      <a:gd name="T66" fmla="*/ 764 w 875"/>
                      <a:gd name="T67" fmla="*/ 259 h 661"/>
                      <a:gd name="T68" fmla="*/ 804 w 875"/>
                      <a:gd name="T69" fmla="*/ 232 h 661"/>
                      <a:gd name="T70" fmla="*/ 822 w 875"/>
                      <a:gd name="T71" fmla="*/ 223 h 661"/>
                      <a:gd name="T72" fmla="*/ 875 w 875"/>
                      <a:gd name="T73" fmla="*/ 143 h 661"/>
                      <a:gd name="T74" fmla="*/ 817 w 875"/>
                      <a:gd name="T75" fmla="*/ 134 h 661"/>
                      <a:gd name="T76" fmla="*/ 781 w 875"/>
                      <a:gd name="T77" fmla="*/ 98 h 661"/>
                      <a:gd name="T78" fmla="*/ 714 w 875"/>
                      <a:gd name="T79" fmla="*/ 4 h 661"/>
                      <a:gd name="T80" fmla="*/ 661 w 875"/>
                      <a:gd name="T81" fmla="*/ 27 h 661"/>
                      <a:gd name="T82" fmla="*/ 652 w 875"/>
                      <a:gd name="T83" fmla="*/ 85 h 661"/>
                      <a:gd name="T84" fmla="*/ 607 w 875"/>
                      <a:gd name="T85" fmla="*/ 111 h 661"/>
                      <a:gd name="T86" fmla="*/ 621 w 875"/>
                      <a:gd name="T87" fmla="*/ 138 h 661"/>
                      <a:gd name="T88" fmla="*/ 656 w 875"/>
                      <a:gd name="T89" fmla="*/ 156 h 661"/>
                      <a:gd name="T90" fmla="*/ 585 w 875"/>
                      <a:gd name="T91" fmla="*/ 179 h 661"/>
                      <a:gd name="T92" fmla="*/ 545 w 875"/>
                      <a:gd name="T93" fmla="*/ 187 h 661"/>
                      <a:gd name="T94" fmla="*/ 522 w 875"/>
                      <a:gd name="T95" fmla="*/ 241 h 661"/>
                      <a:gd name="T96" fmla="*/ 415 w 875"/>
                      <a:gd name="T97" fmla="*/ 250 h 661"/>
                      <a:gd name="T98" fmla="*/ 286 w 875"/>
                      <a:gd name="T99" fmla="*/ 192 h 661"/>
                      <a:gd name="T100" fmla="*/ 210 w 875"/>
                      <a:gd name="T101" fmla="*/ 120 h 661"/>
                      <a:gd name="T102" fmla="*/ 183 w 875"/>
                      <a:gd name="T103" fmla="*/ 120 h 661"/>
                      <a:gd name="T104" fmla="*/ 134 w 875"/>
                      <a:gd name="T105" fmla="*/ 152 h 661"/>
                      <a:gd name="T106" fmla="*/ 89 w 875"/>
                      <a:gd name="T107" fmla="*/ 201 h 661"/>
                      <a:gd name="T108" fmla="*/ 94 w 875"/>
                      <a:gd name="T109" fmla="*/ 259 h 661"/>
                      <a:gd name="T110" fmla="*/ 35 w 875"/>
                      <a:gd name="T111" fmla="*/ 290 h 661"/>
                      <a:gd name="T112" fmla="*/ 0 w 875"/>
                      <a:gd name="T113" fmla="*/ 295 h 661"/>
                      <a:gd name="T114" fmla="*/ 504 w 875"/>
                      <a:gd name="T115" fmla="*/ 648 h 661"/>
                      <a:gd name="T116" fmla="*/ 531 w 875"/>
                      <a:gd name="T117" fmla="*/ 652 h 661"/>
                      <a:gd name="T118" fmla="*/ 527 w 875"/>
                      <a:gd name="T119" fmla="*/ 634 h 66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  <a:cxn ang="0">
                        <a:pos x="T106" y="T107"/>
                      </a:cxn>
                      <a:cxn ang="0">
                        <a:pos x="T108" y="T109"/>
                      </a:cxn>
                      <a:cxn ang="0">
                        <a:pos x="T110" y="T111"/>
                      </a:cxn>
                      <a:cxn ang="0">
                        <a:pos x="T112" y="T113"/>
                      </a:cxn>
                      <a:cxn ang="0">
                        <a:pos x="T114" y="T115"/>
                      </a:cxn>
                      <a:cxn ang="0">
                        <a:pos x="T116" y="T117"/>
                      </a:cxn>
                      <a:cxn ang="0">
                        <a:pos x="T118" y="T119"/>
                      </a:cxn>
                    </a:cxnLst>
                    <a:rect l="0" t="0" r="r" b="b"/>
                    <a:pathLst>
                      <a:path w="875" h="661">
                        <a:moveTo>
                          <a:pt x="0" y="304"/>
                        </a:moveTo>
                        <a:lnTo>
                          <a:pt x="0" y="322"/>
                        </a:lnTo>
                        <a:lnTo>
                          <a:pt x="18" y="326"/>
                        </a:lnTo>
                        <a:lnTo>
                          <a:pt x="18" y="339"/>
                        </a:lnTo>
                        <a:lnTo>
                          <a:pt x="22" y="339"/>
                        </a:lnTo>
                        <a:lnTo>
                          <a:pt x="22" y="344"/>
                        </a:lnTo>
                        <a:lnTo>
                          <a:pt x="18" y="348"/>
                        </a:lnTo>
                        <a:lnTo>
                          <a:pt x="13" y="353"/>
                        </a:lnTo>
                        <a:lnTo>
                          <a:pt x="31" y="353"/>
                        </a:lnTo>
                        <a:lnTo>
                          <a:pt x="40" y="366"/>
                        </a:lnTo>
                        <a:lnTo>
                          <a:pt x="53" y="362"/>
                        </a:lnTo>
                        <a:lnTo>
                          <a:pt x="71" y="366"/>
                        </a:lnTo>
                        <a:lnTo>
                          <a:pt x="71" y="384"/>
                        </a:lnTo>
                        <a:lnTo>
                          <a:pt x="80" y="397"/>
                        </a:lnTo>
                        <a:lnTo>
                          <a:pt x="80" y="411"/>
                        </a:lnTo>
                        <a:lnTo>
                          <a:pt x="71" y="433"/>
                        </a:lnTo>
                        <a:lnTo>
                          <a:pt x="80" y="460"/>
                        </a:lnTo>
                        <a:lnTo>
                          <a:pt x="89" y="456"/>
                        </a:lnTo>
                        <a:lnTo>
                          <a:pt x="102" y="469"/>
                        </a:lnTo>
                        <a:lnTo>
                          <a:pt x="120" y="473"/>
                        </a:lnTo>
                        <a:lnTo>
                          <a:pt x="138" y="491"/>
                        </a:lnTo>
                        <a:lnTo>
                          <a:pt x="147" y="491"/>
                        </a:lnTo>
                        <a:lnTo>
                          <a:pt x="169" y="509"/>
                        </a:lnTo>
                        <a:lnTo>
                          <a:pt x="210" y="514"/>
                        </a:lnTo>
                        <a:lnTo>
                          <a:pt x="219" y="505"/>
                        </a:lnTo>
                        <a:lnTo>
                          <a:pt x="219" y="509"/>
                        </a:lnTo>
                        <a:lnTo>
                          <a:pt x="214" y="518"/>
                        </a:lnTo>
                        <a:lnTo>
                          <a:pt x="219" y="527"/>
                        </a:lnTo>
                        <a:lnTo>
                          <a:pt x="232" y="514"/>
                        </a:lnTo>
                        <a:lnTo>
                          <a:pt x="245" y="505"/>
                        </a:lnTo>
                        <a:lnTo>
                          <a:pt x="254" y="509"/>
                        </a:lnTo>
                        <a:lnTo>
                          <a:pt x="259" y="509"/>
                        </a:lnTo>
                        <a:lnTo>
                          <a:pt x="272" y="505"/>
                        </a:lnTo>
                        <a:lnTo>
                          <a:pt x="290" y="491"/>
                        </a:lnTo>
                        <a:lnTo>
                          <a:pt x="303" y="491"/>
                        </a:lnTo>
                        <a:lnTo>
                          <a:pt x="303" y="500"/>
                        </a:lnTo>
                        <a:lnTo>
                          <a:pt x="317" y="496"/>
                        </a:lnTo>
                        <a:lnTo>
                          <a:pt x="330" y="500"/>
                        </a:lnTo>
                        <a:lnTo>
                          <a:pt x="330" y="509"/>
                        </a:lnTo>
                        <a:lnTo>
                          <a:pt x="344" y="500"/>
                        </a:lnTo>
                        <a:lnTo>
                          <a:pt x="353" y="509"/>
                        </a:lnTo>
                        <a:lnTo>
                          <a:pt x="353" y="540"/>
                        </a:lnTo>
                        <a:lnTo>
                          <a:pt x="339" y="554"/>
                        </a:lnTo>
                        <a:lnTo>
                          <a:pt x="344" y="576"/>
                        </a:lnTo>
                        <a:lnTo>
                          <a:pt x="357" y="567"/>
                        </a:lnTo>
                        <a:lnTo>
                          <a:pt x="357" y="581"/>
                        </a:lnTo>
                        <a:lnTo>
                          <a:pt x="370" y="590"/>
                        </a:lnTo>
                        <a:lnTo>
                          <a:pt x="357" y="603"/>
                        </a:lnTo>
                        <a:lnTo>
                          <a:pt x="379" y="612"/>
                        </a:lnTo>
                        <a:lnTo>
                          <a:pt x="388" y="608"/>
                        </a:lnTo>
                        <a:lnTo>
                          <a:pt x="393" y="608"/>
                        </a:lnTo>
                        <a:lnTo>
                          <a:pt x="393" y="612"/>
                        </a:lnTo>
                        <a:lnTo>
                          <a:pt x="393" y="621"/>
                        </a:lnTo>
                        <a:lnTo>
                          <a:pt x="402" y="621"/>
                        </a:lnTo>
                        <a:lnTo>
                          <a:pt x="402" y="599"/>
                        </a:lnTo>
                        <a:lnTo>
                          <a:pt x="406" y="599"/>
                        </a:lnTo>
                        <a:lnTo>
                          <a:pt x="411" y="594"/>
                        </a:lnTo>
                        <a:lnTo>
                          <a:pt x="433" y="594"/>
                        </a:lnTo>
                        <a:lnTo>
                          <a:pt x="442" y="590"/>
                        </a:lnTo>
                        <a:lnTo>
                          <a:pt x="455" y="585"/>
                        </a:lnTo>
                        <a:lnTo>
                          <a:pt x="473" y="594"/>
                        </a:lnTo>
                        <a:lnTo>
                          <a:pt x="469" y="603"/>
                        </a:lnTo>
                        <a:lnTo>
                          <a:pt x="487" y="603"/>
                        </a:lnTo>
                        <a:lnTo>
                          <a:pt x="487" y="608"/>
                        </a:lnTo>
                        <a:lnTo>
                          <a:pt x="496" y="608"/>
                        </a:lnTo>
                        <a:lnTo>
                          <a:pt x="500" y="612"/>
                        </a:lnTo>
                        <a:lnTo>
                          <a:pt x="518" y="608"/>
                        </a:lnTo>
                        <a:lnTo>
                          <a:pt x="513" y="621"/>
                        </a:lnTo>
                        <a:lnTo>
                          <a:pt x="518" y="630"/>
                        </a:lnTo>
                        <a:lnTo>
                          <a:pt x="531" y="625"/>
                        </a:lnTo>
                        <a:lnTo>
                          <a:pt x="522" y="621"/>
                        </a:lnTo>
                        <a:lnTo>
                          <a:pt x="522" y="612"/>
                        </a:lnTo>
                        <a:lnTo>
                          <a:pt x="531" y="616"/>
                        </a:lnTo>
                        <a:lnTo>
                          <a:pt x="545" y="603"/>
                        </a:lnTo>
                        <a:lnTo>
                          <a:pt x="554" y="608"/>
                        </a:lnTo>
                        <a:lnTo>
                          <a:pt x="567" y="594"/>
                        </a:lnTo>
                        <a:lnTo>
                          <a:pt x="571" y="585"/>
                        </a:lnTo>
                        <a:lnTo>
                          <a:pt x="571" y="599"/>
                        </a:lnTo>
                        <a:lnTo>
                          <a:pt x="580" y="594"/>
                        </a:lnTo>
                        <a:lnTo>
                          <a:pt x="589" y="585"/>
                        </a:lnTo>
                        <a:lnTo>
                          <a:pt x="589" y="590"/>
                        </a:lnTo>
                        <a:lnTo>
                          <a:pt x="594" y="585"/>
                        </a:lnTo>
                        <a:lnTo>
                          <a:pt x="603" y="590"/>
                        </a:lnTo>
                        <a:lnTo>
                          <a:pt x="612" y="585"/>
                        </a:lnTo>
                        <a:lnTo>
                          <a:pt x="616" y="576"/>
                        </a:lnTo>
                        <a:lnTo>
                          <a:pt x="625" y="576"/>
                        </a:lnTo>
                        <a:lnTo>
                          <a:pt x="634" y="563"/>
                        </a:lnTo>
                        <a:lnTo>
                          <a:pt x="638" y="567"/>
                        </a:lnTo>
                        <a:lnTo>
                          <a:pt x="643" y="558"/>
                        </a:lnTo>
                        <a:lnTo>
                          <a:pt x="661" y="545"/>
                        </a:lnTo>
                        <a:lnTo>
                          <a:pt x="656" y="523"/>
                        </a:lnTo>
                        <a:lnTo>
                          <a:pt x="665" y="532"/>
                        </a:lnTo>
                        <a:lnTo>
                          <a:pt x="674" y="518"/>
                        </a:lnTo>
                        <a:lnTo>
                          <a:pt x="674" y="509"/>
                        </a:lnTo>
                        <a:lnTo>
                          <a:pt x="683" y="505"/>
                        </a:lnTo>
                        <a:lnTo>
                          <a:pt x="683" y="482"/>
                        </a:lnTo>
                        <a:lnTo>
                          <a:pt x="692" y="473"/>
                        </a:lnTo>
                        <a:lnTo>
                          <a:pt x="665" y="469"/>
                        </a:lnTo>
                        <a:lnTo>
                          <a:pt x="674" y="465"/>
                        </a:lnTo>
                        <a:lnTo>
                          <a:pt x="688" y="451"/>
                        </a:lnTo>
                        <a:lnTo>
                          <a:pt x="670" y="438"/>
                        </a:lnTo>
                        <a:lnTo>
                          <a:pt x="683" y="442"/>
                        </a:lnTo>
                        <a:lnTo>
                          <a:pt x="688" y="433"/>
                        </a:lnTo>
                        <a:lnTo>
                          <a:pt x="674" y="424"/>
                        </a:lnTo>
                        <a:lnTo>
                          <a:pt x="674" y="406"/>
                        </a:lnTo>
                        <a:lnTo>
                          <a:pt x="670" y="389"/>
                        </a:lnTo>
                        <a:lnTo>
                          <a:pt x="652" y="389"/>
                        </a:lnTo>
                        <a:lnTo>
                          <a:pt x="656" y="375"/>
                        </a:lnTo>
                        <a:lnTo>
                          <a:pt x="670" y="371"/>
                        </a:lnTo>
                        <a:lnTo>
                          <a:pt x="674" y="362"/>
                        </a:lnTo>
                        <a:lnTo>
                          <a:pt x="692" y="357"/>
                        </a:lnTo>
                        <a:lnTo>
                          <a:pt x="701" y="344"/>
                        </a:lnTo>
                        <a:lnTo>
                          <a:pt x="670" y="335"/>
                        </a:lnTo>
                        <a:lnTo>
                          <a:pt x="652" y="348"/>
                        </a:lnTo>
                        <a:lnTo>
                          <a:pt x="638" y="339"/>
                        </a:lnTo>
                        <a:lnTo>
                          <a:pt x="643" y="339"/>
                        </a:lnTo>
                        <a:lnTo>
                          <a:pt x="625" y="322"/>
                        </a:lnTo>
                        <a:lnTo>
                          <a:pt x="634" y="317"/>
                        </a:lnTo>
                        <a:lnTo>
                          <a:pt x="652" y="313"/>
                        </a:lnTo>
                        <a:lnTo>
                          <a:pt x="656" y="299"/>
                        </a:lnTo>
                        <a:lnTo>
                          <a:pt x="674" y="281"/>
                        </a:lnTo>
                        <a:lnTo>
                          <a:pt x="674" y="277"/>
                        </a:lnTo>
                        <a:lnTo>
                          <a:pt x="683" y="277"/>
                        </a:lnTo>
                        <a:lnTo>
                          <a:pt x="692" y="286"/>
                        </a:lnTo>
                        <a:lnTo>
                          <a:pt x="683" y="295"/>
                        </a:lnTo>
                        <a:lnTo>
                          <a:pt x="674" y="304"/>
                        </a:lnTo>
                        <a:lnTo>
                          <a:pt x="688" y="304"/>
                        </a:lnTo>
                        <a:lnTo>
                          <a:pt x="674" y="317"/>
                        </a:lnTo>
                        <a:lnTo>
                          <a:pt x="688" y="317"/>
                        </a:lnTo>
                        <a:lnTo>
                          <a:pt x="701" y="304"/>
                        </a:lnTo>
                        <a:lnTo>
                          <a:pt x="719" y="299"/>
                        </a:lnTo>
                        <a:lnTo>
                          <a:pt x="719" y="295"/>
                        </a:lnTo>
                        <a:lnTo>
                          <a:pt x="741" y="281"/>
                        </a:lnTo>
                        <a:lnTo>
                          <a:pt x="746" y="281"/>
                        </a:lnTo>
                        <a:lnTo>
                          <a:pt x="759" y="263"/>
                        </a:lnTo>
                        <a:lnTo>
                          <a:pt x="764" y="259"/>
                        </a:lnTo>
                        <a:lnTo>
                          <a:pt x="781" y="268"/>
                        </a:lnTo>
                        <a:lnTo>
                          <a:pt x="781" y="254"/>
                        </a:lnTo>
                        <a:lnTo>
                          <a:pt x="795" y="241"/>
                        </a:lnTo>
                        <a:lnTo>
                          <a:pt x="804" y="232"/>
                        </a:lnTo>
                        <a:lnTo>
                          <a:pt x="813" y="246"/>
                        </a:lnTo>
                        <a:lnTo>
                          <a:pt x="808" y="237"/>
                        </a:lnTo>
                        <a:lnTo>
                          <a:pt x="817" y="228"/>
                        </a:lnTo>
                        <a:lnTo>
                          <a:pt x="822" y="223"/>
                        </a:lnTo>
                        <a:lnTo>
                          <a:pt x="817" y="201"/>
                        </a:lnTo>
                        <a:lnTo>
                          <a:pt x="826" y="192"/>
                        </a:lnTo>
                        <a:lnTo>
                          <a:pt x="844" y="192"/>
                        </a:lnTo>
                        <a:lnTo>
                          <a:pt x="875" y="143"/>
                        </a:lnTo>
                        <a:lnTo>
                          <a:pt x="871" y="129"/>
                        </a:lnTo>
                        <a:lnTo>
                          <a:pt x="862" y="125"/>
                        </a:lnTo>
                        <a:lnTo>
                          <a:pt x="839" y="143"/>
                        </a:lnTo>
                        <a:lnTo>
                          <a:pt x="817" y="134"/>
                        </a:lnTo>
                        <a:lnTo>
                          <a:pt x="813" y="116"/>
                        </a:lnTo>
                        <a:lnTo>
                          <a:pt x="795" y="103"/>
                        </a:lnTo>
                        <a:lnTo>
                          <a:pt x="786" y="103"/>
                        </a:lnTo>
                        <a:lnTo>
                          <a:pt x="781" y="98"/>
                        </a:lnTo>
                        <a:lnTo>
                          <a:pt x="768" y="98"/>
                        </a:lnTo>
                        <a:lnTo>
                          <a:pt x="764" y="76"/>
                        </a:lnTo>
                        <a:lnTo>
                          <a:pt x="741" y="18"/>
                        </a:lnTo>
                        <a:lnTo>
                          <a:pt x="714" y="4"/>
                        </a:lnTo>
                        <a:lnTo>
                          <a:pt x="701" y="0"/>
                        </a:lnTo>
                        <a:lnTo>
                          <a:pt x="674" y="4"/>
                        </a:lnTo>
                        <a:lnTo>
                          <a:pt x="661" y="22"/>
                        </a:lnTo>
                        <a:lnTo>
                          <a:pt x="661" y="27"/>
                        </a:lnTo>
                        <a:lnTo>
                          <a:pt x="670" y="27"/>
                        </a:lnTo>
                        <a:lnTo>
                          <a:pt x="670" y="40"/>
                        </a:lnTo>
                        <a:lnTo>
                          <a:pt x="643" y="76"/>
                        </a:lnTo>
                        <a:lnTo>
                          <a:pt x="652" y="85"/>
                        </a:lnTo>
                        <a:lnTo>
                          <a:pt x="638" y="89"/>
                        </a:lnTo>
                        <a:lnTo>
                          <a:pt x="625" y="103"/>
                        </a:lnTo>
                        <a:lnTo>
                          <a:pt x="612" y="94"/>
                        </a:lnTo>
                        <a:lnTo>
                          <a:pt x="607" y="111"/>
                        </a:lnTo>
                        <a:lnTo>
                          <a:pt x="594" y="129"/>
                        </a:lnTo>
                        <a:lnTo>
                          <a:pt x="598" y="138"/>
                        </a:lnTo>
                        <a:lnTo>
                          <a:pt x="612" y="134"/>
                        </a:lnTo>
                        <a:lnTo>
                          <a:pt x="621" y="138"/>
                        </a:lnTo>
                        <a:lnTo>
                          <a:pt x="638" y="129"/>
                        </a:lnTo>
                        <a:lnTo>
                          <a:pt x="647" y="147"/>
                        </a:lnTo>
                        <a:lnTo>
                          <a:pt x="661" y="147"/>
                        </a:lnTo>
                        <a:lnTo>
                          <a:pt x="656" y="156"/>
                        </a:lnTo>
                        <a:lnTo>
                          <a:pt x="643" y="165"/>
                        </a:lnTo>
                        <a:lnTo>
                          <a:pt x="621" y="161"/>
                        </a:lnTo>
                        <a:lnTo>
                          <a:pt x="598" y="183"/>
                        </a:lnTo>
                        <a:lnTo>
                          <a:pt x="585" y="179"/>
                        </a:lnTo>
                        <a:lnTo>
                          <a:pt x="571" y="196"/>
                        </a:lnTo>
                        <a:lnTo>
                          <a:pt x="563" y="196"/>
                        </a:lnTo>
                        <a:lnTo>
                          <a:pt x="554" y="187"/>
                        </a:lnTo>
                        <a:lnTo>
                          <a:pt x="545" y="187"/>
                        </a:lnTo>
                        <a:lnTo>
                          <a:pt x="536" y="201"/>
                        </a:lnTo>
                        <a:lnTo>
                          <a:pt x="549" y="219"/>
                        </a:lnTo>
                        <a:lnTo>
                          <a:pt x="531" y="228"/>
                        </a:lnTo>
                        <a:lnTo>
                          <a:pt x="522" y="241"/>
                        </a:lnTo>
                        <a:lnTo>
                          <a:pt x="496" y="241"/>
                        </a:lnTo>
                        <a:lnTo>
                          <a:pt x="464" y="250"/>
                        </a:lnTo>
                        <a:lnTo>
                          <a:pt x="455" y="263"/>
                        </a:lnTo>
                        <a:lnTo>
                          <a:pt x="415" y="250"/>
                        </a:lnTo>
                        <a:lnTo>
                          <a:pt x="406" y="241"/>
                        </a:lnTo>
                        <a:lnTo>
                          <a:pt x="326" y="237"/>
                        </a:lnTo>
                        <a:lnTo>
                          <a:pt x="308" y="205"/>
                        </a:lnTo>
                        <a:lnTo>
                          <a:pt x="286" y="192"/>
                        </a:lnTo>
                        <a:lnTo>
                          <a:pt x="250" y="187"/>
                        </a:lnTo>
                        <a:lnTo>
                          <a:pt x="250" y="147"/>
                        </a:lnTo>
                        <a:lnTo>
                          <a:pt x="228" y="129"/>
                        </a:lnTo>
                        <a:lnTo>
                          <a:pt x="210" y="120"/>
                        </a:lnTo>
                        <a:lnTo>
                          <a:pt x="205" y="107"/>
                        </a:lnTo>
                        <a:lnTo>
                          <a:pt x="196" y="107"/>
                        </a:lnTo>
                        <a:lnTo>
                          <a:pt x="192" y="107"/>
                        </a:lnTo>
                        <a:lnTo>
                          <a:pt x="183" y="120"/>
                        </a:lnTo>
                        <a:lnTo>
                          <a:pt x="174" y="129"/>
                        </a:lnTo>
                        <a:lnTo>
                          <a:pt x="174" y="147"/>
                        </a:lnTo>
                        <a:lnTo>
                          <a:pt x="161" y="156"/>
                        </a:lnTo>
                        <a:lnTo>
                          <a:pt x="134" y="152"/>
                        </a:lnTo>
                        <a:lnTo>
                          <a:pt x="120" y="183"/>
                        </a:lnTo>
                        <a:lnTo>
                          <a:pt x="125" y="192"/>
                        </a:lnTo>
                        <a:lnTo>
                          <a:pt x="89" y="192"/>
                        </a:lnTo>
                        <a:lnTo>
                          <a:pt x="89" y="201"/>
                        </a:lnTo>
                        <a:lnTo>
                          <a:pt x="98" y="205"/>
                        </a:lnTo>
                        <a:lnTo>
                          <a:pt x="102" y="228"/>
                        </a:lnTo>
                        <a:lnTo>
                          <a:pt x="94" y="254"/>
                        </a:lnTo>
                        <a:lnTo>
                          <a:pt x="94" y="259"/>
                        </a:lnTo>
                        <a:lnTo>
                          <a:pt x="80" y="263"/>
                        </a:lnTo>
                        <a:lnTo>
                          <a:pt x="62" y="277"/>
                        </a:lnTo>
                        <a:lnTo>
                          <a:pt x="44" y="277"/>
                        </a:lnTo>
                        <a:lnTo>
                          <a:pt x="35" y="290"/>
                        </a:lnTo>
                        <a:lnTo>
                          <a:pt x="27" y="281"/>
                        </a:lnTo>
                        <a:lnTo>
                          <a:pt x="18" y="281"/>
                        </a:lnTo>
                        <a:lnTo>
                          <a:pt x="13" y="290"/>
                        </a:lnTo>
                        <a:lnTo>
                          <a:pt x="0" y="295"/>
                        </a:lnTo>
                        <a:lnTo>
                          <a:pt x="0" y="304"/>
                        </a:lnTo>
                        <a:close/>
                        <a:moveTo>
                          <a:pt x="504" y="639"/>
                        </a:moveTo>
                        <a:lnTo>
                          <a:pt x="509" y="643"/>
                        </a:lnTo>
                        <a:lnTo>
                          <a:pt x="504" y="648"/>
                        </a:lnTo>
                        <a:lnTo>
                          <a:pt x="504" y="657"/>
                        </a:lnTo>
                        <a:lnTo>
                          <a:pt x="513" y="661"/>
                        </a:lnTo>
                        <a:lnTo>
                          <a:pt x="518" y="657"/>
                        </a:lnTo>
                        <a:lnTo>
                          <a:pt x="531" y="652"/>
                        </a:lnTo>
                        <a:lnTo>
                          <a:pt x="531" y="652"/>
                        </a:lnTo>
                        <a:lnTo>
                          <a:pt x="536" y="639"/>
                        </a:lnTo>
                        <a:lnTo>
                          <a:pt x="531" y="634"/>
                        </a:lnTo>
                        <a:lnTo>
                          <a:pt x="527" y="634"/>
                        </a:lnTo>
                        <a:lnTo>
                          <a:pt x="518" y="639"/>
                        </a:lnTo>
                        <a:lnTo>
                          <a:pt x="513" y="634"/>
                        </a:lnTo>
                        <a:lnTo>
                          <a:pt x="504" y="639"/>
                        </a:lnTo>
                        <a:close/>
                      </a:path>
                    </a:pathLst>
                  </a:custGeom>
                  <a:grpFill/>
                  <a:ln w="9525" cmpd="sng">
                    <a:solidFill>
                      <a:schemeClr val="bg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dirty="0">
                      <a:latin typeface="Delivery" panose="020F0503020204020204" pitchFamily="34" charset="0"/>
                    </a:endParaRPr>
                  </a:p>
                </p:txBody>
              </p:sp>
              <p:sp>
                <p:nvSpPr>
                  <p:cNvPr id="462" name="Freeform 119">
                    <a:extLst>
                      <a:ext uri="{FF2B5EF4-FFF2-40B4-BE49-F238E27FC236}">
                        <a16:creationId xmlns:a16="http://schemas.microsoft.com/office/drawing/2014/main" id="{86EB9B0D-788D-0EED-31FA-1E2F7099685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gray">
                  <a:xfrm>
                    <a:off x="4398" y="2399"/>
                    <a:ext cx="27" cy="59"/>
                  </a:xfrm>
                  <a:custGeom>
                    <a:avLst/>
                    <a:gdLst>
                      <a:gd name="T0" fmla="*/ 22 w 27"/>
                      <a:gd name="T1" fmla="*/ 0 h 59"/>
                      <a:gd name="T2" fmla="*/ 13 w 27"/>
                      <a:gd name="T3" fmla="*/ 5 h 59"/>
                      <a:gd name="T4" fmla="*/ 13 w 27"/>
                      <a:gd name="T5" fmla="*/ 14 h 59"/>
                      <a:gd name="T6" fmla="*/ 9 w 27"/>
                      <a:gd name="T7" fmla="*/ 14 h 59"/>
                      <a:gd name="T8" fmla="*/ 0 w 27"/>
                      <a:gd name="T9" fmla="*/ 32 h 59"/>
                      <a:gd name="T10" fmla="*/ 4 w 27"/>
                      <a:gd name="T11" fmla="*/ 45 h 59"/>
                      <a:gd name="T12" fmla="*/ 9 w 27"/>
                      <a:gd name="T13" fmla="*/ 45 h 59"/>
                      <a:gd name="T14" fmla="*/ 13 w 27"/>
                      <a:gd name="T15" fmla="*/ 59 h 59"/>
                      <a:gd name="T16" fmla="*/ 18 w 27"/>
                      <a:gd name="T17" fmla="*/ 59 h 59"/>
                      <a:gd name="T18" fmla="*/ 18 w 27"/>
                      <a:gd name="T19" fmla="*/ 45 h 59"/>
                      <a:gd name="T20" fmla="*/ 22 w 27"/>
                      <a:gd name="T21" fmla="*/ 36 h 59"/>
                      <a:gd name="T22" fmla="*/ 22 w 27"/>
                      <a:gd name="T23" fmla="*/ 18 h 59"/>
                      <a:gd name="T24" fmla="*/ 27 w 27"/>
                      <a:gd name="T25" fmla="*/ 14 h 59"/>
                      <a:gd name="T26" fmla="*/ 27 w 27"/>
                      <a:gd name="T27" fmla="*/ 5 h 59"/>
                      <a:gd name="T28" fmla="*/ 22 w 27"/>
                      <a:gd name="T29" fmla="*/ 0 h 5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</a:cxnLst>
                    <a:rect l="0" t="0" r="r" b="b"/>
                    <a:pathLst>
                      <a:path w="27" h="59">
                        <a:moveTo>
                          <a:pt x="22" y="0"/>
                        </a:moveTo>
                        <a:lnTo>
                          <a:pt x="13" y="5"/>
                        </a:lnTo>
                        <a:lnTo>
                          <a:pt x="13" y="14"/>
                        </a:lnTo>
                        <a:lnTo>
                          <a:pt x="9" y="14"/>
                        </a:lnTo>
                        <a:lnTo>
                          <a:pt x="0" y="32"/>
                        </a:lnTo>
                        <a:lnTo>
                          <a:pt x="4" y="45"/>
                        </a:lnTo>
                        <a:lnTo>
                          <a:pt x="9" y="45"/>
                        </a:lnTo>
                        <a:lnTo>
                          <a:pt x="13" y="59"/>
                        </a:lnTo>
                        <a:lnTo>
                          <a:pt x="18" y="59"/>
                        </a:lnTo>
                        <a:lnTo>
                          <a:pt x="18" y="45"/>
                        </a:lnTo>
                        <a:lnTo>
                          <a:pt x="22" y="36"/>
                        </a:lnTo>
                        <a:lnTo>
                          <a:pt x="22" y="18"/>
                        </a:lnTo>
                        <a:lnTo>
                          <a:pt x="27" y="14"/>
                        </a:lnTo>
                        <a:lnTo>
                          <a:pt x="27" y="5"/>
                        </a:lnTo>
                        <a:lnTo>
                          <a:pt x="22" y="0"/>
                        </a:lnTo>
                        <a:close/>
                      </a:path>
                    </a:pathLst>
                  </a:custGeom>
                  <a:grpFill/>
                  <a:ln w="9525" cmpd="sng">
                    <a:solidFill>
                      <a:schemeClr val="bg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dirty="0">
                      <a:latin typeface="Delivery" panose="020F0503020204020204" pitchFamily="34" charset="0"/>
                    </a:endParaRPr>
                  </a:p>
                </p:txBody>
              </p:sp>
              <p:sp>
                <p:nvSpPr>
                  <p:cNvPr id="463" name="Freeform 120">
                    <a:extLst>
                      <a:ext uri="{FF2B5EF4-FFF2-40B4-BE49-F238E27FC236}">
                        <a16:creationId xmlns:a16="http://schemas.microsoft.com/office/drawing/2014/main" id="{E273BC78-3033-6F3C-5F17-7059FCCE37F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gray">
                  <a:xfrm>
                    <a:off x="3254" y="2078"/>
                    <a:ext cx="103" cy="49"/>
                  </a:xfrm>
                  <a:custGeom>
                    <a:avLst/>
                    <a:gdLst>
                      <a:gd name="T0" fmla="*/ 0 w 103"/>
                      <a:gd name="T1" fmla="*/ 0 h 49"/>
                      <a:gd name="T2" fmla="*/ 18 w 103"/>
                      <a:gd name="T3" fmla="*/ 9 h 49"/>
                      <a:gd name="T4" fmla="*/ 23 w 103"/>
                      <a:gd name="T5" fmla="*/ 18 h 49"/>
                      <a:gd name="T6" fmla="*/ 23 w 103"/>
                      <a:gd name="T7" fmla="*/ 31 h 49"/>
                      <a:gd name="T8" fmla="*/ 18 w 103"/>
                      <a:gd name="T9" fmla="*/ 35 h 49"/>
                      <a:gd name="T10" fmla="*/ 40 w 103"/>
                      <a:gd name="T11" fmla="*/ 40 h 49"/>
                      <a:gd name="T12" fmla="*/ 49 w 103"/>
                      <a:gd name="T13" fmla="*/ 44 h 49"/>
                      <a:gd name="T14" fmla="*/ 58 w 103"/>
                      <a:gd name="T15" fmla="*/ 49 h 49"/>
                      <a:gd name="T16" fmla="*/ 63 w 103"/>
                      <a:gd name="T17" fmla="*/ 44 h 49"/>
                      <a:gd name="T18" fmla="*/ 72 w 103"/>
                      <a:gd name="T19" fmla="*/ 49 h 49"/>
                      <a:gd name="T20" fmla="*/ 76 w 103"/>
                      <a:gd name="T21" fmla="*/ 44 h 49"/>
                      <a:gd name="T22" fmla="*/ 85 w 103"/>
                      <a:gd name="T23" fmla="*/ 49 h 49"/>
                      <a:gd name="T24" fmla="*/ 94 w 103"/>
                      <a:gd name="T25" fmla="*/ 44 h 49"/>
                      <a:gd name="T26" fmla="*/ 99 w 103"/>
                      <a:gd name="T27" fmla="*/ 49 h 49"/>
                      <a:gd name="T28" fmla="*/ 103 w 103"/>
                      <a:gd name="T29" fmla="*/ 44 h 49"/>
                      <a:gd name="T30" fmla="*/ 94 w 103"/>
                      <a:gd name="T31" fmla="*/ 40 h 49"/>
                      <a:gd name="T32" fmla="*/ 90 w 103"/>
                      <a:gd name="T33" fmla="*/ 35 h 49"/>
                      <a:gd name="T34" fmla="*/ 94 w 103"/>
                      <a:gd name="T35" fmla="*/ 26 h 49"/>
                      <a:gd name="T36" fmla="*/ 94 w 103"/>
                      <a:gd name="T37" fmla="*/ 26 h 49"/>
                      <a:gd name="T38" fmla="*/ 85 w 103"/>
                      <a:gd name="T39" fmla="*/ 22 h 49"/>
                      <a:gd name="T40" fmla="*/ 90 w 103"/>
                      <a:gd name="T41" fmla="*/ 18 h 49"/>
                      <a:gd name="T42" fmla="*/ 76 w 103"/>
                      <a:gd name="T43" fmla="*/ 18 h 49"/>
                      <a:gd name="T44" fmla="*/ 76 w 103"/>
                      <a:gd name="T45" fmla="*/ 13 h 49"/>
                      <a:gd name="T46" fmla="*/ 67 w 103"/>
                      <a:gd name="T47" fmla="*/ 13 h 49"/>
                      <a:gd name="T48" fmla="*/ 67 w 103"/>
                      <a:gd name="T49" fmla="*/ 18 h 49"/>
                      <a:gd name="T50" fmla="*/ 63 w 103"/>
                      <a:gd name="T51" fmla="*/ 13 h 49"/>
                      <a:gd name="T52" fmla="*/ 58 w 103"/>
                      <a:gd name="T53" fmla="*/ 18 h 49"/>
                      <a:gd name="T54" fmla="*/ 54 w 103"/>
                      <a:gd name="T55" fmla="*/ 9 h 49"/>
                      <a:gd name="T56" fmla="*/ 49 w 103"/>
                      <a:gd name="T57" fmla="*/ 13 h 49"/>
                      <a:gd name="T58" fmla="*/ 45 w 103"/>
                      <a:gd name="T59" fmla="*/ 4 h 49"/>
                      <a:gd name="T60" fmla="*/ 27 w 103"/>
                      <a:gd name="T61" fmla="*/ 4 h 49"/>
                      <a:gd name="T62" fmla="*/ 18 w 103"/>
                      <a:gd name="T63" fmla="*/ 0 h 49"/>
                      <a:gd name="T64" fmla="*/ 5 w 103"/>
                      <a:gd name="T65" fmla="*/ 0 h 49"/>
                      <a:gd name="T66" fmla="*/ 0 w 103"/>
                      <a:gd name="T67" fmla="*/ 0 h 4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</a:cxnLst>
                    <a:rect l="0" t="0" r="r" b="b"/>
                    <a:pathLst>
                      <a:path w="103" h="49">
                        <a:moveTo>
                          <a:pt x="0" y="0"/>
                        </a:moveTo>
                        <a:lnTo>
                          <a:pt x="18" y="9"/>
                        </a:lnTo>
                        <a:lnTo>
                          <a:pt x="23" y="18"/>
                        </a:lnTo>
                        <a:lnTo>
                          <a:pt x="23" y="31"/>
                        </a:lnTo>
                        <a:lnTo>
                          <a:pt x="18" y="35"/>
                        </a:lnTo>
                        <a:lnTo>
                          <a:pt x="40" y="40"/>
                        </a:lnTo>
                        <a:lnTo>
                          <a:pt x="49" y="44"/>
                        </a:lnTo>
                        <a:lnTo>
                          <a:pt x="58" y="49"/>
                        </a:lnTo>
                        <a:lnTo>
                          <a:pt x="63" y="44"/>
                        </a:lnTo>
                        <a:lnTo>
                          <a:pt x="72" y="49"/>
                        </a:lnTo>
                        <a:lnTo>
                          <a:pt x="76" y="44"/>
                        </a:lnTo>
                        <a:lnTo>
                          <a:pt x="85" y="49"/>
                        </a:lnTo>
                        <a:lnTo>
                          <a:pt x="94" y="44"/>
                        </a:lnTo>
                        <a:lnTo>
                          <a:pt x="99" y="49"/>
                        </a:lnTo>
                        <a:lnTo>
                          <a:pt x="103" y="44"/>
                        </a:lnTo>
                        <a:lnTo>
                          <a:pt x="94" y="40"/>
                        </a:lnTo>
                        <a:lnTo>
                          <a:pt x="90" y="35"/>
                        </a:lnTo>
                        <a:lnTo>
                          <a:pt x="94" y="26"/>
                        </a:lnTo>
                        <a:lnTo>
                          <a:pt x="94" y="26"/>
                        </a:lnTo>
                        <a:lnTo>
                          <a:pt x="85" y="22"/>
                        </a:lnTo>
                        <a:lnTo>
                          <a:pt x="90" y="18"/>
                        </a:lnTo>
                        <a:lnTo>
                          <a:pt x="76" y="18"/>
                        </a:lnTo>
                        <a:lnTo>
                          <a:pt x="76" y="13"/>
                        </a:lnTo>
                        <a:lnTo>
                          <a:pt x="67" y="13"/>
                        </a:lnTo>
                        <a:lnTo>
                          <a:pt x="67" y="18"/>
                        </a:lnTo>
                        <a:lnTo>
                          <a:pt x="63" y="13"/>
                        </a:lnTo>
                        <a:lnTo>
                          <a:pt x="58" y="18"/>
                        </a:lnTo>
                        <a:lnTo>
                          <a:pt x="54" y="9"/>
                        </a:lnTo>
                        <a:lnTo>
                          <a:pt x="49" y="13"/>
                        </a:lnTo>
                        <a:lnTo>
                          <a:pt x="45" y="4"/>
                        </a:lnTo>
                        <a:lnTo>
                          <a:pt x="27" y="4"/>
                        </a:lnTo>
                        <a:lnTo>
                          <a:pt x="18" y="0"/>
                        </a:lnTo>
                        <a:lnTo>
                          <a:pt x="5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pFill/>
                  <a:ln w="9525" cmpd="sng">
                    <a:solidFill>
                      <a:schemeClr val="bg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dirty="0">
                      <a:latin typeface="Delivery" panose="020F0503020204020204" pitchFamily="34" charset="0"/>
                    </a:endParaRPr>
                  </a:p>
                </p:txBody>
              </p:sp>
              <p:sp>
                <p:nvSpPr>
                  <p:cNvPr id="464" name="Freeform 121">
                    <a:extLst>
                      <a:ext uri="{FF2B5EF4-FFF2-40B4-BE49-F238E27FC236}">
                        <a16:creationId xmlns:a16="http://schemas.microsoft.com/office/drawing/2014/main" id="{E5504B47-81D6-F94B-A604-2D5800C3B26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gray">
                  <a:xfrm>
                    <a:off x="4755" y="2583"/>
                    <a:ext cx="1" cy="9"/>
                  </a:xfrm>
                  <a:custGeom>
                    <a:avLst/>
                    <a:gdLst>
                      <a:gd name="T0" fmla="*/ 0 h 9"/>
                      <a:gd name="T1" fmla="*/ 4 h 9"/>
                      <a:gd name="T2" fmla="*/ 9 h 9"/>
                      <a:gd name="T3" fmla="*/ 0 h 9"/>
                      <a:gd name="T4" fmla="*/ 0 h 9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  <a:cxn ang="0">
                        <a:pos x="0" y="T2"/>
                      </a:cxn>
                      <a:cxn ang="0">
                        <a:pos x="0" y="T3"/>
                      </a:cxn>
                      <a:cxn ang="0">
                        <a:pos x="0" y="T4"/>
                      </a:cxn>
                    </a:cxnLst>
                    <a:rect l="0" t="0" r="r" b="b"/>
                    <a:pathLst>
                      <a:path h="9">
                        <a:moveTo>
                          <a:pt x="0" y="0"/>
                        </a:moveTo>
                        <a:lnTo>
                          <a:pt x="0" y="4"/>
                        </a:lnTo>
                        <a:lnTo>
                          <a:pt x="0" y="9"/>
                        </a:lnTo>
                        <a:lnTo>
                          <a:pt x="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pFill/>
                  <a:ln w="9525" cmpd="sng">
                    <a:solidFill>
                      <a:schemeClr val="bg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dirty="0">
                      <a:latin typeface="Delivery" panose="020F0503020204020204" pitchFamily="34" charset="0"/>
                    </a:endParaRPr>
                  </a:p>
                </p:txBody>
              </p:sp>
              <p:sp>
                <p:nvSpPr>
                  <p:cNvPr id="465" name="Freeform 122">
                    <a:extLst>
                      <a:ext uri="{FF2B5EF4-FFF2-40B4-BE49-F238E27FC236}">
                        <a16:creationId xmlns:a16="http://schemas.microsoft.com/office/drawing/2014/main" id="{C7FC680B-3798-3719-DDC4-D805219429F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gray">
                  <a:xfrm>
                    <a:off x="4308" y="2444"/>
                    <a:ext cx="9" cy="9"/>
                  </a:xfrm>
                  <a:custGeom>
                    <a:avLst/>
                    <a:gdLst>
                      <a:gd name="T0" fmla="*/ 0 w 9"/>
                      <a:gd name="T1" fmla="*/ 5 h 9"/>
                      <a:gd name="T2" fmla="*/ 9 w 9"/>
                      <a:gd name="T3" fmla="*/ 0 h 9"/>
                      <a:gd name="T4" fmla="*/ 5 w 9"/>
                      <a:gd name="T5" fmla="*/ 9 h 9"/>
                      <a:gd name="T6" fmla="*/ 0 w 9"/>
                      <a:gd name="T7" fmla="*/ 5 h 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9" h="9">
                        <a:moveTo>
                          <a:pt x="0" y="5"/>
                        </a:moveTo>
                        <a:lnTo>
                          <a:pt x="9" y="0"/>
                        </a:lnTo>
                        <a:lnTo>
                          <a:pt x="5" y="9"/>
                        </a:lnTo>
                        <a:lnTo>
                          <a:pt x="0" y="5"/>
                        </a:lnTo>
                        <a:close/>
                      </a:path>
                    </a:pathLst>
                  </a:custGeom>
                  <a:grpFill/>
                  <a:ln w="9525" cmpd="sng">
                    <a:solidFill>
                      <a:schemeClr val="bg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dirty="0">
                      <a:latin typeface="Delivery" panose="020F0503020204020204" pitchFamily="34" charset="0"/>
                    </a:endParaRPr>
                  </a:p>
                </p:txBody>
              </p:sp>
              <p:sp>
                <p:nvSpPr>
                  <p:cNvPr id="466" name="Freeform 123">
                    <a:extLst>
                      <a:ext uri="{FF2B5EF4-FFF2-40B4-BE49-F238E27FC236}">
                        <a16:creationId xmlns:a16="http://schemas.microsoft.com/office/drawing/2014/main" id="{F5670960-6390-7FCD-7486-8F9D02F46EB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gray">
                  <a:xfrm>
                    <a:off x="3661" y="2212"/>
                    <a:ext cx="406" cy="456"/>
                  </a:xfrm>
                  <a:custGeom>
                    <a:avLst/>
                    <a:gdLst>
                      <a:gd name="T0" fmla="*/ 22 w 406"/>
                      <a:gd name="T1" fmla="*/ 223 h 456"/>
                      <a:gd name="T2" fmla="*/ 9 w 406"/>
                      <a:gd name="T3" fmla="*/ 237 h 456"/>
                      <a:gd name="T4" fmla="*/ 53 w 406"/>
                      <a:gd name="T5" fmla="*/ 259 h 456"/>
                      <a:gd name="T6" fmla="*/ 67 w 406"/>
                      <a:gd name="T7" fmla="*/ 237 h 456"/>
                      <a:gd name="T8" fmla="*/ 67 w 406"/>
                      <a:gd name="T9" fmla="*/ 272 h 456"/>
                      <a:gd name="T10" fmla="*/ 89 w 406"/>
                      <a:gd name="T11" fmla="*/ 357 h 456"/>
                      <a:gd name="T12" fmla="*/ 111 w 406"/>
                      <a:gd name="T13" fmla="*/ 429 h 456"/>
                      <a:gd name="T14" fmla="*/ 147 w 406"/>
                      <a:gd name="T15" fmla="*/ 451 h 456"/>
                      <a:gd name="T16" fmla="*/ 161 w 406"/>
                      <a:gd name="T17" fmla="*/ 438 h 456"/>
                      <a:gd name="T18" fmla="*/ 170 w 406"/>
                      <a:gd name="T19" fmla="*/ 420 h 456"/>
                      <a:gd name="T20" fmla="*/ 174 w 406"/>
                      <a:gd name="T21" fmla="*/ 344 h 456"/>
                      <a:gd name="T22" fmla="*/ 201 w 406"/>
                      <a:gd name="T23" fmla="*/ 326 h 456"/>
                      <a:gd name="T24" fmla="*/ 237 w 406"/>
                      <a:gd name="T25" fmla="*/ 281 h 456"/>
                      <a:gd name="T26" fmla="*/ 254 w 406"/>
                      <a:gd name="T27" fmla="*/ 277 h 456"/>
                      <a:gd name="T28" fmla="*/ 277 w 406"/>
                      <a:gd name="T29" fmla="*/ 250 h 456"/>
                      <a:gd name="T30" fmla="*/ 304 w 406"/>
                      <a:gd name="T31" fmla="*/ 246 h 456"/>
                      <a:gd name="T32" fmla="*/ 286 w 406"/>
                      <a:gd name="T33" fmla="*/ 201 h 456"/>
                      <a:gd name="T34" fmla="*/ 281 w 406"/>
                      <a:gd name="T35" fmla="*/ 187 h 456"/>
                      <a:gd name="T36" fmla="*/ 308 w 406"/>
                      <a:gd name="T37" fmla="*/ 183 h 456"/>
                      <a:gd name="T38" fmla="*/ 348 w 406"/>
                      <a:gd name="T39" fmla="*/ 205 h 456"/>
                      <a:gd name="T40" fmla="*/ 339 w 406"/>
                      <a:gd name="T41" fmla="*/ 223 h 456"/>
                      <a:gd name="T42" fmla="*/ 348 w 406"/>
                      <a:gd name="T43" fmla="*/ 241 h 456"/>
                      <a:gd name="T44" fmla="*/ 353 w 406"/>
                      <a:gd name="T45" fmla="*/ 232 h 456"/>
                      <a:gd name="T46" fmla="*/ 366 w 406"/>
                      <a:gd name="T47" fmla="*/ 205 h 456"/>
                      <a:gd name="T48" fmla="*/ 388 w 406"/>
                      <a:gd name="T49" fmla="*/ 161 h 456"/>
                      <a:gd name="T50" fmla="*/ 406 w 406"/>
                      <a:gd name="T51" fmla="*/ 147 h 456"/>
                      <a:gd name="T52" fmla="*/ 379 w 406"/>
                      <a:gd name="T53" fmla="*/ 138 h 456"/>
                      <a:gd name="T54" fmla="*/ 348 w 406"/>
                      <a:gd name="T55" fmla="*/ 143 h 456"/>
                      <a:gd name="T56" fmla="*/ 317 w 406"/>
                      <a:gd name="T57" fmla="*/ 165 h 456"/>
                      <a:gd name="T58" fmla="*/ 295 w 406"/>
                      <a:gd name="T59" fmla="*/ 170 h 456"/>
                      <a:gd name="T60" fmla="*/ 295 w 406"/>
                      <a:gd name="T61" fmla="*/ 147 h 456"/>
                      <a:gd name="T62" fmla="*/ 286 w 406"/>
                      <a:gd name="T63" fmla="*/ 170 h 456"/>
                      <a:gd name="T64" fmla="*/ 245 w 406"/>
                      <a:gd name="T65" fmla="*/ 165 h 456"/>
                      <a:gd name="T66" fmla="*/ 219 w 406"/>
                      <a:gd name="T67" fmla="*/ 161 h 456"/>
                      <a:gd name="T68" fmla="*/ 178 w 406"/>
                      <a:gd name="T69" fmla="*/ 134 h 456"/>
                      <a:gd name="T70" fmla="*/ 178 w 406"/>
                      <a:gd name="T71" fmla="*/ 107 h 456"/>
                      <a:gd name="T72" fmla="*/ 147 w 406"/>
                      <a:gd name="T73" fmla="*/ 71 h 456"/>
                      <a:gd name="T74" fmla="*/ 147 w 406"/>
                      <a:gd name="T75" fmla="*/ 22 h 456"/>
                      <a:gd name="T76" fmla="*/ 125 w 406"/>
                      <a:gd name="T77" fmla="*/ 31 h 456"/>
                      <a:gd name="T78" fmla="*/ 76 w 406"/>
                      <a:gd name="T79" fmla="*/ 44 h 456"/>
                      <a:gd name="T80" fmla="*/ 94 w 406"/>
                      <a:gd name="T81" fmla="*/ 85 h 456"/>
                      <a:gd name="T82" fmla="*/ 58 w 406"/>
                      <a:gd name="T83" fmla="*/ 134 h 456"/>
                      <a:gd name="T84" fmla="*/ 27 w 406"/>
                      <a:gd name="T85" fmla="*/ 147 h 456"/>
                      <a:gd name="T86" fmla="*/ 27 w 406"/>
                      <a:gd name="T87" fmla="*/ 170 h 456"/>
                      <a:gd name="T88" fmla="*/ 44 w 406"/>
                      <a:gd name="T89" fmla="*/ 205 h 456"/>
                      <a:gd name="T90" fmla="*/ 0 w 406"/>
                      <a:gd name="T91" fmla="*/ 219 h 45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</a:cxnLst>
                    <a:rect l="0" t="0" r="r" b="b"/>
                    <a:pathLst>
                      <a:path w="406" h="456">
                        <a:moveTo>
                          <a:pt x="0" y="219"/>
                        </a:moveTo>
                        <a:lnTo>
                          <a:pt x="13" y="232"/>
                        </a:lnTo>
                        <a:lnTo>
                          <a:pt x="22" y="223"/>
                        </a:lnTo>
                        <a:lnTo>
                          <a:pt x="36" y="223"/>
                        </a:lnTo>
                        <a:lnTo>
                          <a:pt x="27" y="237"/>
                        </a:lnTo>
                        <a:lnTo>
                          <a:pt x="9" y="237"/>
                        </a:lnTo>
                        <a:lnTo>
                          <a:pt x="22" y="259"/>
                        </a:lnTo>
                        <a:lnTo>
                          <a:pt x="40" y="268"/>
                        </a:lnTo>
                        <a:lnTo>
                          <a:pt x="53" y="259"/>
                        </a:lnTo>
                        <a:lnTo>
                          <a:pt x="58" y="241"/>
                        </a:lnTo>
                        <a:lnTo>
                          <a:pt x="58" y="237"/>
                        </a:lnTo>
                        <a:lnTo>
                          <a:pt x="67" y="237"/>
                        </a:lnTo>
                        <a:lnTo>
                          <a:pt x="62" y="254"/>
                        </a:lnTo>
                        <a:lnTo>
                          <a:pt x="67" y="259"/>
                        </a:lnTo>
                        <a:lnTo>
                          <a:pt x="67" y="272"/>
                        </a:lnTo>
                        <a:lnTo>
                          <a:pt x="67" y="304"/>
                        </a:lnTo>
                        <a:lnTo>
                          <a:pt x="71" y="317"/>
                        </a:lnTo>
                        <a:lnTo>
                          <a:pt x="89" y="357"/>
                        </a:lnTo>
                        <a:lnTo>
                          <a:pt x="94" y="380"/>
                        </a:lnTo>
                        <a:lnTo>
                          <a:pt x="111" y="406"/>
                        </a:lnTo>
                        <a:lnTo>
                          <a:pt x="111" y="429"/>
                        </a:lnTo>
                        <a:lnTo>
                          <a:pt x="116" y="438"/>
                        </a:lnTo>
                        <a:lnTo>
                          <a:pt x="134" y="456"/>
                        </a:lnTo>
                        <a:lnTo>
                          <a:pt x="147" y="451"/>
                        </a:lnTo>
                        <a:lnTo>
                          <a:pt x="147" y="438"/>
                        </a:lnTo>
                        <a:lnTo>
                          <a:pt x="161" y="442"/>
                        </a:lnTo>
                        <a:lnTo>
                          <a:pt x="161" y="438"/>
                        </a:lnTo>
                        <a:lnTo>
                          <a:pt x="156" y="438"/>
                        </a:lnTo>
                        <a:lnTo>
                          <a:pt x="161" y="420"/>
                        </a:lnTo>
                        <a:lnTo>
                          <a:pt x="170" y="420"/>
                        </a:lnTo>
                        <a:lnTo>
                          <a:pt x="170" y="397"/>
                        </a:lnTo>
                        <a:lnTo>
                          <a:pt x="174" y="380"/>
                        </a:lnTo>
                        <a:lnTo>
                          <a:pt x="174" y="344"/>
                        </a:lnTo>
                        <a:lnTo>
                          <a:pt x="174" y="339"/>
                        </a:lnTo>
                        <a:lnTo>
                          <a:pt x="187" y="335"/>
                        </a:lnTo>
                        <a:lnTo>
                          <a:pt x="201" y="326"/>
                        </a:lnTo>
                        <a:lnTo>
                          <a:pt x="201" y="317"/>
                        </a:lnTo>
                        <a:lnTo>
                          <a:pt x="237" y="290"/>
                        </a:lnTo>
                        <a:lnTo>
                          <a:pt x="237" y="281"/>
                        </a:lnTo>
                        <a:lnTo>
                          <a:pt x="241" y="277"/>
                        </a:lnTo>
                        <a:lnTo>
                          <a:pt x="245" y="281"/>
                        </a:lnTo>
                        <a:lnTo>
                          <a:pt x="254" y="277"/>
                        </a:lnTo>
                        <a:lnTo>
                          <a:pt x="268" y="263"/>
                        </a:lnTo>
                        <a:lnTo>
                          <a:pt x="263" y="259"/>
                        </a:lnTo>
                        <a:lnTo>
                          <a:pt x="277" y="250"/>
                        </a:lnTo>
                        <a:lnTo>
                          <a:pt x="281" y="237"/>
                        </a:lnTo>
                        <a:lnTo>
                          <a:pt x="286" y="250"/>
                        </a:lnTo>
                        <a:lnTo>
                          <a:pt x="304" y="246"/>
                        </a:lnTo>
                        <a:lnTo>
                          <a:pt x="290" y="214"/>
                        </a:lnTo>
                        <a:lnTo>
                          <a:pt x="290" y="205"/>
                        </a:lnTo>
                        <a:lnTo>
                          <a:pt x="286" y="201"/>
                        </a:lnTo>
                        <a:lnTo>
                          <a:pt x="290" y="196"/>
                        </a:lnTo>
                        <a:lnTo>
                          <a:pt x="295" y="192"/>
                        </a:lnTo>
                        <a:lnTo>
                          <a:pt x="281" y="187"/>
                        </a:lnTo>
                        <a:lnTo>
                          <a:pt x="286" y="174"/>
                        </a:lnTo>
                        <a:lnTo>
                          <a:pt x="290" y="170"/>
                        </a:lnTo>
                        <a:lnTo>
                          <a:pt x="308" y="183"/>
                        </a:lnTo>
                        <a:lnTo>
                          <a:pt x="312" y="187"/>
                        </a:lnTo>
                        <a:lnTo>
                          <a:pt x="348" y="192"/>
                        </a:lnTo>
                        <a:lnTo>
                          <a:pt x="348" y="205"/>
                        </a:lnTo>
                        <a:lnTo>
                          <a:pt x="335" y="214"/>
                        </a:lnTo>
                        <a:lnTo>
                          <a:pt x="330" y="223"/>
                        </a:lnTo>
                        <a:lnTo>
                          <a:pt x="339" y="223"/>
                        </a:lnTo>
                        <a:lnTo>
                          <a:pt x="339" y="214"/>
                        </a:lnTo>
                        <a:lnTo>
                          <a:pt x="344" y="214"/>
                        </a:lnTo>
                        <a:lnTo>
                          <a:pt x="348" y="241"/>
                        </a:lnTo>
                        <a:lnTo>
                          <a:pt x="348" y="250"/>
                        </a:lnTo>
                        <a:lnTo>
                          <a:pt x="353" y="246"/>
                        </a:lnTo>
                        <a:lnTo>
                          <a:pt x="353" y="232"/>
                        </a:lnTo>
                        <a:lnTo>
                          <a:pt x="357" y="232"/>
                        </a:lnTo>
                        <a:lnTo>
                          <a:pt x="357" y="210"/>
                        </a:lnTo>
                        <a:lnTo>
                          <a:pt x="366" y="205"/>
                        </a:lnTo>
                        <a:lnTo>
                          <a:pt x="375" y="192"/>
                        </a:lnTo>
                        <a:lnTo>
                          <a:pt x="375" y="183"/>
                        </a:lnTo>
                        <a:lnTo>
                          <a:pt x="388" y="161"/>
                        </a:lnTo>
                        <a:lnTo>
                          <a:pt x="402" y="156"/>
                        </a:lnTo>
                        <a:lnTo>
                          <a:pt x="406" y="156"/>
                        </a:lnTo>
                        <a:lnTo>
                          <a:pt x="406" y="147"/>
                        </a:lnTo>
                        <a:lnTo>
                          <a:pt x="406" y="138"/>
                        </a:lnTo>
                        <a:lnTo>
                          <a:pt x="393" y="134"/>
                        </a:lnTo>
                        <a:lnTo>
                          <a:pt x="379" y="138"/>
                        </a:lnTo>
                        <a:lnTo>
                          <a:pt x="379" y="129"/>
                        </a:lnTo>
                        <a:lnTo>
                          <a:pt x="366" y="129"/>
                        </a:lnTo>
                        <a:lnTo>
                          <a:pt x="348" y="143"/>
                        </a:lnTo>
                        <a:lnTo>
                          <a:pt x="335" y="147"/>
                        </a:lnTo>
                        <a:lnTo>
                          <a:pt x="335" y="165"/>
                        </a:lnTo>
                        <a:lnTo>
                          <a:pt x="317" y="165"/>
                        </a:lnTo>
                        <a:lnTo>
                          <a:pt x="312" y="170"/>
                        </a:lnTo>
                        <a:lnTo>
                          <a:pt x="299" y="170"/>
                        </a:lnTo>
                        <a:lnTo>
                          <a:pt x="295" y="170"/>
                        </a:lnTo>
                        <a:lnTo>
                          <a:pt x="295" y="165"/>
                        </a:lnTo>
                        <a:lnTo>
                          <a:pt x="290" y="156"/>
                        </a:lnTo>
                        <a:lnTo>
                          <a:pt x="295" y="147"/>
                        </a:lnTo>
                        <a:lnTo>
                          <a:pt x="295" y="143"/>
                        </a:lnTo>
                        <a:lnTo>
                          <a:pt x="286" y="152"/>
                        </a:lnTo>
                        <a:lnTo>
                          <a:pt x="286" y="170"/>
                        </a:lnTo>
                        <a:lnTo>
                          <a:pt x="277" y="174"/>
                        </a:lnTo>
                        <a:lnTo>
                          <a:pt x="245" y="170"/>
                        </a:lnTo>
                        <a:lnTo>
                          <a:pt x="245" y="165"/>
                        </a:lnTo>
                        <a:lnTo>
                          <a:pt x="237" y="165"/>
                        </a:lnTo>
                        <a:lnTo>
                          <a:pt x="228" y="156"/>
                        </a:lnTo>
                        <a:lnTo>
                          <a:pt x="219" y="161"/>
                        </a:lnTo>
                        <a:lnTo>
                          <a:pt x="205" y="156"/>
                        </a:lnTo>
                        <a:lnTo>
                          <a:pt x="178" y="143"/>
                        </a:lnTo>
                        <a:lnTo>
                          <a:pt x="178" y="134"/>
                        </a:lnTo>
                        <a:lnTo>
                          <a:pt x="170" y="134"/>
                        </a:lnTo>
                        <a:lnTo>
                          <a:pt x="170" y="116"/>
                        </a:lnTo>
                        <a:lnTo>
                          <a:pt x="178" y="107"/>
                        </a:lnTo>
                        <a:lnTo>
                          <a:pt x="165" y="94"/>
                        </a:lnTo>
                        <a:lnTo>
                          <a:pt x="156" y="98"/>
                        </a:lnTo>
                        <a:lnTo>
                          <a:pt x="147" y="71"/>
                        </a:lnTo>
                        <a:lnTo>
                          <a:pt x="156" y="49"/>
                        </a:lnTo>
                        <a:lnTo>
                          <a:pt x="156" y="35"/>
                        </a:lnTo>
                        <a:lnTo>
                          <a:pt x="147" y="22"/>
                        </a:lnTo>
                        <a:lnTo>
                          <a:pt x="147" y="4"/>
                        </a:lnTo>
                        <a:lnTo>
                          <a:pt x="129" y="0"/>
                        </a:lnTo>
                        <a:lnTo>
                          <a:pt x="125" y="31"/>
                        </a:lnTo>
                        <a:lnTo>
                          <a:pt x="111" y="27"/>
                        </a:lnTo>
                        <a:lnTo>
                          <a:pt x="80" y="27"/>
                        </a:lnTo>
                        <a:lnTo>
                          <a:pt x="76" y="44"/>
                        </a:lnTo>
                        <a:lnTo>
                          <a:pt x="80" y="58"/>
                        </a:lnTo>
                        <a:lnTo>
                          <a:pt x="103" y="71"/>
                        </a:lnTo>
                        <a:lnTo>
                          <a:pt x="94" y="85"/>
                        </a:lnTo>
                        <a:lnTo>
                          <a:pt x="85" y="103"/>
                        </a:lnTo>
                        <a:lnTo>
                          <a:pt x="76" y="125"/>
                        </a:lnTo>
                        <a:lnTo>
                          <a:pt x="58" y="134"/>
                        </a:lnTo>
                        <a:lnTo>
                          <a:pt x="53" y="143"/>
                        </a:lnTo>
                        <a:lnTo>
                          <a:pt x="36" y="152"/>
                        </a:lnTo>
                        <a:lnTo>
                          <a:pt x="27" y="147"/>
                        </a:lnTo>
                        <a:lnTo>
                          <a:pt x="18" y="161"/>
                        </a:lnTo>
                        <a:lnTo>
                          <a:pt x="13" y="170"/>
                        </a:lnTo>
                        <a:lnTo>
                          <a:pt x="27" y="170"/>
                        </a:lnTo>
                        <a:lnTo>
                          <a:pt x="22" y="178"/>
                        </a:lnTo>
                        <a:lnTo>
                          <a:pt x="36" y="183"/>
                        </a:lnTo>
                        <a:lnTo>
                          <a:pt x="44" y="205"/>
                        </a:lnTo>
                        <a:lnTo>
                          <a:pt x="31" y="205"/>
                        </a:lnTo>
                        <a:lnTo>
                          <a:pt x="4" y="210"/>
                        </a:lnTo>
                        <a:lnTo>
                          <a:pt x="0" y="219"/>
                        </a:lnTo>
                        <a:close/>
                      </a:path>
                    </a:pathLst>
                  </a:custGeom>
                  <a:grpFill/>
                  <a:ln w="9525" cmpd="sng">
                    <a:solidFill>
                      <a:schemeClr val="bg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dirty="0">
                      <a:latin typeface="Delivery" panose="020F0503020204020204" pitchFamily="34" charset="0"/>
                    </a:endParaRPr>
                  </a:p>
                </p:txBody>
              </p:sp>
              <p:sp>
                <p:nvSpPr>
                  <p:cNvPr id="467" name="Freeform 124">
                    <a:extLst>
                      <a:ext uri="{FF2B5EF4-FFF2-40B4-BE49-F238E27FC236}">
                        <a16:creationId xmlns:a16="http://schemas.microsoft.com/office/drawing/2014/main" id="{079475DD-2900-BF67-E664-B9FE4AB54F7E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gray">
                  <a:xfrm>
                    <a:off x="4045" y="2699"/>
                    <a:ext cx="657" cy="246"/>
                  </a:xfrm>
                  <a:custGeom>
                    <a:avLst/>
                    <a:gdLst>
                      <a:gd name="T0" fmla="*/ 45 w 657"/>
                      <a:gd name="T1" fmla="*/ 53 h 246"/>
                      <a:gd name="T2" fmla="*/ 85 w 657"/>
                      <a:gd name="T3" fmla="*/ 125 h 246"/>
                      <a:gd name="T4" fmla="*/ 147 w 657"/>
                      <a:gd name="T5" fmla="*/ 161 h 246"/>
                      <a:gd name="T6" fmla="*/ 134 w 657"/>
                      <a:gd name="T7" fmla="*/ 103 h 246"/>
                      <a:gd name="T8" fmla="*/ 116 w 657"/>
                      <a:gd name="T9" fmla="*/ 76 h 246"/>
                      <a:gd name="T10" fmla="*/ 80 w 657"/>
                      <a:gd name="T11" fmla="*/ 53 h 246"/>
                      <a:gd name="T12" fmla="*/ 18 w 657"/>
                      <a:gd name="T13" fmla="*/ 9 h 246"/>
                      <a:gd name="T14" fmla="*/ 40 w 657"/>
                      <a:gd name="T15" fmla="*/ 80 h 246"/>
                      <a:gd name="T16" fmla="*/ 54 w 657"/>
                      <a:gd name="T17" fmla="*/ 116 h 246"/>
                      <a:gd name="T18" fmla="*/ 71 w 657"/>
                      <a:gd name="T19" fmla="*/ 125 h 246"/>
                      <a:gd name="T20" fmla="*/ 76 w 657"/>
                      <a:gd name="T21" fmla="*/ 125 h 246"/>
                      <a:gd name="T22" fmla="*/ 165 w 657"/>
                      <a:gd name="T23" fmla="*/ 129 h 246"/>
                      <a:gd name="T24" fmla="*/ 152 w 657"/>
                      <a:gd name="T25" fmla="*/ 179 h 246"/>
                      <a:gd name="T26" fmla="*/ 192 w 657"/>
                      <a:gd name="T27" fmla="*/ 196 h 246"/>
                      <a:gd name="T28" fmla="*/ 277 w 657"/>
                      <a:gd name="T29" fmla="*/ 192 h 246"/>
                      <a:gd name="T30" fmla="*/ 255 w 657"/>
                      <a:gd name="T31" fmla="*/ 188 h 246"/>
                      <a:gd name="T32" fmla="*/ 196 w 657"/>
                      <a:gd name="T33" fmla="*/ 174 h 246"/>
                      <a:gd name="T34" fmla="*/ 174 w 657"/>
                      <a:gd name="T35" fmla="*/ 129 h 246"/>
                      <a:gd name="T36" fmla="*/ 183 w 657"/>
                      <a:gd name="T37" fmla="*/ 22 h 246"/>
                      <a:gd name="T38" fmla="*/ 201 w 657"/>
                      <a:gd name="T39" fmla="*/ 53 h 246"/>
                      <a:gd name="T40" fmla="*/ 214 w 657"/>
                      <a:gd name="T41" fmla="*/ 98 h 246"/>
                      <a:gd name="T42" fmla="*/ 259 w 657"/>
                      <a:gd name="T43" fmla="*/ 129 h 246"/>
                      <a:gd name="T44" fmla="*/ 304 w 657"/>
                      <a:gd name="T45" fmla="*/ 129 h 246"/>
                      <a:gd name="T46" fmla="*/ 344 w 657"/>
                      <a:gd name="T47" fmla="*/ 67 h 246"/>
                      <a:gd name="T48" fmla="*/ 304 w 657"/>
                      <a:gd name="T49" fmla="*/ 18 h 246"/>
                      <a:gd name="T50" fmla="*/ 228 w 657"/>
                      <a:gd name="T51" fmla="*/ 71 h 246"/>
                      <a:gd name="T52" fmla="*/ 290 w 657"/>
                      <a:gd name="T53" fmla="*/ 201 h 246"/>
                      <a:gd name="T54" fmla="*/ 304 w 657"/>
                      <a:gd name="T55" fmla="*/ 210 h 246"/>
                      <a:gd name="T56" fmla="*/ 344 w 657"/>
                      <a:gd name="T57" fmla="*/ 210 h 246"/>
                      <a:gd name="T58" fmla="*/ 411 w 657"/>
                      <a:gd name="T59" fmla="*/ 205 h 246"/>
                      <a:gd name="T60" fmla="*/ 353 w 657"/>
                      <a:gd name="T61" fmla="*/ 210 h 246"/>
                      <a:gd name="T62" fmla="*/ 339 w 657"/>
                      <a:gd name="T63" fmla="*/ 219 h 246"/>
                      <a:gd name="T64" fmla="*/ 366 w 657"/>
                      <a:gd name="T65" fmla="*/ 67 h 246"/>
                      <a:gd name="T66" fmla="*/ 339 w 657"/>
                      <a:gd name="T67" fmla="*/ 120 h 246"/>
                      <a:gd name="T68" fmla="*/ 362 w 657"/>
                      <a:gd name="T69" fmla="*/ 165 h 246"/>
                      <a:gd name="T70" fmla="*/ 380 w 657"/>
                      <a:gd name="T71" fmla="*/ 156 h 246"/>
                      <a:gd name="T72" fmla="*/ 397 w 657"/>
                      <a:gd name="T73" fmla="*/ 165 h 246"/>
                      <a:gd name="T74" fmla="*/ 371 w 657"/>
                      <a:gd name="T75" fmla="*/ 112 h 246"/>
                      <a:gd name="T76" fmla="*/ 380 w 657"/>
                      <a:gd name="T77" fmla="*/ 98 h 246"/>
                      <a:gd name="T78" fmla="*/ 433 w 657"/>
                      <a:gd name="T79" fmla="*/ 62 h 246"/>
                      <a:gd name="T80" fmla="*/ 433 w 657"/>
                      <a:gd name="T81" fmla="*/ 210 h 246"/>
                      <a:gd name="T82" fmla="*/ 420 w 657"/>
                      <a:gd name="T83" fmla="*/ 201 h 246"/>
                      <a:gd name="T84" fmla="*/ 402 w 657"/>
                      <a:gd name="T85" fmla="*/ 246 h 246"/>
                      <a:gd name="T86" fmla="*/ 447 w 657"/>
                      <a:gd name="T87" fmla="*/ 143 h 246"/>
                      <a:gd name="T88" fmla="*/ 482 w 657"/>
                      <a:gd name="T89" fmla="*/ 76 h 246"/>
                      <a:gd name="T90" fmla="*/ 469 w 657"/>
                      <a:gd name="T91" fmla="*/ 53 h 246"/>
                      <a:gd name="T92" fmla="*/ 464 w 657"/>
                      <a:gd name="T93" fmla="*/ 76 h 246"/>
                      <a:gd name="T94" fmla="*/ 469 w 657"/>
                      <a:gd name="T95" fmla="*/ 98 h 246"/>
                      <a:gd name="T96" fmla="*/ 505 w 657"/>
                      <a:gd name="T97" fmla="*/ 125 h 246"/>
                      <a:gd name="T98" fmla="*/ 500 w 657"/>
                      <a:gd name="T99" fmla="*/ 134 h 246"/>
                      <a:gd name="T100" fmla="*/ 509 w 657"/>
                      <a:gd name="T101" fmla="*/ 205 h 246"/>
                      <a:gd name="T102" fmla="*/ 563 w 657"/>
                      <a:gd name="T103" fmla="*/ 170 h 246"/>
                      <a:gd name="T104" fmla="*/ 563 w 657"/>
                      <a:gd name="T105" fmla="*/ 161 h 246"/>
                      <a:gd name="T106" fmla="*/ 590 w 657"/>
                      <a:gd name="T107" fmla="*/ 120 h 246"/>
                      <a:gd name="T108" fmla="*/ 554 w 657"/>
                      <a:gd name="T109" fmla="*/ 94 h 246"/>
                      <a:gd name="T110" fmla="*/ 509 w 657"/>
                      <a:gd name="T111" fmla="*/ 107 h 246"/>
                      <a:gd name="T112" fmla="*/ 536 w 657"/>
                      <a:gd name="T113" fmla="*/ 125 h 246"/>
                      <a:gd name="T114" fmla="*/ 545 w 657"/>
                      <a:gd name="T115" fmla="*/ 147 h 246"/>
                      <a:gd name="T116" fmla="*/ 625 w 657"/>
                      <a:gd name="T117" fmla="*/ 196 h 246"/>
                      <a:gd name="T118" fmla="*/ 652 w 657"/>
                      <a:gd name="T119" fmla="*/ 214 h 24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  <a:cxn ang="0">
                        <a:pos x="T106" y="T107"/>
                      </a:cxn>
                      <a:cxn ang="0">
                        <a:pos x="T108" y="T109"/>
                      </a:cxn>
                      <a:cxn ang="0">
                        <a:pos x="T110" y="T111"/>
                      </a:cxn>
                      <a:cxn ang="0">
                        <a:pos x="T112" y="T113"/>
                      </a:cxn>
                      <a:cxn ang="0">
                        <a:pos x="T114" y="T115"/>
                      </a:cxn>
                      <a:cxn ang="0">
                        <a:pos x="T116" y="T117"/>
                      </a:cxn>
                      <a:cxn ang="0">
                        <a:pos x="T118" y="T119"/>
                      </a:cxn>
                    </a:cxnLst>
                    <a:rect l="0" t="0" r="r" b="b"/>
                    <a:pathLst>
                      <a:path w="657" h="246">
                        <a:moveTo>
                          <a:pt x="0" y="4"/>
                        </a:moveTo>
                        <a:lnTo>
                          <a:pt x="0" y="9"/>
                        </a:lnTo>
                        <a:lnTo>
                          <a:pt x="4" y="18"/>
                        </a:lnTo>
                        <a:lnTo>
                          <a:pt x="22" y="31"/>
                        </a:lnTo>
                        <a:lnTo>
                          <a:pt x="36" y="53"/>
                        </a:lnTo>
                        <a:lnTo>
                          <a:pt x="45" y="53"/>
                        </a:lnTo>
                        <a:lnTo>
                          <a:pt x="54" y="58"/>
                        </a:lnTo>
                        <a:lnTo>
                          <a:pt x="49" y="62"/>
                        </a:lnTo>
                        <a:lnTo>
                          <a:pt x="58" y="85"/>
                        </a:lnTo>
                        <a:lnTo>
                          <a:pt x="62" y="85"/>
                        </a:lnTo>
                        <a:lnTo>
                          <a:pt x="85" y="112"/>
                        </a:lnTo>
                        <a:lnTo>
                          <a:pt x="85" y="125"/>
                        </a:lnTo>
                        <a:lnTo>
                          <a:pt x="107" y="156"/>
                        </a:lnTo>
                        <a:lnTo>
                          <a:pt x="121" y="161"/>
                        </a:lnTo>
                        <a:lnTo>
                          <a:pt x="134" y="179"/>
                        </a:lnTo>
                        <a:lnTo>
                          <a:pt x="129" y="165"/>
                        </a:lnTo>
                        <a:lnTo>
                          <a:pt x="147" y="174"/>
                        </a:lnTo>
                        <a:lnTo>
                          <a:pt x="147" y="161"/>
                        </a:lnTo>
                        <a:lnTo>
                          <a:pt x="152" y="174"/>
                        </a:lnTo>
                        <a:lnTo>
                          <a:pt x="156" y="134"/>
                        </a:lnTo>
                        <a:lnTo>
                          <a:pt x="147" y="120"/>
                        </a:lnTo>
                        <a:lnTo>
                          <a:pt x="138" y="116"/>
                        </a:lnTo>
                        <a:lnTo>
                          <a:pt x="138" y="120"/>
                        </a:lnTo>
                        <a:lnTo>
                          <a:pt x="134" y="103"/>
                        </a:lnTo>
                        <a:lnTo>
                          <a:pt x="116" y="98"/>
                        </a:lnTo>
                        <a:lnTo>
                          <a:pt x="121" y="94"/>
                        </a:lnTo>
                        <a:lnTo>
                          <a:pt x="121" y="89"/>
                        </a:lnTo>
                        <a:lnTo>
                          <a:pt x="125" y="85"/>
                        </a:lnTo>
                        <a:lnTo>
                          <a:pt x="125" y="80"/>
                        </a:lnTo>
                        <a:lnTo>
                          <a:pt x="116" y="76"/>
                        </a:lnTo>
                        <a:lnTo>
                          <a:pt x="112" y="80"/>
                        </a:lnTo>
                        <a:lnTo>
                          <a:pt x="116" y="71"/>
                        </a:lnTo>
                        <a:lnTo>
                          <a:pt x="103" y="62"/>
                        </a:lnTo>
                        <a:lnTo>
                          <a:pt x="98" y="62"/>
                        </a:lnTo>
                        <a:lnTo>
                          <a:pt x="98" y="53"/>
                        </a:lnTo>
                        <a:lnTo>
                          <a:pt x="80" y="53"/>
                        </a:lnTo>
                        <a:lnTo>
                          <a:pt x="71" y="45"/>
                        </a:lnTo>
                        <a:lnTo>
                          <a:pt x="67" y="49"/>
                        </a:lnTo>
                        <a:lnTo>
                          <a:pt x="67" y="40"/>
                        </a:lnTo>
                        <a:lnTo>
                          <a:pt x="36" y="4"/>
                        </a:lnTo>
                        <a:lnTo>
                          <a:pt x="27" y="4"/>
                        </a:lnTo>
                        <a:lnTo>
                          <a:pt x="18" y="9"/>
                        </a:lnTo>
                        <a:lnTo>
                          <a:pt x="4" y="0"/>
                        </a:lnTo>
                        <a:lnTo>
                          <a:pt x="0" y="4"/>
                        </a:lnTo>
                        <a:close/>
                        <a:moveTo>
                          <a:pt x="31" y="62"/>
                        </a:moveTo>
                        <a:lnTo>
                          <a:pt x="22" y="67"/>
                        </a:lnTo>
                        <a:lnTo>
                          <a:pt x="36" y="80"/>
                        </a:lnTo>
                        <a:lnTo>
                          <a:pt x="40" y="80"/>
                        </a:lnTo>
                        <a:lnTo>
                          <a:pt x="40" y="71"/>
                        </a:lnTo>
                        <a:lnTo>
                          <a:pt x="31" y="62"/>
                        </a:lnTo>
                        <a:close/>
                        <a:moveTo>
                          <a:pt x="54" y="98"/>
                        </a:moveTo>
                        <a:lnTo>
                          <a:pt x="49" y="103"/>
                        </a:lnTo>
                        <a:lnTo>
                          <a:pt x="49" y="107"/>
                        </a:lnTo>
                        <a:lnTo>
                          <a:pt x="54" y="116"/>
                        </a:lnTo>
                        <a:lnTo>
                          <a:pt x="62" y="112"/>
                        </a:lnTo>
                        <a:lnTo>
                          <a:pt x="54" y="98"/>
                        </a:lnTo>
                        <a:close/>
                        <a:moveTo>
                          <a:pt x="67" y="116"/>
                        </a:moveTo>
                        <a:lnTo>
                          <a:pt x="62" y="116"/>
                        </a:lnTo>
                        <a:lnTo>
                          <a:pt x="67" y="125"/>
                        </a:lnTo>
                        <a:lnTo>
                          <a:pt x="71" y="125"/>
                        </a:lnTo>
                        <a:lnTo>
                          <a:pt x="71" y="129"/>
                        </a:lnTo>
                        <a:lnTo>
                          <a:pt x="76" y="129"/>
                        </a:lnTo>
                        <a:lnTo>
                          <a:pt x="80" y="138"/>
                        </a:lnTo>
                        <a:lnTo>
                          <a:pt x="80" y="134"/>
                        </a:lnTo>
                        <a:lnTo>
                          <a:pt x="76" y="129"/>
                        </a:lnTo>
                        <a:lnTo>
                          <a:pt x="76" y="125"/>
                        </a:lnTo>
                        <a:lnTo>
                          <a:pt x="67" y="116"/>
                        </a:lnTo>
                        <a:close/>
                        <a:moveTo>
                          <a:pt x="147" y="107"/>
                        </a:moveTo>
                        <a:lnTo>
                          <a:pt x="147" y="116"/>
                        </a:lnTo>
                        <a:lnTo>
                          <a:pt x="152" y="116"/>
                        </a:lnTo>
                        <a:lnTo>
                          <a:pt x="156" y="129"/>
                        </a:lnTo>
                        <a:lnTo>
                          <a:pt x="165" y="129"/>
                        </a:lnTo>
                        <a:lnTo>
                          <a:pt x="165" y="129"/>
                        </a:lnTo>
                        <a:lnTo>
                          <a:pt x="165" y="120"/>
                        </a:lnTo>
                        <a:lnTo>
                          <a:pt x="161" y="120"/>
                        </a:lnTo>
                        <a:lnTo>
                          <a:pt x="152" y="107"/>
                        </a:lnTo>
                        <a:lnTo>
                          <a:pt x="147" y="107"/>
                        </a:lnTo>
                        <a:close/>
                        <a:moveTo>
                          <a:pt x="152" y="179"/>
                        </a:moveTo>
                        <a:lnTo>
                          <a:pt x="143" y="179"/>
                        </a:lnTo>
                        <a:lnTo>
                          <a:pt x="143" y="188"/>
                        </a:lnTo>
                        <a:lnTo>
                          <a:pt x="165" y="188"/>
                        </a:lnTo>
                        <a:lnTo>
                          <a:pt x="161" y="192"/>
                        </a:lnTo>
                        <a:lnTo>
                          <a:pt x="188" y="201"/>
                        </a:lnTo>
                        <a:lnTo>
                          <a:pt x="192" y="196"/>
                        </a:lnTo>
                        <a:lnTo>
                          <a:pt x="250" y="210"/>
                        </a:lnTo>
                        <a:lnTo>
                          <a:pt x="259" y="205"/>
                        </a:lnTo>
                        <a:lnTo>
                          <a:pt x="272" y="210"/>
                        </a:lnTo>
                        <a:lnTo>
                          <a:pt x="281" y="210"/>
                        </a:lnTo>
                        <a:lnTo>
                          <a:pt x="277" y="205"/>
                        </a:lnTo>
                        <a:lnTo>
                          <a:pt x="277" y="192"/>
                        </a:lnTo>
                        <a:lnTo>
                          <a:pt x="259" y="192"/>
                        </a:lnTo>
                        <a:lnTo>
                          <a:pt x="255" y="188"/>
                        </a:lnTo>
                        <a:lnTo>
                          <a:pt x="263" y="192"/>
                        </a:lnTo>
                        <a:lnTo>
                          <a:pt x="277" y="188"/>
                        </a:lnTo>
                        <a:lnTo>
                          <a:pt x="277" y="183"/>
                        </a:lnTo>
                        <a:lnTo>
                          <a:pt x="255" y="188"/>
                        </a:lnTo>
                        <a:lnTo>
                          <a:pt x="237" y="174"/>
                        </a:lnTo>
                        <a:lnTo>
                          <a:pt x="228" y="174"/>
                        </a:lnTo>
                        <a:lnTo>
                          <a:pt x="219" y="188"/>
                        </a:lnTo>
                        <a:lnTo>
                          <a:pt x="205" y="183"/>
                        </a:lnTo>
                        <a:lnTo>
                          <a:pt x="196" y="183"/>
                        </a:lnTo>
                        <a:lnTo>
                          <a:pt x="196" y="174"/>
                        </a:lnTo>
                        <a:lnTo>
                          <a:pt x="179" y="170"/>
                        </a:lnTo>
                        <a:lnTo>
                          <a:pt x="156" y="170"/>
                        </a:lnTo>
                        <a:lnTo>
                          <a:pt x="156" y="179"/>
                        </a:lnTo>
                        <a:lnTo>
                          <a:pt x="152" y="179"/>
                        </a:lnTo>
                        <a:close/>
                        <a:moveTo>
                          <a:pt x="170" y="125"/>
                        </a:moveTo>
                        <a:lnTo>
                          <a:pt x="174" y="129"/>
                        </a:lnTo>
                        <a:lnTo>
                          <a:pt x="179" y="138"/>
                        </a:lnTo>
                        <a:lnTo>
                          <a:pt x="188" y="134"/>
                        </a:lnTo>
                        <a:lnTo>
                          <a:pt x="188" y="125"/>
                        </a:lnTo>
                        <a:lnTo>
                          <a:pt x="183" y="120"/>
                        </a:lnTo>
                        <a:lnTo>
                          <a:pt x="170" y="125"/>
                        </a:lnTo>
                        <a:close/>
                        <a:moveTo>
                          <a:pt x="183" y="22"/>
                        </a:moveTo>
                        <a:lnTo>
                          <a:pt x="183" y="31"/>
                        </a:lnTo>
                        <a:lnTo>
                          <a:pt x="192" y="27"/>
                        </a:lnTo>
                        <a:lnTo>
                          <a:pt x="188" y="18"/>
                        </a:lnTo>
                        <a:lnTo>
                          <a:pt x="183" y="22"/>
                        </a:lnTo>
                        <a:close/>
                        <a:moveTo>
                          <a:pt x="205" y="53"/>
                        </a:moveTo>
                        <a:lnTo>
                          <a:pt x="201" y="53"/>
                        </a:lnTo>
                        <a:lnTo>
                          <a:pt x="196" y="71"/>
                        </a:lnTo>
                        <a:lnTo>
                          <a:pt x="196" y="80"/>
                        </a:lnTo>
                        <a:lnTo>
                          <a:pt x="201" y="85"/>
                        </a:lnTo>
                        <a:lnTo>
                          <a:pt x="201" y="94"/>
                        </a:lnTo>
                        <a:lnTo>
                          <a:pt x="205" y="107"/>
                        </a:lnTo>
                        <a:lnTo>
                          <a:pt x="214" y="98"/>
                        </a:lnTo>
                        <a:lnTo>
                          <a:pt x="214" y="103"/>
                        </a:lnTo>
                        <a:lnTo>
                          <a:pt x="214" y="112"/>
                        </a:lnTo>
                        <a:lnTo>
                          <a:pt x="214" y="134"/>
                        </a:lnTo>
                        <a:lnTo>
                          <a:pt x="241" y="129"/>
                        </a:lnTo>
                        <a:lnTo>
                          <a:pt x="241" y="138"/>
                        </a:lnTo>
                        <a:lnTo>
                          <a:pt x="259" y="129"/>
                        </a:lnTo>
                        <a:lnTo>
                          <a:pt x="277" y="138"/>
                        </a:lnTo>
                        <a:lnTo>
                          <a:pt x="281" y="147"/>
                        </a:lnTo>
                        <a:lnTo>
                          <a:pt x="295" y="134"/>
                        </a:lnTo>
                        <a:lnTo>
                          <a:pt x="299" y="143"/>
                        </a:lnTo>
                        <a:lnTo>
                          <a:pt x="304" y="138"/>
                        </a:lnTo>
                        <a:lnTo>
                          <a:pt x="304" y="129"/>
                        </a:lnTo>
                        <a:lnTo>
                          <a:pt x="304" y="116"/>
                        </a:lnTo>
                        <a:lnTo>
                          <a:pt x="304" y="112"/>
                        </a:lnTo>
                        <a:lnTo>
                          <a:pt x="322" y="94"/>
                        </a:lnTo>
                        <a:lnTo>
                          <a:pt x="322" y="85"/>
                        </a:lnTo>
                        <a:lnTo>
                          <a:pt x="326" y="71"/>
                        </a:lnTo>
                        <a:lnTo>
                          <a:pt x="344" y="67"/>
                        </a:lnTo>
                        <a:lnTo>
                          <a:pt x="322" y="53"/>
                        </a:lnTo>
                        <a:lnTo>
                          <a:pt x="326" y="49"/>
                        </a:lnTo>
                        <a:lnTo>
                          <a:pt x="322" y="36"/>
                        </a:lnTo>
                        <a:lnTo>
                          <a:pt x="326" y="27"/>
                        </a:lnTo>
                        <a:lnTo>
                          <a:pt x="322" y="18"/>
                        </a:lnTo>
                        <a:lnTo>
                          <a:pt x="304" y="18"/>
                        </a:lnTo>
                        <a:lnTo>
                          <a:pt x="295" y="22"/>
                        </a:lnTo>
                        <a:lnTo>
                          <a:pt x="281" y="49"/>
                        </a:lnTo>
                        <a:lnTo>
                          <a:pt x="277" y="62"/>
                        </a:lnTo>
                        <a:lnTo>
                          <a:pt x="255" y="62"/>
                        </a:lnTo>
                        <a:lnTo>
                          <a:pt x="246" y="71"/>
                        </a:lnTo>
                        <a:lnTo>
                          <a:pt x="228" y="71"/>
                        </a:lnTo>
                        <a:lnTo>
                          <a:pt x="210" y="58"/>
                        </a:lnTo>
                        <a:lnTo>
                          <a:pt x="205" y="53"/>
                        </a:lnTo>
                        <a:close/>
                        <a:moveTo>
                          <a:pt x="281" y="205"/>
                        </a:moveTo>
                        <a:lnTo>
                          <a:pt x="290" y="214"/>
                        </a:lnTo>
                        <a:lnTo>
                          <a:pt x="295" y="210"/>
                        </a:lnTo>
                        <a:lnTo>
                          <a:pt x="290" y="201"/>
                        </a:lnTo>
                        <a:lnTo>
                          <a:pt x="281" y="205"/>
                        </a:lnTo>
                        <a:close/>
                        <a:moveTo>
                          <a:pt x="304" y="201"/>
                        </a:moveTo>
                        <a:lnTo>
                          <a:pt x="299" y="205"/>
                        </a:lnTo>
                        <a:lnTo>
                          <a:pt x="299" y="210"/>
                        </a:lnTo>
                        <a:lnTo>
                          <a:pt x="299" y="214"/>
                        </a:lnTo>
                        <a:lnTo>
                          <a:pt x="304" y="210"/>
                        </a:lnTo>
                        <a:lnTo>
                          <a:pt x="313" y="205"/>
                        </a:lnTo>
                        <a:lnTo>
                          <a:pt x="304" y="201"/>
                        </a:lnTo>
                        <a:close/>
                        <a:moveTo>
                          <a:pt x="313" y="205"/>
                        </a:moveTo>
                        <a:lnTo>
                          <a:pt x="308" y="214"/>
                        </a:lnTo>
                        <a:lnTo>
                          <a:pt x="339" y="214"/>
                        </a:lnTo>
                        <a:lnTo>
                          <a:pt x="344" y="210"/>
                        </a:lnTo>
                        <a:lnTo>
                          <a:pt x="353" y="210"/>
                        </a:lnTo>
                        <a:lnTo>
                          <a:pt x="362" y="214"/>
                        </a:lnTo>
                        <a:lnTo>
                          <a:pt x="397" y="210"/>
                        </a:lnTo>
                        <a:lnTo>
                          <a:pt x="397" y="210"/>
                        </a:lnTo>
                        <a:lnTo>
                          <a:pt x="402" y="210"/>
                        </a:lnTo>
                        <a:lnTo>
                          <a:pt x="411" y="205"/>
                        </a:lnTo>
                        <a:lnTo>
                          <a:pt x="402" y="205"/>
                        </a:lnTo>
                        <a:lnTo>
                          <a:pt x="393" y="201"/>
                        </a:lnTo>
                        <a:lnTo>
                          <a:pt x="384" y="205"/>
                        </a:lnTo>
                        <a:lnTo>
                          <a:pt x="371" y="205"/>
                        </a:lnTo>
                        <a:lnTo>
                          <a:pt x="362" y="205"/>
                        </a:lnTo>
                        <a:lnTo>
                          <a:pt x="353" y="210"/>
                        </a:lnTo>
                        <a:lnTo>
                          <a:pt x="344" y="205"/>
                        </a:lnTo>
                        <a:lnTo>
                          <a:pt x="339" y="201"/>
                        </a:lnTo>
                        <a:lnTo>
                          <a:pt x="326" y="201"/>
                        </a:lnTo>
                        <a:lnTo>
                          <a:pt x="326" y="210"/>
                        </a:lnTo>
                        <a:lnTo>
                          <a:pt x="313" y="205"/>
                        </a:lnTo>
                        <a:close/>
                        <a:moveTo>
                          <a:pt x="339" y="219"/>
                        </a:moveTo>
                        <a:lnTo>
                          <a:pt x="362" y="237"/>
                        </a:lnTo>
                        <a:lnTo>
                          <a:pt x="371" y="232"/>
                        </a:lnTo>
                        <a:lnTo>
                          <a:pt x="357" y="219"/>
                        </a:lnTo>
                        <a:lnTo>
                          <a:pt x="348" y="219"/>
                        </a:lnTo>
                        <a:lnTo>
                          <a:pt x="339" y="219"/>
                        </a:lnTo>
                        <a:close/>
                        <a:moveTo>
                          <a:pt x="366" y="67"/>
                        </a:moveTo>
                        <a:lnTo>
                          <a:pt x="366" y="71"/>
                        </a:lnTo>
                        <a:lnTo>
                          <a:pt x="357" y="76"/>
                        </a:lnTo>
                        <a:lnTo>
                          <a:pt x="353" y="85"/>
                        </a:lnTo>
                        <a:lnTo>
                          <a:pt x="344" y="89"/>
                        </a:lnTo>
                        <a:lnTo>
                          <a:pt x="348" y="94"/>
                        </a:lnTo>
                        <a:lnTo>
                          <a:pt x="339" y="120"/>
                        </a:lnTo>
                        <a:lnTo>
                          <a:pt x="339" y="138"/>
                        </a:lnTo>
                        <a:lnTo>
                          <a:pt x="348" y="134"/>
                        </a:lnTo>
                        <a:lnTo>
                          <a:pt x="353" y="143"/>
                        </a:lnTo>
                        <a:lnTo>
                          <a:pt x="348" y="165"/>
                        </a:lnTo>
                        <a:lnTo>
                          <a:pt x="353" y="170"/>
                        </a:lnTo>
                        <a:lnTo>
                          <a:pt x="362" y="165"/>
                        </a:lnTo>
                        <a:lnTo>
                          <a:pt x="362" y="125"/>
                        </a:lnTo>
                        <a:lnTo>
                          <a:pt x="371" y="125"/>
                        </a:lnTo>
                        <a:lnTo>
                          <a:pt x="366" y="138"/>
                        </a:lnTo>
                        <a:lnTo>
                          <a:pt x="375" y="143"/>
                        </a:lnTo>
                        <a:lnTo>
                          <a:pt x="375" y="152"/>
                        </a:lnTo>
                        <a:lnTo>
                          <a:pt x="380" y="156"/>
                        </a:lnTo>
                        <a:lnTo>
                          <a:pt x="384" y="152"/>
                        </a:lnTo>
                        <a:lnTo>
                          <a:pt x="393" y="152"/>
                        </a:lnTo>
                        <a:lnTo>
                          <a:pt x="384" y="156"/>
                        </a:lnTo>
                        <a:lnTo>
                          <a:pt x="389" y="165"/>
                        </a:lnTo>
                        <a:lnTo>
                          <a:pt x="393" y="170"/>
                        </a:lnTo>
                        <a:lnTo>
                          <a:pt x="397" y="165"/>
                        </a:lnTo>
                        <a:lnTo>
                          <a:pt x="397" y="156"/>
                        </a:lnTo>
                        <a:lnTo>
                          <a:pt x="397" y="147"/>
                        </a:lnTo>
                        <a:lnTo>
                          <a:pt x="389" y="138"/>
                        </a:lnTo>
                        <a:lnTo>
                          <a:pt x="389" y="129"/>
                        </a:lnTo>
                        <a:lnTo>
                          <a:pt x="380" y="120"/>
                        </a:lnTo>
                        <a:lnTo>
                          <a:pt x="371" y="112"/>
                        </a:lnTo>
                        <a:lnTo>
                          <a:pt x="380" y="112"/>
                        </a:lnTo>
                        <a:lnTo>
                          <a:pt x="397" y="98"/>
                        </a:lnTo>
                        <a:lnTo>
                          <a:pt x="402" y="103"/>
                        </a:lnTo>
                        <a:lnTo>
                          <a:pt x="406" y="94"/>
                        </a:lnTo>
                        <a:lnTo>
                          <a:pt x="393" y="94"/>
                        </a:lnTo>
                        <a:lnTo>
                          <a:pt x="380" y="98"/>
                        </a:lnTo>
                        <a:lnTo>
                          <a:pt x="366" y="103"/>
                        </a:lnTo>
                        <a:lnTo>
                          <a:pt x="357" y="94"/>
                        </a:lnTo>
                        <a:lnTo>
                          <a:pt x="362" y="80"/>
                        </a:lnTo>
                        <a:lnTo>
                          <a:pt x="402" y="85"/>
                        </a:lnTo>
                        <a:lnTo>
                          <a:pt x="420" y="76"/>
                        </a:lnTo>
                        <a:lnTo>
                          <a:pt x="433" y="62"/>
                        </a:lnTo>
                        <a:lnTo>
                          <a:pt x="429" y="53"/>
                        </a:lnTo>
                        <a:lnTo>
                          <a:pt x="411" y="71"/>
                        </a:lnTo>
                        <a:lnTo>
                          <a:pt x="366" y="67"/>
                        </a:lnTo>
                        <a:close/>
                        <a:moveTo>
                          <a:pt x="420" y="201"/>
                        </a:moveTo>
                        <a:lnTo>
                          <a:pt x="415" y="210"/>
                        </a:lnTo>
                        <a:lnTo>
                          <a:pt x="433" y="210"/>
                        </a:lnTo>
                        <a:lnTo>
                          <a:pt x="442" y="201"/>
                        </a:lnTo>
                        <a:lnTo>
                          <a:pt x="451" y="201"/>
                        </a:lnTo>
                        <a:lnTo>
                          <a:pt x="456" y="196"/>
                        </a:lnTo>
                        <a:lnTo>
                          <a:pt x="442" y="196"/>
                        </a:lnTo>
                        <a:lnTo>
                          <a:pt x="433" y="205"/>
                        </a:lnTo>
                        <a:lnTo>
                          <a:pt x="420" y="201"/>
                        </a:lnTo>
                        <a:close/>
                        <a:moveTo>
                          <a:pt x="424" y="219"/>
                        </a:moveTo>
                        <a:lnTo>
                          <a:pt x="411" y="219"/>
                        </a:lnTo>
                        <a:lnTo>
                          <a:pt x="402" y="232"/>
                        </a:lnTo>
                        <a:lnTo>
                          <a:pt x="402" y="237"/>
                        </a:lnTo>
                        <a:lnTo>
                          <a:pt x="393" y="246"/>
                        </a:lnTo>
                        <a:lnTo>
                          <a:pt x="402" y="246"/>
                        </a:lnTo>
                        <a:lnTo>
                          <a:pt x="406" y="237"/>
                        </a:lnTo>
                        <a:lnTo>
                          <a:pt x="420" y="232"/>
                        </a:lnTo>
                        <a:lnTo>
                          <a:pt x="424" y="228"/>
                        </a:lnTo>
                        <a:lnTo>
                          <a:pt x="424" y="219"/>
                        </a:lnTo>
                        <a:close/>
                        <a:moveTo>
                          <a:pt x="438" y="129"/>
                        </a:moveTo>
                        <a:lnTo>
                          <a:pt x="447" y="143"/>
                        </a:lnTo>
                        <a:lnTo>
                          <a:pt x="456" y="134"/>
                        </a:lnTo>
                        <a:lnTo>
                          <a:pt x="451" y="129"/>
                        </a:lnTo>
                        <a:lnTo>
                          <a:pt x="438" y="129"/>
                        </a:lnTo>
                        <a:close/>
                        <a:moveTo>
                          <a:pt x="469" y="80"/>
                        </a:moveTo>
                        <a:lnTo>
                          <a:pt x="487" y="80"/>
                        </a:lnTo>
                        <a:lnTo>
                          <a:pt x="482" y="76"/>
                        </a:lnTo>
                        <a:lnTo>
                          <a:pt x="469" y="71"/>
                        </a:lnTo>
                        <a:lnTo>
                          <a:pt x="482" y="62"/>
                        </a:lnTo>
                        <a:lnTo>
                          <a:pt x="478" y="58"/>
                        </a:lnTo>
                        <a:lnTo>
                          <a:pt x="464" y="71"/>
                        </a:lnTo>
                        <a:lnTo>
                          <a:pt x="469" y="62"/>
                        </a:lnTo>
                        <a:lnTo>
                          <a:pt x="469" y="53"/>
                        </a:lnTo>
                        <a:lnTo>
                          <a:pt x="478" y="49"/>
                        </a:lnTo>
                        <a:lnTo>
                          <a:pt x="478" y="45"/>
                        </a:lnTo>
                        <a:lnTo>
                          <a:pt x="464" y="49"/>
                        </a:lnTo>
                        <a:lnTo>
                          <a:pt x="460" y="67"/>
                        </a:lnTo>
                        <a:lnTo>
                          <a:pt x="460" y="76"/>
                        </a:lnTo>
                        <a:lnTo>
                          <a:pt x="464" y="76"/>
                        </a:lnTo>
                        <a:lnTo>
                          <a:pt x="464" y="89"/>
                        </a:lnTo>
                        <a:lnTo>
                          <a:pt x="469" y="98"/>
                        </a:lnTo>
                        <a:lnTo>
                          <a:pt x="460" y="94"/>
                        </a:lnTo>
                        <a:lnTo>
                          <a:pt x="456" y="98"/>
                        </a:lnTo>
                        <a:lnTo>
                          <a:pt x="460" y="103"/>
                        </a:lnTo>
                        <a:lnTo>
                          <a:pt x="469" y="98"/>
                        </a:lnTo>
                        <a:lnTo>
                          <a:pt x="473" y="107"/>
                        </a:lnTo>
                        <a:lnTo>
                          <a:pt x="478" y="107"/>
                        </a:lnTo>
                        <a:lnTo>
                          <a:pt x="473" y="98"/>
                        </a:lnTo>
                        <a:lnTo>
                          <a:pt x="469" y="89"/>
                        </a:lnTo>
                        <a:lnTo>
                          <a:pt x="469" y="80"/>
                        </a:lnTo>
                        <a:close/>
                        <a:moveTo>
                          <a:pt x="505" y="125"/>
                        </a:moveTo>
                        <a:lnTo>
                          <a:pt x="491" y="125"/>
                        </a:lnTo>
                        <a:lnTo>
                          <a:pt x="469" y="125"/>
                        </a:lnTo>
                        <a:lnTo>
                          <a:pt x="464" y="134"/>
                        </a:lnTo>
                        <a:lnTo>
                          <a:pt x="478" y="138"/>
                        </a:lnTo>
                        <a:lnTo>
                          <a:pt x="482" y="134"/>
                        </a:lnTo>
                        <a:lnTo>
                          <a:pt x="500" y="134"/>
                        </a:lnTo>
                        <a:lnTo>
                          <a:pt x="514" y="138"/>
                        </a:lnTo>
                        <a:lnTo>
                          <a:pt x="505" y="125"/>
                        </a:lnTo>
                        <a:close/>
                        <a:moveTo>
                          <a:pt x="523" y="188"/>
                        </a:moveTo>
                        <a:lnTo>
                          <a:pt x="518" y="188"/>
                        </a:lnTo>
                        <a:lnTo>
                          <a:pt x="514" y="201"/>
                        </a:lnTo>
                        <a:lnTo>
                          <a:pt x="509" y="205"/>
                        </a:lnTo>
                        <a:lnTo>
                          <a:pt x="509" y="210"/>
                        </a:lnTo>
                        <a:lnTo>
                          <a:pt x="518" y="205"/>
                        </a:lnTo>
                        <a:lnTo>
                          <a:pt x="514" y="201"/>
                        </a:lnTo>
                        <a:lnTo>
                          <a:pt x="523" y="188"/>
                        </a:lnTo>
                        <a:close/>
                        <a:moveTo>
                          <a:pt x="563" y="161"/>
                        </a:moveTo>
                        <a:lnTo>
                          <a:pt x="563" y="170"/>
                        </a:lnTo>
                        <a:lnTo>
                          <a:pt x="558" y="174"/>
                        </a:lnTo>
                        <a:lnTo>
                          <a:pt x="554" y="188"/>
                        </a:lnTo>
                        <a:lnTo>
                          <a:pt x="563" y="188"/>
                        </a:lnTo>
                        <a:lnTo>
                          <a:pt x="567" y="179"/>
                        </a:lnTo>
                        <a:lnTo>
                          <a:pt x="567" y="165"/>
                        </a:lnTo>
                        <a:lnTo>
                          <a:pt x="563" y="161"/>
                        </a:lnTo>
                        <a:close/>
                        <a:moveTo>
                          <a:pt x="657" y="125"/>
                        </a:moveTo>
                        <a:lnTo>
                          <a:pt x="630" y="116"/>
                        </a:lnTo>
                        <a:lnTo>
                          <a:pt x="612" y="107"/>
                        </a:lnTo>
                        <a:lnTo>
                          <a:pt x="603" y="112"/>
                        </a:lnTo>
                        <a:lnTo>
                          <a:pt x="603" y="116"/>
                        </a:lnTo>
                        <a:lnTo>
                          <a:pt x="590" y="120"/>
                        </a:lnTo>
                        <a:lnTo>
                          <a:pt x="581" y="134"/>
                        </a:lnTo>
                        <a:lnTo>
                          <a:pt x="572" y="134"/>
                        </a:lnTo>
                        <a:lnTo>
                          <a:pt x="563" y="116"/>
                        </a:lnTo>
                        <a:lnTo>
                          <a:pt x="558" y="120"/>
                        </a:lnTo>
                        <a:lnTo>
                          <a:pt x="558" y="103"/>
                        </a:lnTo>
                        <a:lnTo>
                          <a:pt x="554" y="94"/>
                        </a:lnTo>
                        <a:lnTo>
                          <a:pt x="531" y="89"/>
                        </a:lnTo>
                        <a:lnTo>
                          <a:pt x="527" y="89"/>
                        </a:lnTo>
                        <a:lnTo>
                          <a:pt x="509" y="103"/>
                        </a:lnTo>
                        <a:lnTo>
                          <a:pt x="509" y="98"/>
                        </a:lnTo>
                        <a:lnTo>
                          <a:pt x="500" y="98"/>
                        </a:lnTo>
                        <a:lnTo>
                          <a:pt x="509" y="107"/>
                        </a:lnTo>
                        <a:lnTo>
                          <a:pt x="518" y="107"/>
                        </a:lnTo>
                        <a:lnTo>
                          <a:pt x="523" y="116"/>
                        </a:lnTo>
                        <a:lnTo>
                          <a:pt x="549" y="112"/>
                        </a:lnTo>
                        <a:lnTo>
                          <a:pt x="554" y="120"/>
                        </a:lnTo>
                        <a:lnTo>
                          <a:pt x="540" y="120"/>
                        </a:lnTo>
                        <a:lnTo>
                          <a:pt x="536" y="125"/>
                        </a:lnTo>
                        <a:lnTo>
                          <a:pt x="527" y="120"/>
                        </a:lnTo>
                        <a:lnTo>
                          <a:pt x="523" y="129"/>
                        </a:lnTo>
                        <a:lnTo>
                          <a:pt x="536" y="129"/>
                        </a:lnTo>
                        <a:lnTo>
                          <a:pt x="536" y="138"/>
                        </a:lnTo>
                        <a:lnTo>
                          <a:pt x="540" y="147"/>
                        </a:lnTo>
                        <a:lnTo>
                          <a:pt x="545" y="147"/>
                        </a:lnTo>
                        <a:lnTo>
                          <a:pt x="549" y="129"/>
                        </a:lnTo>
                        <a:lnTo>
                          <a:pt x="554" y="138"/>
                        </a:lnTo>
                        <a:lnTo>
                          <a:pt x="612" y="165"/>
                        </a:lnTo>
                        <a:lnTo>
                          <a:pt x="621" y="188"/>
                        </a:lnTo>
                        <a:lnTo>
                          <a:pt x="625" y="192"/>
                        </a:lnTo>
                        <a:lnTo>
                          <a:pt x="625" y="196"/>
                        </a:lnTo>
                        <a:lnTo>
                          <a:pt x="621" y="192"/>
                        </a:lnTo>
                        <a:lnTo>
                          <a:pt x="607" y="210"/>
                        </a:lnTo>
                        <a:lnTo>
                          <a:pt x="625" y="210"/>
                        </a:lnTo>
                        <a:lnTo>
                          <a:pt x="630" y="201"/>
                        </a:lnTo>
                        <a:lnTo>
                          <a:pt x="643" y="201"/>
                        </a:lnTo>
                        <a:lnTo>
                          <a:pt x="652" y="214"/>
                        </a:lnTo>
                        <a:lnTo>
                          <a:pt x="657" y="214"/>
                        </a:lnTo>
                        <a:lnTo>
                          <a:pt x="657" y="125"/>
                        </a:lnTo>
                        <a:close/>
                      </a:path>
                    </a:pathLst>
                  </a:custGeom>
                  <a:grpFill/>
                  <a:ln w="9525" cmpd="sng">
                    <a:solidFill>
                      <a:schemeClr val="bg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dirty="0">
                      <a:latin typeface="Delivery" panose="020F0503020204020204" pitchFamily="34" charset="0"/>
                    </a:endParaRPr>
                  </a:p>
                </p:txBody>
              </p:sp>
              <p:sp>
                <p:nvSpPr>
                  <p:cNvPr id="468" name="Freeform 125">
                    <a:extLst>
                      <a:ext uri="{FF2B5EF4-FFF2-40B4-BE49-F238E27FC236}">
                        <a16:creationId xmlns:a16="http://schemas.microsoft.com/office/drawing/2014/main" id="{57321717-F50E-321B-EA19-97500A286AE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gray">
                  <a:xfrm>
                    <a:off x="3312" y="2154"/>
                    <a:ext cx="277" cy="250"/>
                  </a:xfrm>
                  <a:custGeom>
                    <a:avLst/>
                    <a:gdLst>
                      <a:gd name="T0" fmla="*/ 0 w 277"/>
                      <a:gd name="T1" fmla="*/ 9 h 250"/>
                      <a:gd name="T2" fmla="*/ 14 w 277"/>
                      <a:gd name="T3" fmla="*/ 40 h 250"/>
                      <a:gd name="T4" fmla="*/ 23 w 277"/>
                      <a:gd name="T5" fmla="*/ 71 h 250"/>
                      <a:gd name="T6" fmla="*/ 32 w 277"/>
                      <a:gd name="T7" fmla="*/ 80 h 250"/>
                      <a:gd name="T8" fmla="*/ 32 w 277"/>
                      <a:gd name="T9" fmla="*/ 120 h 250"/>
                      <a:gd name="T10" fmla="*/ 54 w 277"/>
                      <a:gd name="T11" fmla="*/ 152 h 250"/>
                      <a:gd name="T12" fmla="*/ 63 w 277"/>
                      <a:gd name="T13" fmla="*/ 165 h 250"/>
                      <a:gd name="T14" fmla="*/ 72 w 277"/>
                      <a:gd name="T15" fmla="*/ 165 h 250"/>
                      <a:gd name="T16" fmla="*/ 90 w 277"/>
                      <a:gd name="T17" fmla="*/ 165 h 250"/>
                      <a:gd name="T18" fmla="*/ 99 w 277"/>
                      <a:gd name="T19" fmla="*/ 187 h 250"/>
                      <a:gd name="T20" fmla="*/ 108 w 277"/>
                      <a:gd name="T21" fmla="*/ 201 h 250"/>
                      <a:gd name="T22" fmla="*/ 121 w 277"/>
                      <a:gd name="T23" fmla="*/ 214 h 250"/>
                      <a:gd name="T24" fmla="*/ 157 w 277"/>
                      <a:gd name="T25" fmla="*/ 228 h 250"/>
                      <a:gd name="T26" fmla="*/ 161 w 277"/>
                      <a:gd name="T27" fmla="*/ 228 h 250"/>
                      <a:gd name="T28" fmla="*/ 170 w 277"/>
                      <a:gd name="T29" fmla="*/ 219 h 250"/>
                      <a:gd name="T30" fmla="*/ 188 w 277"/>
                      <a:gd name="T31" fmla="*/ 219 h 250"/>
                      <a:gd name="T32" fmla="*/ 192 w 277"/>
                      <a:gd name="T33" fmla="*/ 241 h 250"/>
                      <a:gd name="T34" fmla="*/ 224 w 277"/>
                      <a:gd name="T35" fmla="*/ 250 h 250"/>
                      <a:gd name="T36" fmla="*/ 255 w 277"/>
                      <a:gd name="T37" fmla="*/ 245 h 250"/>
                      <a:gd name="T38" fmla="*/ 264 w 277"/>
                      <a:gd name="T39" fmla="*/ 228 h 250"/>
                      <a:gd name="T40" fmla="*/ 277 w 277"/>
                      <a:gd name="T41" fmla="*/ 214 h 250"/>
                      <a:gd name="T42" fmla="*/ 268 w 277"/>
                      <a:gd name="T43" fmla="*/ 201 h 250"/>
                      <a:gd name="T44" fmla="*/ 242 w 277"/>
                      <a:gd name="T45" fmla="*/ 178 h 250"/>
                      <a:gd name="T46" fmla="*/ 246 w 277"/>
                      <a:gd name="T47" fmla="*/ 161 h 250"/>
                      <a:gd name="T48" fmla="*/ 251 w 277"/>
                      <a:gd name="T49" fmla="*/ 143 h 250"/>
                      <a:gd name="T50" fmla="*/ 242 w 277"/>
                      <a:gd name="T51" fmla="*/ 107 h 250"/>
                      <a:gd name="T52" fmla="*/ 246 w 277"/>
                      <a:gd name="T53" fmla="*/ 71 h 250"/>
                      <a:gd name="T54" fmla="*/ 233 w 277"/>
                      <a:gd name="T55" fmla="*/ 53 h 250"/>
                      <a:gd name="T56" fmla="*/ 197 w 277"/>
                      <a:gd name="T57" fmla="*/ 31 h 250"/>
                      <a:gd name="T58" fmla="*/ 179 w 277"/>
                      <a:gd name="T59" fmla="*/ 31 h 250"/>
                      <a:gd name="T60" fmla="*/ 157 w 277"/>
                      <a:gd name="T61" fmla="*/ 40 h 250"/>
                      <a:gd name="T62" fmla="*/ 148 w 277"/>
                      <a:gd name="T63" fmla="*/ 53 h 250"/>
                      <a:gd name="T64" fmla="*/ 139 w 277"/>
                      <a:gd name="T65" fmla="*/ 49 h 250"/>
                      <a:gd name="T66" fmla="*/ 94 w 277"/>
                      <a:gd name="T67" fmla="*/ 53 h 250"/>
                      <a:gd name="T68" fmla="*/ 76 w 277"/>
                      <a:gd name="T69" fmla="*/ 40 h 250"/>
                      <a:gd name="T70" fmla="*/ 63 w 277"/>
                      <a:gd name="T71" fmla="*/ 18 h 250"/>
                      <a:gd name="T72" fmla="*/ 58 w 277"/>
                      <a:gd name="T73" fmla="*/ 0 h 250"/>
                      <a:gd name="T74" fmla="*/ 36 w 277"/>
                      <a:gd name="T75" fmla="*/ 18 h 250"/>
                      <a:gd name="T76" fmla="*/ 27 w 277"/>
                      <a:gd name="T77" fmla="*/ 13 h 25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</a:cxnLst>
                    <a:rect l="0" t="0" r="r" b="b"/>
                    <a:pathLst>
                      <a:path w="277" h="250">
                        <a:moveTo>
                          <a:pt x="9" y="0"/>
                        </a:moveTo>
                        <a:lnTo>
                          <a:pt x="0" y="9"/>
                        </a:lnTo>
                        <a:lnTo>
                          <a:pt x="5" y="35"/>
                        </a:lnTo>
                        <a:lnTo>
                          <a:pt x="14" y="40"/>
                        </a:lnTo>
                        <a:lnTo>
                          <a:pt x="14" y="44"/>
                        </a:lnTo>
                        <a:lnTo>
                          <a:pt x="23" y="71"/>
                        </a:lnTo>
                        <a:lnTo>
                          <a:pt x="32" y="71"/>
                        </a:lnTo>
                        <a:lnTo>
                          <a:pt x="32" y="80"/>
                        </a:lnTo>
                        <a:lnTo>
                          <a:pt x="23" y="98"/>
                        </a:lnTo>
                        <a:lnTo>
                          <a:pt x="32" y="120"/>
                        </a:lnTo>
                        <a:lnTo>
                          <a:pt x="54" y="138"/>
                        </a:lnTo>
                        <a:lnTo>
                          <a:pt x="54" y="152"/>
                        </a:lnTo>
                        <a:lnTo>
                          <a:pt x="58" y="156"/>
                        </a:lnTo>
                        <a:lnTo>
                          <a:pt x="63" y="165"/>
                        </a:lnTo>
                        <a:lnTo>
                          <a:pt x="67" y="169"/>
                        </a:lnTo>
                        <a:lnTo>
                          <a:pt x="72" y="165"/>
                        </a:lnTo>
                        <a:lnTo>
                          <a:pt x="81" y="169"/>
                        </a:lnTo>
                        <a:lnTo>
                          <a:pt x="90" y="165"/>
                        </a:lnTo>
                        <a:lnTo>
                          <a:pt x="103" y="187"/>
                        </a:lnTo>
                        <a:lnTo>
                          <a:pt x="99" y="187"/>
                        </a:lnTo>
                        <a:lnTo>
                          <a:pt x="103" y="192"/>
                        </a:lnTo>
                        <a:lnTo>
                          <a:pt x="108" y="201"/>
                        </a:lnTo>
                        <a:lnTo>
                          <a:pt x="121" y="210"/>
                        </a:lnTo>
                        <a:lnTo>
                          <a:pt x="121" y="214"/>
                        </a:lnTo>
                        <a:lnTo>
                          <a:pt x="139" y="223"/>
                        </a:lnTo>
                        <a:lnTo>
                          <a:pt x="157" y="228"/>
                        </a:lnTo>
                        <a:lnTo>
                          <a:pt x="161" y="223"/>
                        </a:lnTo>
                        <a:lnTo>
                          <a:pt x="161" y="228"/>
                        </a:lnTo>
                        <a:lnTo>
                          <a:pt x="179" y="219"/>
                        </a:lnTo>
                        <a:lnTo>
                          <a:pt x="170" y="219"/>
                        </a:lnTo>
                        <a:lnTo>
                          <a:pt x="175" y="214"/>
                        </a:lnTo>
                        <a:lnTo>
                          <a:pt x="188" y="219"/>
                        </a:lnTo>
                        <a:lnTo>
                          <a:pt x="188" y="223"/>
                        </a:lnTo>
                        <a:lnTo>
                          <a:pt x="192" y="241"/>
                        </a:lnTo>
                        <a:lnTo>
                          <a:pt x="206" y="245"/>
                        </a:lnTo>
                        <a:lnTo>
                          <a:pt x="224" y="250"/>
                        </a:lnTo>
                        <a:lnTo>
                          <a:pt x="251" y="250"/>
                        </a:lnTo>
                        <a:lnTo>
                          <a:pt x="255" y="245"/>
                        </a:lnTo>
                        <a:lnTo>
                          <a:pt x="255" y="236"/>
                        </a:lnTo>
                        <a:lnTo>
                          <a:pt x="264" y="228"/>
                        </a:lnTo>
                        <a:lnTo>
                          <a:pt x="277" y="223"/>
                        </a:lnTo>
                        <a:lnTo>
                          <a:pt x="277" y="214"/>
                        </a:lnTo>
                        <a:lnTo>
                          <a:pt x="268" y="214"/>
                        </a:lnTo>
                        <a:lnTo>
                          <a:pt x="268" y="201"/>
                        </a:lnTo>
                        <a:lnTo>
                          <a:pt x="255" y="196"/>
                        </a:lnTo>
                        <a:lnTo>
                          <a:pt x="242" y="178"/>
                        </a:lnTo>
                        <a:lnTo>
                          <a:pt x="242" y="174"/>
                        </a:lnTo>
                        <a:lnTo>
                          <a:pt x="246" y="161"/>
                        </a:lnTo>
                        <a:lnTo>
                          <a:pt x="255" y="156"/>
                        </a:lnTo>
                        <a:lnTo>
                          <a:pt x="251" y="143"/>
                        </a:lnTo>
                        <a:lnTo>
                          <a:pt x="242" y="143"/>
                        </a:lnTo>
                        <a:lnTo>
                          <a:pt x="242" y="107"/>
                        </a:lnTo>
                        <a:lnTo>
                          <a:pt x="237" y="98"/>
                        </a:lnTo>
                        <a:lnTo>
                          <a:pt x="246" y="71"/>
                        </a:lnTo>
                        <a:lnTo>
                          <a:pt x="246" y="53"/>
                        </a:lnTo>
                        <a:lnTo>
                          <a:pt x="233" y="53"/>
                        </a:lnTo>
                        <a:lnTo>
                          <a:pt x="219" y="35"/>
                        </a:lnTo>
                        <a:lnTo>
                          <a:pt x="197" y="31"/>
                        </a:lnTo>
                        <a:lnTo>
                          <a:pt x="188" y="22"/>
                        </a:lnTo>
                        <a:lnTo>
                          <a:pt x="179" y="31"/>
                        </a:lnTo>
                        <a:lnTo>
                          <a:pt x="166" y="31"/>
                        </a:lnTo>
                        <a:lnTo>
                          <a:pt x="157" y="40"/>
                        </a:lnTo>
                        <a:lnTo>
                          <a:pt x="148" y="44"/>
                        </a:lnTo>
                        <a:lnTo>
                          <a:pt x="148" y="53"/>
                        </a:lnTo>
                        <a:lnTo>
                          <a:pt x="139" y="53"/>
                        </a:lnTo>
                        <a:lnTo>
                          <a:pt x="139" y="49"/>
                        </a:lnTo>
                        <a:lnTo>
                          <a:pt x="108" y="58"/>
                        </a:lnTo>
                        <a:lnTo>
                          <a:pt x="94" y="53"/>
                        </a:lnTo>
                        <a:lnTo>
                          <a:pt x="90" y="44"/>
                        </a:lnTo>
                        <a:lnTo>
                          <a:pt x="76" y="40"/>
                        </a:lnTo>
                        <a:lnTo>
                          <a:pt x="76" y="26"/>
                        </a:lnTo>
                        <a:lnTo>
                          <a:pt x="63" y="18"/>
                        </a:lnTo>
                        <a:lnTo>
                          <a:pt x="63" y="4"/>
                        </a:lnTo>
                        <a:lnTo>
                          <a:pt x="58" y="0"/>
                        </a:lnTo>
                        <a:lnTo>
                          <a:pt x="36" y="13"/>
                        </a:lnTo>
                        <a:lnTo>
                          <a:pt x="36" y="18"/>
                        </a:lnTo>
                        <a:lnTo>
                          <a:pt x="32" y="18"/>
                        </a:lnTo>
                        <a:lnTo>
                          <a:pt x="27" y="13"/>
                        </a:lnTo>
                        <a:lnTo>
                          <a:pt x="9" y="0"/>
                        </a:lnTo>
                        <a:close/>
                      </a:path>
                    </a:pathLst>
                  </a:custGeom>
                  <a:grpFill/>
                  <a:ln w="9525" cmpd="sng">
                    <a:solidFill>
                      <a:schemeClr val="bg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dirty="0">
                      <a:latin typeface="Delivery" panose="020F0503020204020204" pitchFamily="34" charset="0"/>
                    </a:endParaRPr>
                  </a:p>
                </p:txBody>
              </p:sp>
              <p:sp>
                <p:nvSpPr>
                  <p:cNvPr id="469" name="Freeform 126">
                    <a:extLst>
                      <a:ext uri="{FF2B5EF4-FFF2-40B4-BE49-F238E27FC236}">
                        <a16:creationId xmlns:a16="http://schemas.microsoft.com/office/drawing/2014/main" id="{9193021D-721D-05FE-2BCD-098B3B49170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gray">
                  <a:xfrm>
                    <a:off x="3236" y="2198"/>
                    <a:ext cx="139" cy="143"/>
                  </a:xfrm>
                  <a:custGeom>
                    <a:avLst/>
                    <a:gdLst>
                      <a:gd name="T0" fmla="*/ 0 w 139"/>
                      <a:gd name="T1" fmla="*/ 72 h 143"/>
                      <a:gd name="T2" fmla="*/ 9 w 139"/>
                      <a:gd name="T3" fmla="*/ 90 h 143"/>
                      <a:gd name="T4" fmla="*/ 32 w 139"/>
                      <a:gd name="T5" fmla="*/ 94 h 143"/>
                      <a:gd name="T6" fmla="*/ 63 w 139"/>
                      <a:gd name="T7" fmla="*/ 117 h 143"/>
                      <a:gd name="T8" fmla="*/ 63 w 139"/>
                      <a:gd name="T9" fmla="*/ 125 h 143"/>
                      <a:gd name="T10" fmla="*/ 72 w 139"/>
                      <a:gd name="T11" fmla="*/ 125 h 143"/>
                      <a:gd name="T12" fmla="*/ 72 w 139"/>
                      <a:gd name="T13" fmla="*/ 139 h 143"/>
                      <a:gd name="T14" fmla="*/ 85 w 139"/>
                      <a:gd name="T15" fmla="*/ 143 h 143"/>
                      <a:gd name="T16" fmla="*/ 112 w 139"/>
                      <a:gd name="T17" fmla="*/ 143 h 143"/>
                      <a:gd name="T18" fmla="*/ 121 w 139"/>
                      <a:gd name="T19" fmla="*/ 139 h 143"/>
                      <a:gd name="T20" fmla="*/ 121 w 139"/>
                      <a:gd name="T21" fmla="*/ 130 h 143"/>
                      <a:gd name="T22" fmla="*/ 134 w 139"/>
                      <a:gd name="T23" fmla="*/ 125 h 143"/>
                      <a:gd name="T24" fmla="*/ 134 w 139"/>
                      <a:gd name="T25" fmla="*/ 125 h 143"/>
                      <a:gd name="T26" fmla="*/ 139 w 139"/>
                      <a:gd name="T27" fmla="*/ 125 h 143"/>
                      <a:gd name="T28" fmla="*/ 139 w 139"/>
                      <a:gd name="T29" fmla="*/ 121 h 143"/>
                      <a:gd name="T30" fmla="*/ 134 w 139"/>
                      <a:gd name="T31" fmla="*/ 112 h 143"/>
                      <a:gd name="T32" fmla="*/ 130 w 139"/>
                      <a:gd name="T33" fmla="*/ 108 h 143"/>
                      <a:gd name="T34" fmla="*/ 130 w 139"/>
                      <a:gd name="T35" fmla="*/ 94 h 143"/>
                      <a:gd name="T36" fmla="*/ 108 w 139"/>
                      <a:gd name="T37" fmla="*/ 76 h 143"/>
                      <a:gd name="T38" fmla="*/ 99 w 139"/>
                      <a:gd name="T39" fmla="*/ 54 h 143"/>
                      <a:gd name="T40" fmla="*/ 108 w 139"/>
                      <a:gd name="T41" fmla="*/ 36 h 143"/>
                      <a:gd name="T42" fmla="*/ 108 w 139"/>
                      <a:gd name="T43" fmla="*/ 27 h 143"/>
                      <a:gd name="T44" fmla="*/ 99 w 139"/>
                      <a:gd name="T45" fmla="*/ 27 h 143"/>
                      <a:gd name="T46" fmla="*/ 90 w 139"/>
                      <a:gd name="T47" fmla="*/ 0 h 143"/>
                      <a:gd name="T48" fmla="*/ 81 w 139"/>
                      <a:gd name="T49" fmla="*/ 5 h 143"/>
                      <a:gd name="T50" fmla="*/ 63 w 139"/>
                      <a:gd name="T51" fmla="*/ 0 h 143"/>
                      <a:gd name="T52" fmla="*/ 58 w 139"/>
                      <a:gd name="T53" fmla="*/ 5 h 143"/>
                      <a:gd name="T54" fmla="*/ 54 w 139"/>
                      <a:gd name="T55" fmla="*/ 9 h 143"/>
                      <a:gd name="T56" fmla="*/ 41 w 139"/>
                      <a:gd name="T57" fmla="*/ 18 h 143"/>
                      <a:gd name="T58" fmla="*/ 36 w 139"/>
                      <a:gd name="T59" fmla="*/ 45 h 143"/>
                      <a:gd name="T60" fmla="*/ 0 w 139"/>
                      <a:gd name="T61" fmla="*/ 72 h 14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</a:cxnLst>
                    <a:rect l="0" t="0" r="r" b="b"/>
                    <a:pathLst>
                      <a:path w="139" h="143">
                        <a:moveTo>
                          <a:pt x="0" y="72"/>
                        </a:moveTo>
                        <a:lnTo>
                          <a:pt x="9" y="90"/>
                        </a:lnTo>
                        <a:lnTo>
                          <a:pt x="32" y="94"/>
                        </a:lnTo>
                        <a:lnTo>
                          <a:pt x="63" y="117"/>
                        </a:lnTo>
                        <a:lnTo>
                          <a:pt x="63" y="125"/>
                        </a:lnTo>
                        <a:lnTo>
                          <a:pt x="72" y="125"/>
                        </a:lnTo>
                        <a:lnTo>
                          <a:pt x="72" y="139"/>
                        </a:lnTo>
                        <a:lnTo>
                          <a:pt x="85" y="143"/>
                        </a:lnTo>
                        <a:lnTo>
                          <a:pt x="112" y="143"/>
                        </a:lnTo>
                        <a:lnTo>
                          <a:pt x="121" y="139"/>
                        </a:lnTo>
                        <a:lnTo>
                          <a:pt x="121" y="130"/>
                        </a:lnTo>
                        <a:lnTo>
                          <a:pt x="134" y="125"/>
                        </a:lnTo>
                        <a:lnTo>
                          <a:pt x="134" y="125"/>
                        </a:lnTo>
                        <a:lnTo>
                          <a:pt x="139" y="125"/>
                        </a:lnTo>
                        <a:lnTo>
                          <a:pt x="139" y="121"/>
                        </a:lnTo>
                        <a:lnTo>
                          <a:pt x="134" y="112"/>
                        </a:lnTo>
                        <a:lnTo>
                          <a:pt x="130" y="108"/>
                        </a:lnTo>
                        <a:lnTo>
                          <a:pt x="130" y="94"/>
                        </a:lnTo>
                        <a:lnTo>
                          <a:pt x="108" y="76"/>
                        </a:lnTo>
                        <a:lnTo>
                          <a:pt x="99" y="54"/>
                        </a:lnTo>
                        <a:lnTo>
                          <a:pt x="108" y="36"/>
                        </a:lnTo>
                        <a:lnTo>
                          <a:pt x="108" y="27"/>
                        </a:lnTo>
                        <a:lnTo>
                          <a:pt x="99" y="27"/>
                        </a:lnTo>
                        <a:lnTo>
                          <a:pt x="90" y="0"/>
                        </a:lnTo>
                        <a:lnTo>
                          <a:pt x="81" y="5"/>
                        </a:lnTo>
                        <a:lnTo>
                          <a:pt x="63" y="0"/>
                        </a:lnTo>
                        <a:lnTo>
                          <a:pt x="58" y="5"/>
                        </a:lnTo>
                        <a:lnTo>
                          <a:pt x="54" y="9"/>
                        </a:lnTo>
                        <a:lnTo>
                          <a:pt x="41" y="18"/>
                        </a:lnTo>
                        <a:lnTo>
                          <a:pt x="36" y="45"/>
                        </a:lnTo>
                        <a:lnTo>
                          <a:pt x="0" y="72"/>
                        </a:lnTo>
                        <a:close/>
                      </a:path>
                    </a:pathLst>
                  </a:custGeom>
                  <a:grpFill/>
                  <a:ln w="9525" cmpd="sng">
                    <a:solidFill>
                      <a:schemeClr val="bg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dirty="0">
                      <a:latin typeface="Delivery" panose="020F0503020204020204" pitchFamily="34" charset="0"/>
                    </a:endParaRPr>
                  </a:p>
                </p:txBody>
              </p:sp>
              <p:sp>
                <p:nvSpPr>
                  <p:cNvPr id="470" name="Freeform 127">
                    <a:extLst>
                      <a:ext uri="{FF2B5EF4-FFF2-40B4-BE49-F238E27FC236}">
                        <a16:creationId xmlns:a16="http://schemas.microsoft.com/office/drawing/2014/main" id="{2379CB5E-DF88-110B-B11E-AD8E311E7C2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gray">
                  <a:xfrm>
                    <a:off x="3174" y="2265"/>
                    <a:ext cx="22" cy="67"/>
                  </a:xfrm>
                  <a:custGeom>
                    <a:avLst/>
                    <a:gdLst>
                      <a:gd name="T0" fmla="*/ 0 w 22"/>
                      <a:gd name="T1" fmla="*/ 32 h 67"/>
                      <a:gd name="T2" fmla="*/ 4 w 22"/>
                      <a:gd name="T3" fmla="*/ 36 h 67"/>
                      <a:gd name="T4" fmla="*/ 0 w 22"/>
                      <a:gd name="T5" fmla="*/ 45 h 67"/>
                      <a:gd name="T6" fmla="*/ 9 w 22"/>
                      <a:gd name="T7" fmla="*/ 67 h 67"/>
                      <a:gd name="T8" fmla="*/ 13 w 22"/>
                      <a:gd name="T9" fmla="*/ 63 h 67"/>
                      <a:gd name="T10" fmla="*/ 18 w 22"/>
                      <a:gd name="T11" fmla="*/ 41 h 67"/>
                      <a:gd name="T12" fmla="*/ 18 w 22"/>
                      <a:gd name="T13" fmla="*/ 27 h 67"/>
                      <a:gd name="T14" fmla="*/ 13 w 22"/>
                      <a:gd name="T15" fmla="*/ 23 h 67"/>
                      <a:gd name="T16" fmla="*/ 13 w 22"/>
                      <a:gd name="T17" fmla="*/ 23 h 67"/>
                      <a:gd name="T18" fmla="*/ 22 w 22"/>
                      <a:gd name="T19" fmla="*/ 14 h 67"/>
                      <a:gd name="T20" fmla="*/ 22 w 22"/>
                      <a:gd name="T21" fmla="*/ 0 h 67"/>
                      <a:gd name="T22" fmla="*/ 13 w 22"/>
                      <a:gd name="T23" fmla="*/ 5 h 67"/>
                      <a:gd name="T24" fmla="*/ 9 w 22"/>
                      <a:gd name="T25" fmla="*/ 5 h 67"/>
                      <a:gd name="T26" fmla="*/ 4 w 22"/>
                      <a:gd name="T27" fmla="*/ 5 h 67"/>
                      <a:gd name="T28" fmla="*/ 4 w 22"/>
                      <a:gd name="T29" fmla="*/ 9 h 67"/>
                      <a:gd name="T30" fmla="*/ 0 w 22"/>
                      <a:gd name="T31" fmla="*/ 32 h 6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</a:cxnLst>
                    <a:rect l="0" t="0" r="r" b="b"/>
                    <a:pathLst>
                      <a:path w="22" h="67">
                        <a:moveTo>
                          <a:pt x="0" y="32"/>
                        </a:moveTo>
                        <a:lnTo>
                          <a:pt x="4" y="36"/>
                        </a:lnTo>
                        <a:lnTo>
                          <a:pt x="0" y="45"/>
                        </a:lnTo>
                        <a:lnTo>
                          <a:pt x="9" y="67"/>
                        </a:lnTo>
                        <a:lnTo>
                          <a:pt x="13" y="63"/>
                        </a:lnTo>
                        <a:lnTo>
                          <a:pt x="18" y="41"/>
                        </a:lnTo>
                        <a:lnTo>
                          <a:pt x="18" y="27"/>
                        </a:lnTo>
                        <a:lnTo>
                          <a:pt x="13" y="23"/>
                        </a:lnTo>
                        <a:lnTo>
                          <a:pt x="13" y="23"/>
                        </a:lnTo>
                        <a:lnTo>
                          <a:pt x="22" y="14"/>
                        </a:lnTo>
                        <a:lnTo>
                          <a:pt x="22" y="0"/>
                        </a:lnTo>
                        <a:lnTo>
                          <a:pt x="13" y="5"/>
                        </a:lnTo>
                        <a:lnTo>
                          <a:pt x="9" y="5"/>
                        </a:lnTo>
                        <a:lnTo>
                          <a:pt x="4" y="5"/>
                        </a:lnTo>
                        <a:lnTo>
                          <a:pt x="4" y="9"/>
                        </a:lnTo>
                        <a:lnTo>
                          <a:pt x="0" y="32"/>
                        </a:lnTo>
                        <a:close/>
                      </a:path>
                    </a:pathLst>
                  </a:custGeom>
                  <a:grpFill/>
                  <a:ln w="9525" cmpd="sng">
                    <a:solidFill>
                      <a:schemeClr val="bg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dirty="0">
                      <a:latin typeface="Delivery" panose="020F0503020204020204" pitchFamily="34" charset="0"/>
                    </a:endParaRPr>
                  </a:p>
                </p:txBody>
              </p:sp>
              <p:sp>
                <p:nvSpPr>
                  <p:cNvPr id="471" name="Freeform 128">
                    <a:extLst>
                      <a:ext uri="{FF2B5EF4-FFF2-40B4-BE49-F238E27FC236}">
                        <a16:creationId xmlns:a16="http://schemas.microsoft.com/office/drawing/2014/main" id="{0D1B3B1B-1C83-85F2-684D-3CB3FD0FB791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gray">
                  <a:xfrm>
                    <a:off x="4447" y="2037"/>
                    <a:ext cx="317" cy="380"/>
                  </a:xfrm>
                  <a:custGeom>
                    <a:avLst/>
                    <a:gdLst>
                      <a:gd name="T0" fmla="*/ 0 w 317"/>
                      <a:gd name="T1" fmla="*/ 380 h 380"/>
                      <a:gd name="T2" fmla="*/ 13 w 317"/>
                      <a:gd name="T3" fmla="*/ 380 h 380"/>
                      <a:gd name="T4" fmla="*/ 9 w 317"/>
                      <a:gd name="T5" fmla="*/ 380 h 380"/>
                      <a:gd name="T6" fmla="*/ 27 w 317"/>
                      <a:gd name="T7" fmla="*/ 376 h 380"/>
                      <a:gd name="T8" fmla="*/ 27 w 317"/>
                      <a:gd name="T9" fmla="*/ 367 h 380"/>
                      <a:gd name="T10" fmla="*/ 58 w 317"/>
                      <a:gd name="T11" fmla="*/ 349 h 380"/>
                      <a:gd name="T12" fmla="*/ 71 w 317"/>
                      <a:gd name="T13" fmla="*/ 340 h 380"/>
                      <a:gd name="T14" fmla="*/ 80 w 317"/>
                      <a:gd name="T15" fmla="*/ 331 h 380"/>
                      <a:gd name="T16" fmla="*/ 76 w 317"/>
                      <a:gd name="T17" fmla="*/ 322 h 380"/>
                      <a:gd name="T18" fmla="*/ 116 w 317"/>
                      <a:gd name="T19" fmla="*/ 228 h 380"/>
                      <a:gd name="T20" fmla="*/ 107 w 317"/>
                      <a:gd name="T21" fmla="*/ 219 h 380"/>
                      <a:gd name="T22" fmla="*/ 85 w 317"/>
                      <a:gd name="T23" fmla="*/ 233 h 380"/>
                      <a:gd name="T24" fmla="*/ 98 w 317"/>
                      <a:gd name="T25" fmla="*/ 251 h 380"/>
                      <a:gd name="T26" fmla="*/ 116 w 317"/>
                      <a:gd name="T27" fmla="*/ 264 h 380"/>
                      <a:gd name="T28" fmla="*/ 174 w 317"/>
                      <a:gd name="T29" fmla="*/ 193 h 380"/>
                      <a:gd name="T30" fmla="*/ 161 w 317"/>
                      <a:gd name="T31" fmla="*/ 188 h 380"/>
                      <a:gd name="T32" fmla="*/ 116 w 317"/>
                      <a:gd name="T33" fmla="*/ 202 h 380"/>
                      <a:gd name="T34" fmla="*/ 112 w 317"/>
                      <a:gd name="T35" fmla="*/ 219 h 380"/>
                      <a:gd name="T36" fmla="*/ 129 w 317"/>
                      <a:gd name="T37" fmla="*/ 215 h 380"/>
                      <a:gd name="T38" fmla="*/ 125 w 317"/>
                      <a:gd name="T39" fmla="*/ 233 h 380"/>
                      <a:gd name="T40" fmla="*/ 143 w 317"/>
                      <a:gd name="T41" fmla="*/ 224 h 380"/>
                      <a:gd name="T42" fmla="*/ 152 w 317"/>
                      <a:gd name="T43" fmla="*/ 215 h 380"/>
                      <a:gd name="T44" fmla="*/ 134 w 317"/>
                      <a:gd name="T45" fmla="*/ 219 h 380"/>
                      <a:gd name="T46" fmla="*/ 161 w 317"/>
                      <a:gd name="T47" fmla="*/ 210 h 380"/>
                      <a:gd name="T48" fmla="*/ 170 w 317"/>
                      <a:gd name="T49" fmla="*/ 215 h 380"/>
                      <a:gd name="T50" fmla="*/ 183 w 317"/>
                      <a:gd name="T51" fmla="*/ 215 h 380"/>
                      <a:gd name="T52" fmla="*/ 214 w 317"/>
                      <a:gd name="T53" fmla="*/ 197 h 380"/>
                      <a:gd name="T54" fmla="*/ 223 w 317"/>
                      <a:gd name="T55" fmla="*/ 210 h 380"/>
                      <a:gd name="T56" fmla="*/ 232 w 317"/>
                      <a:gd name="T57" fmla="*/ 197 h 380"/>
                      <a:gd name="T58" fmla="*/ 246 w 317"/>
                      <a:gd name="T59" fmla="*/ 188 h 380"/>
                      <a:gd name="T60" fmla="*/ 250 w 317"/>
                      <a:gd name="T61" fmla="*/ 170 h 380"/>
                      <a:gd name="T62" fmla="*/ 255 w 317"/>
                      <a:gd name="T63" fmla="*/ 139 h 380"/>
                      <a:gd name="T64" fmla="*/ 259 w 317"/>
                      <a:gd name="T65" fmla="*/ 135 h 380"/>
                      <a:gd name="T66" fmla="*/ 255 w 317"/>
                      <a:gd name="T67" fmla="*/ 94 h 380"/>
                      <a:gd name="T68" fmla="*/ 250 w 317"/>
                      <a:gd name="T69" fmla="*/ 85 h 380"/>
                      <a:gd name="T70" fmla="*/ 241 w 317"/>
                      <a:gd name="T71" fmla="*/ 85 h 380"/>
                      <a:gd name="T72" fmla="*/ 228 w 317"/>
                      <a:gd name="T73" fmla="*/ 112 h 380"/>
                      <a:gd name="T74" fmla="*/ 232 w 317"/>
                      <a:gd name="T75" fmla="*/ 130 h 380"/>
                      <a:gd name="T76" fmla="*/ 192 w 317"/>
                      <a:gd name="T77" fmla="*/ 161 h 380"/>
                      <a:gd name="T78" fmla="*/ 188 w 317"/>
                      <a:gd name="T79" fmla="*/ 161 h 380"/>
                      <a:gd name="T80" fmla="*/ 179 w 317"/>
                      <a:gd name="T81" fmla="*/ 184 h 380"/>
                      <a:gd name="T82" fmla="*/ 255 w 317"/>
                      <a:gd name="T83" fmla="*/ 41 h 380"/>
                      <a:gd name="T84" fmla="*/ 241 w 317"/>
                      <a:gd name="T85" fmla="*/ 45 h 380"/>
                      <a:gd name="T86" fmla="*/ 232 w 317"/>
                      <a:gd name="T87" fmla="*/ 63 h 380"/>
                      <a:gd name="T88" fmla="*/ 241 w 317"/>
                      <a:gd name="T89" fmla="*/ 81 h 380"/>
                      <a:gd name="T90" fmla="*/ 255 w 317"/>
                      <a:gd name="T91" fmla="*/ 72 h 380"/>
                      <a:gd name="T92" fmla="*/ 250 w 317"/>
                      <a:gd name="T93" fmla="*/ 59 h 380"/>
                      <a:gd name="T94" fmla="*/ 255 w 317"/>
                      <a:gd name="T95" fmla="*/ 59 h 380"/>
                      <a:gd name="T96" fmla="*/ 286 w 317"/>
                      <a:gd name="T97" fmla="*/ 72 h 380"/>
                      <a:gd name="T98" fmla="*/ 308 w 317"/>
                      <a:gd name="T99" fmla="*/ 50 h 380"/>
                      <a:gd name="T100" fmla="*/ 308 w 317"/>
                      <a:gd name="T101" fmla="*/ 32 h 380"/>
                      <a:gd name="T102" fmla="*/ 299 w 317"/>
                      <a:gd name="T103" fmla="*/ 32 h 380"/>
                      <a:gd name="T104" fmla="*/ 255 w 317"/>
                      <a:gd name="T105" fmla="*/ 5 h 380"/>
                      <a:gd name="T106" fmla="*/ 259 w 317"/>
                      <a:gd name="T107" fmla="*/ 32 h 38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  <a:cxn ang="0">
                        <a:pos x="T106" y="T107"/>
                      </a:cxn>
                    </a:cxnLst>
                    <a:rect l="0" t="0" r="r" b="b"/>
                    <a:pathLst>
                      <a:path w="317" h="380">
                        <a:moveTo>
                          <a:pt x="9" y="380"/>
                        </a:moveTo>
                        <a:lnTo>
                          <a:pt x="4" y="376"/>
                        </a:lnTo>
                        <a:lnTo>
                          <a:pt x="0" y="380"/>
                        </a:lnTo>
                        <a:lnTo>
                          <a:pt x="4" y="380"/>
                        </a:lnTo>
                        <a:lnTo>
                          <a:pt x="9" y="380"/>
                        </a:lnTo>
                        <a:lnTo>
                          <a:pt x="13" y="380"/>
                        </a:lnTo>
                        <a:lnTo>
                          <a:pt x="18" y="376"/>
                        </a:lnTo>
                        <a:lnTo>
                          <a:pt x="9" y="376"/>
                        </a:lnTo>
                        <a:lnTo>
                          <a:pt x="9" y="380"/>
                        </a:lnTo>
                        <a:close/>
                        <a:moveTo>
                          <a:pt x="27" y="367"/>
                        </a:moveTo>
                        <a:lnTo>
                          <a:pt x="22" y="371"/>
                        </a:lnTo>
                        <a:lnTo>
                          <a:pt x="27" y="376"/>
                        </a:lnTo>
                        <a:lnTo>
                          <a:pt x="31" y="380"/>
                        </a:lnTo>
                        <a:lnTo>
                          <a:pt x="31" y="376"/>
                        </a:lnTo>
                        <a:lnTo>
                          <a:pt x="27" y="367"/>
                        </a:lnTo>
                        <a:close/>
                        <a:moveTo>
                          <a:pt x="67" y="336"/>
                        </a:moveTo>
                        <a:lnTo>
                          <a:pt x="67" y="340"/>
                        </a:lnTo>
                        <a:lnTo>
                          <a:pt x="58" y="349"/>
                        </a:lnTo>
                        <a:lnTo>
                          <a:pt x="62" y="353"/>
                        </a:lnTo>
                        <a:lnTo>
                          <a:pt x="71" y="349"/>
                        </a:lnTo>
                        <a:lnTo>
                          <a:pt x="71" y="340"/>
                        </a:lnTo>
                        <a:lnTo>
                          <a:pt x="67" y="336"/>
                        </a:lnTo>
                        <a:close/>
                        <a:moveTo>
                          <a:pt x="76" y="322"/>
                        </a:moveTo>
                        <a:lnTo>
                          <a:pt x="80" y="331"/>
                        </a:lnTo>
                        <a:lnTo>
                          <a:pt x="85" y="322"/>
                        </a:lnTo>
                        <a:lnTo>
                          <a:pt x="89" y="313"/>
                        </a:lnTo>
                        <a:lnTo>
                          <a:pt x="76" y="322"/>
                        </a:lnTo>
                        <a:close/>
                        <a:moveTo>
                          <a:pt x="116" y="242"/>
                        </a:moveTo>
                        <a:lnTo>
                          <a:pt x="121" y="237"/>
                        </a:lnTo>
                        <a:lnTo>
                          <a:pt x="116" y="228"/>
                        </a:lnTo>
                        <a:lnTo>
                          <a:pt x="112" y="233"/>
                        </a:lnTo>
                        <a:lnTo>
                          <a:pt x="116" y="224"/>
                        </a:lnTo>
                        <a:lnTo>
                          <a:pt x="107" y="219"/>
                        </a:lnTo>
                        <a:lnTo>
                          <a:pt x="103" y="219"/>
                        </a:lnTo>
                        <a:lnTo>
                          <a:pt x="89" y="224"/>
                        </a:lnTo>
                        <a:lnTo>
                          <a:pt x="85" y="233"/>
                        </a:lnTo>
                        <a:lnTo>
                          <a:pt x="94" y="242"/>
                        </a:lnTo>
                        <a:lnTo>
                          <a:pt x="89" y="251"/>
                        </a:lnTo>
                        <a:lnTo>
                          <a:pt x="98" y="251"/>
                        </a:lnTo>
                        <a:lnTo>
                          <a:pt x="94" y="264"/>
                        </a:lnTo>
                        <a:lnTo>
                          <a:pt x="107" y="273"/>
                        </a:lnTo>
                        <a:lnTo>
                          <a:pt x="116" y="264"/>
                        </a:lnTo>
                        <a:lnTo>
                          <a:pt x="112" y="255"/>
                        </a:lnTo>
                        <a:lnTo>
                          <a:pt x="116" y="242"/>
                        </a:lnTo>
                        <a:close/>
                        <a:moveTo>
                          <a:pt x="174" y="193"/>
                        </a:moveTo>
                        <a:lnTo>
                          <a:pt x="170" y="188"/>
                        </a:lnTo>
                        <a:lnTo>
                          <a:pt x="170" y="184"/>
                        </a:lnTo>
                        <a:lnTo>
                          <a:pt x="161" y="188"/>
                        </a:lnTo>
                        <a:lnTo>
                          <a:pt x="143" y="193"/>
                        </a:lnTo>
                        <a:lnTo>
                          <a:pt x="134" y="188"/>
                        </a:lnTo>
                        <a:lnTo>
                          <a:pt x="116" y="202"/>
                        </a:lnTo>
                        <a:lnTo>
                          <a:pt x="107" y="206"/>
                        </a:lnTo>
                        <a:lnTo>
                          <a:pt x="107" y="215"/>
                        </a:lnTo>
                        <a:lnTo>
                          <a:pt x="112" y="219"/>
                        </a:lnTo>
                        <a:lnTo>
                          <a:pt x="116" y="215"/>
                        </a:lnTo>
                        <a:lnTo>
                          <a:pt x="121" y="219"/>
                        </a:lnTo>
                        <a:lnTo>
                          <a:pt x="129" y="215"/>
                        </a:lnTo>
                        <a:lnTo>
                          <a:pt x="129" y="224"/>
                        </a:lnTo>
                        <a:lnTo>
                          <a:pt x="125" y="228"/>
                        </a:lnTo>
                        <a:lnTo>
                          <a:pt x="125" y="233"/>
                        </a:lnTo>
                        <a:lnTo>
                          <a:pt x="138" y="237"/>
                        </a:lnTo>
                        <a:lnTo>
                          <a:pt x="138" y="228"/>
                        </a:lnTo>
                        <a:lnTo>
                          <a:pt x="143" y="224"/>
                        </a:lnTo>
                        <a:lnTo>
                          <a:pt x="152" y="228"/>
                        </a:lnTo>
                        <a:lnTo>
                          <a:pt x="161" y="219"/>
                        </a:lnTo>
                        <a:lnTo>
                          <a:pt x="152" y="215"/>
                        </a:lnTo>
                        <a:lnTo>
                          <a:pt x="143" y="215"/>
                        </a:lnTo>
                        <a:lnTo>
                          <a:pt x="143" y="219"/>
                        </a:lnTo>
                        <a:lnTo>
                          <a:pt x="134" y="219"/>
                        </a:lnTo>
                        <a:lnTo>
                          <a:pt x="134" y="210"/>
                        </a:lnTo>
                        <a:lnTo>
                          <a:pt x="161" y="206"/>
                        </a:lnTo>
                        <a:lnTo>
                          <a:pt x="161" y="210"/>
                        </a:lnTo>
                        <a:lnTo>
                          <a:pt x="161" y="215"/>
                        </a:lnTo>
                        <a:lnTo>
                          <a:pt x="165" y="210"/>
                        </a:lnTo>
                        <a:lnTo>
                          <a:pt x="170" y="215"/>
                        </a:lnTo>
                        <a:lnTo>
                          <a:pt x="170" y="219"/>
                        </a:lnTo>
                        <a:lnTo>
                          <a:pt x="179" y="228"/>
                        </a:lnTo>
                        <a:lnTo>
                          <a:pt x="183" y="215"/>
                        </a:lnTo>
                        <a:lnTo>
                          <a:pt x="192" y="210"/>
                        </a:lnTo>
                        <a:lnTo>
                          <a:pt x="210" y="206"/>
                        </a:lnTo>
                        <a:lnTo>
                          <a:pt x="214" y="197"/>
                        </a:lnTo>
                        <a:lnTo>
                          <a:pt x="223" y="197"/>
                        </a:lnTo>
                        <a:lnTo>
                          <a:pt x="219" y="206"/>
                        </a:lnTo>
                        <a:lnTo>
                          <a:pt x="223" y="210"/>
                        </a:lnTo>
                        <a:lnTo>
                          <a:pt x="228" y="202"/>
                        </a:lnTo>
                        <a:lnTo>
                          <a:pt x="228" y="193"/>
                        </a:lnTo>
                        <a:lnTo>
                          <a:pt x="232" y="197"/>
                        </a:lnTo>
                        <a:lnTo>
                          <a:pt x="237" y="202"/>
                        </a:lnTo>
                        <a:lnTo>
                          <a:pt x="246" y="197"/>
                        </a:lnTo>
                        <a:lnTo>
                          <a:pt x="246" y="188"/>
                        </a:lnTo>
                        <a:lnTo>
                          <a:pt x="250" y="184"/>
                        </a:lnTo>
                        <a:lnTo>
                          <a:pt x="246" y="179"/>
                        </a:lnTo>
                        <a:lnTo>
                          <a:pt x="250" y="170"/>
                        </a:lnTo>
                        <a:lnTo>
                          <a:pt x="255" y="161"/>
                        </a:lnTo>
                        <a:lnTo>
                          <a:pt x="250" y="148"/>
                        </a:lnTo>
                        <a:lnTo>
                          <a:pt x="255" y="139"/>
                        </a:lnTo>
                        <a:lnTo>
                          <a:pt x="259" y="148"/>
                        </a:lnTo>
                        <a:lnTo>
                          <a:pt x="259" y="143"/>
                        </a:lnTo>
                        <a:lnTo>
                          <a:pt x="259" y="135"/>
                        </a:lnTo>
                        <a:lnTo>
                          <a:pt x="263" y="130"/>
                        </a:lnTo>
                        <a:lnTo>
                          <a:pt x="263" y="99"/>
                        </a:lnTo>
                        <a:lnTo>
                          <a:pt x="255" y="94"/>
                        </a:lnTo>
                        <a:lnTo>
                          <a:pt x="255" y="81"/>
                        </a:lnTo>
                        <a:lnTo>
                          <a:pt x="250" y="76"/>
                        </a:lnTo>
                        <a:lnTo>
                          <a:pt x="250" y="85"/>
                        </a:lnTo>
                        <a:lnTo>
                          <a:pt x="250" y="90"/>
                        </a:lnTo>
                        <a:lnTo>
                          <a:pt x="246" y="90"/>
                        </a:lnTo>
                        <a:lnTo>
                          <a:pt x="241" y="85"/>
                        </a:lnTo>
                        <a:lnTo>
                          <a:pt x="232" y="94"/>
                        </a:lnTo>
                        <a:lnTo>
                          <a:pt x="237" y="99"/>
                        </a:lnTo>
                        <a:lnTo>
                          <a:pt x="228" y="112"/>
                        </a:lnTo>
                        <a:lnTo>
                          <a:pt x="241" y="117"/>
                        </a:lnTo>
                        <a:lnTo>
                          <a:pt x="237" y="126"/>
                        </a:lnTo>
                        <a:lnTo>
                          <a:pt x="232" y="130"/>
                        </a:lnTo>
                        <a:lnTo>
                          <a:pt x="210" y="161"/>
                        </a:lnTo>
                        <a:lnTo>
                          <a:pt x="192" y="170"/>
                        </a:lnTo>
                        <a:lnTo>
                          <a:pt x="192" y="161"/>
                        </a:lnTo>
                        <a:lnTo>
                          <a:pt x="196" y="157"/>
                        </a:lnTo>
                        <a:lnTo>
                          <a:pt x="196" y="157"/>
                        </a:lnTo>
                        <a:lnTo>
                          <a:pt x="188" y="161"/>
                        </a:lnTo>
                        <a:lnTo>
                          <a:pt x="188" y="170"/>
                        </a:lnTo>
                        <a:lnTo>
                          <a:pt x="179" y="179"/>
                        </a:lnTo>
                        <a:lnTo>
                          <a:pt x="179" y="184"/>
                        </a:lnTo>
                        <a:lnTo>
                          <a:pt x="174" y="188"/>
                        </a:lnTo>
                        <a:lnTo>
                          <a:pt x="174" y="193"/>
                        </a:lnTo>
                        <a:close/>
                        <a:moveTo>
                          <a:pt x="255" y="41"/>
                        </a:moveTo>
                        <a:lnTo>
                          <a:pt x="250" y="41"/>
                        </a:lnTo>
                        <a:lnTo>
                          <a:pt x="241" y="41"/>
                        </a:lnTo>
                        <a:lnTo>
                          <a:pt x="241" y="45"/>
                        </a:lnTo>
                        <a:lnTo>
                          <a:pt x="241" y="50"/>
                        </a:lnTo>
                        <a:lnTo>
                          <a:pt x="232" y="54"/>
                        </a:lnTo>
                        <a:lnTo>
                          <a:pt x="232" y="63"/>
                        </a:lnTo>
                        <a:lnTo>
                          <a:pt x="237" y="67"/>
                        </a:lnTo>
                        <a:lnTo>
                          <a:pt x="232" y="76"/>
                        </a:lnTo>
                        <a:lnTo>
                          <a:pt x="241" y="81"/>
                        </a:lnTo>
                        <a:lnTo>
                          <a:pt x="246" y="72"/>
                        </a:lnTo>
                        <a:lnTo>
                          <a:pt x="250" y="76"/>
                        </a:lnTo>
                        <a:lnTo>
                          <a:pt x="255" y="72"/>
                        </a:lnTo>
                        <a:lnTo>
                          <a:pt x="250" y="67"/>
                        </a:lnTo>
                        <a:lnTo>
                          <a:pt x="241" y="63"/>
                        </a:lnTo>
                        <a:lnTo>
                          <a:pt x="250" y="59"/>
                        </a:lnTo>
                        <a:lnTo>
                          <a:pt x="250" y="63"/>
                        </a:lnTo>
                        <a:lnTo>
                          <a:pt x="259" y="63"/>
                        </a:lnTo>
                        <a:lnTo>
                          <a:pt x="255" y="59"/>
                        </a:lnTo>
                        <a:lnTo>
                          <a:pt x="259" y="54"/>
                        </a:lnTo>
                        <a:lnTo>
                          <a:pt x="277" y="67"/>
                        </a:lnTo>
                        <a:lnTo>
                          <a:pt x="286" y="72"/>
                        </a:lnTo>
                        <a:lnTo>
                          <a:pt x="286" y="59"/>
                        </a:lnTo>
                        <a:lnTo>
                          <a:pt x="295" y="45"/>
                        </a:lnTo>
                        <a:lnTo>
                          <a:pt x="308" y="50"/>
                        </a:lnTo>
                        <a:lnTo>
                          <a:pt x="317" y="45"/>
                        </a:lnTo>
                        <a:lnTo>
                          <a:pt x="317" y="41"/>
                        </a:lnTo>
                        <a:lnTo>
                          <a:pt x="308" y="32"/>
                        </a:lnTo>
                        <a:lnTo>
                          <a:pt x="317" y="23"/>
                        </a:lnTo>
                        <a:lnTo>
                          <a:pt x="313" y="18"/>
                        </a:lnTo>
                        <a:lnTo>
                          <a:pt x="299" y="32"/>
                        </a:lnTo>
                        <a:lnTo>
                          <a:pt x="286" y="23"/>
                        </a:lnTo>
                        <a:lnTo>
                          <a:pt x="263" y="0"/>
                        </a:lnTo>
                        <a:lnTo>
                          <a:pt x="255" y="5"/>
                        </a:lnTo>
                        <a:lnTo>
                          <a:pt x="259" y="9"/>
                        </a:lnTo>
                        <a:lnTo>
                          <a:pt x="259" y="14"/>
                        </a:lnTo>
                        <a:lnTo>
                          <a:pt x="259" y="32"/>
                        </a:lnTo>
                        <a:lnTo>
                          <a:pt x="255" y="32"/>
                        </a:lnTo>
                        <a:lnTo>
                          <a:pt x="255" y="41"/>
                        </a:lnTo>
                        <a:close/>
                      </a:path>
                    </a:pathLst>
                  </a:custGeom>
                  <a:grpFill/>
                  <a:ln w="9525" cmpd="sng">
                    <a:solidFill>
                      <a:schemeClr val="bg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dirty="0">
                      <a:latin typeface="Delivery" panose="020F0503020204020204" pitchFamily="34" charset="0"/>
                    </a:endParaRPr>
                  </a:p>
                </p:txBody>
              </p:sp>
              <p:sp>
                <p:nvSpPr>
                  <p:cNvPr id="472" name="Freeform 129">
                    <a:extLst>
                      <a:ext uri="{FF2B5EF4-FFF2-40B4-BE49-F238E27FC236}">
                        <a16:creationId xmlns:a16="http://schemas.microsoft.com/office/drawing/2014/main" id="{510C7101-15F9-13F5-EF48-122E354B8AC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gray">
                  <a:xfrm>
                    <a:off x="3348" y="1805"/>
                    <a:ext cx="585" cy="317"/>
                  </a:xfrm>
                  <a:custGeom>
                    <a:avLst/>
                    <a:gdLst>
                      <a:gd name="T0" fmla="*/ 9 w 585"/>
                      <a:gd name="T1" fmla="*/ 179 h 317"/>
                      <a:gd name="T2" fmla="*/ 31 w 585"/>
                      <a:gd name="T3" fmla="*/ 197 h 317"/>
                      <a:gd name="T4" fmla="*/ 36 w 585"/>
                      <a:gd name="T5" fmla="*/ 206 h 317"/>
                      <a:gd name="T6" fmla="*/ 81 w 585"/>
                      <a:gd name="T7" fmla="*/ 192 h 317"/>
                      <a:gd name="T8" fmla="*/ 76 w 585"/>
                      <a:gd name="T9" fmla="*/ 232 h 317"/>
                      <a:gd name="T10" fmla="*/ 72 w 585"/>
                      <a:gd name="T11" fmla="*/ 250 h 317"/>
                      <a:gd name="T12" fmla="*/ 67 w 585"/>
                      <a:gd name="T13" fmla="*/ 277 h 317"/>
                      <a:gd name="T14" fmla="*/ 85 w 585"/>
                      <a:gd name="T15" fmla="*/ 295 h 317"/>
                      <a:gd name="T16" fmla="*/ 112 w 585"/>
                      <a:gd name="T17" fmla="*/ 291 h 317"/>
                      <a:gd name="T18" fmla="*/ 134 w 585"/>
                      <a:gd name="T19" fmla="*/ 313 h 317"/>
                      <a:gd name="T20" fmla="*/ 183 w 585"/>
                      <a:gd name="T21" fmla="*/ 224 h 317"/>
                      <a:gd name="T22" fmla="*/ 210 w 585"/>
                      <a:gd name="T23" fmla="*/ 206 h 317"/>
                      <a:gd name="T24" fmla="*/ 223 w 585"/>
                      <a:gd name="T25" fmla="*/ 241 h 317"/>
                      <a:gd name="T26" fmla="*/ 223 w 585"/>
                      <a:gd name="T27" fmla="*/ 268 h 317"/>
                      <a:gd name="T28" fmla="*/ 273 w 585"/>
                      <a:gd name="T29" fmla="*/ 282 h 317"/>
                      <a:gd name="T30" fmla="*/ 273 w 585"/>
                      <a:gd name="T31" fmla="*/ 304 h 317"/>
                      <a:gd name="T32" fmla="*/ 322 w 585"/>
                      <a:gd name="T33" fmla="*/ 313 h 317"/>
                      <a:gd name="T34" fmla="*/ 371 w 585"/>
                      <a:gd name="T35" fmla="*/ 286 h 317"/>
                      <a:gd name="T36" fmla="*/ 393 w 585"/>
                      <a:gd name="T37" fmla="*/ 282 h 317"/>
                      <a:gd name="T38" fmla="*/ 460 w 585"/>
                      <a:gd name="T39" fmla="*/ 291 h 317"/>
                      <a:gd name="T40" fmla="*/ 474 w 585"/>
                      <a:gd name="T41" fmla="*/ 291 h 317"/>
                      <a:gd name="T42" fmla="*/ 483 w 585"/>
                      <a:gd name="T43" fmla="*/ 299 h 317"/>
                      <a:gd name="T44" fmla="*/ 478 w 585"/>
                      <a:gd name="T45" fmla="*/ 237 h 317"/>
                      <a:gd name="T46" fmla="*/ 550 w 585"/>
                      <a:gd name="T47" fmla="*/ 201 h 317"/>
                      <a:gd name="T48" fmla="*/ 581 w 585"/>
                      <a:gd name="T49" fmla="*/ 152 h 317"/>
                      <a:gd name="T50" fmla="*/ 554 w 585"/>
                      <a:gd name="T51" fmla="*/ 143 h 317"/>
                      <a:gd name="T52" fmla="*/ 523 w 585"/>
                      <a:gd name="T53" fmla="*/ 112 h 317"/>
                      <a:gd name="T54" fmla="*/ 500 w 585"/>
                      <a:gd name="T55" fmla="*/ 116 h 317"/>
                      <a:gd name="T56" fmla="*/ 483 w 585"/>
                      <a:gd name="T57" fmla="*/ 116 h 317"/>
                      <a:gd name="T58" fmla="*/ 433 w 585"/>
                      <a:gd name="T59" fmla="*/ 27 h 317"/>
                      <a:gd name="T60" fmla="*/ 402 w 585"/>
                      <a:gd name="T61" fmla="*/ 49 h 317"/>
                      <a:gd name="T62" fmla="*/ 389 w 585"/>
                      <a:gd name="T63" fmla="*/ 40 h 317"/>
                      <a:gd name="T64" fmla="*/ 357 w 585"/>
                      <a:gd name="T65" fmla="*/ 36 h 317"/>
                      <a:gd name="T66" fmla="*/ 340 w 585"/>
                      <a:gd name="T67" fmla="*/ 9 h 317"/>
                      <a:gd name="T68" fmla="*/ 308 w 585"/>
                      <a:gd name="T69" fmla="*/ 18 h 317"/>
                      <a:gd name="T70" fmla="*/ 268 w 585"/>
                      <a:gd name="T71" fmla="*/ 22 h 317"/>
                      <a:gd name="T72" fmla="*/ 237 w 585"/>
                      <a:gd name="T73" fmla="*/ 36 h 317"/>
                      <a:gd name="T74" fmla="*/ 219 w 585"/>
                      <a:gd name="T75" fmla="*/ 49 h 317"/>
                      <a:gd name="T76" fmla="*/ 210 w 585"/>
                      <a:gd name="T77" fmla="*/ 63 h 317"/>
                      <a:gd name="T78" fmla="*/ 201 w 585"/>
                      <a:gd name="T79" fmla="*/ 94 h 317"/>
                      <a:gd name="T80" fmla="*/ 215 w 585"/>
                      <a:gd name="T81" fmla="*/ 116 h 317"/>
                      <a:gd name="T82" fmla="*/ 183 w 585"/>
                      <a:gd name="T83" fmla="*/ 116 h 317"/>
                      <a:gd name="T84" fmla="*/ 156 w 585"/>
                      <a:gd name="T85" fmla="*/ 112 h 317"/>
                      <a:gd name="T86" fmla="*/ 134 w 585"/>
                      <a:gd name="T87" fmla="*/ 121 h 317"/>
                      <a:gd name="T88" fmla="*/ 116 w 585"/>
                      <a:gd name="T89" fmla="*/ 121 h 317"/>
                      <a:gd name="T90" fmla="*/ 89 w 585"/>
                      <a:gd name="T91" fmla="*/ 103 h 317"/>
                      <a:gd name="T92" fmla="*/ 72 w 585"/>
                      <a:gd name="T93" fmla="*/ 98 h 317"/>
                      <a:gd name="T94" fmla="*/ 36 w 585"/>
                      <a:gd name="T95" fmla="*/ 121 h 317"/>
                      <a:gd name="T96" fmla="*/ 18 w 585"/>
                      <a:gd name="T97" fmla="*/ 125 h 317"/>
                      <a:gd name="T98" fmla="*/ 5 w 585"/>
                      <a:gd name="T99" fmla="*/ 152 h 31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</a:cxnLst>
                    <a:rect l="0" t="0" r="r" b="b"/>
                    <a:pathLst>
                      <a:path w="585" h="317">
                        <a:moveTo>
                          <a:pt x="5" y="156"/>
                        </a:moveTo>
                        <a:lnTo>
                          <a:pt x="0" y="170"/>
                        </a:lnTo>
                        <a:lnTo>
                          <a:pt x="9" y="174"/>
                        </a:lnTo>
                        <a:lnTo>
                          <a:pt x="9" y="179"/>
                        </a:lnTo>
                        <a:lnTo>
                          <a:pt x="13" y="188"/>
                        </a:lnTo>
                        <a:lnTo>
                          <a:pt x="13" y="179"/>
                        </a:lnTo>
                        <a:lnTo>
                          <a:pt x="22" y="183"/>
                        </a:lnTo>
                        <a:lnTo>
                          <a:pt x="31" y="197"/>
                        </a:lnTo>
                        <a:lnTo>
                          <a:pt x="36" y="201"/>
                        </a:lnTo>
                        <a:lnTo>
                          <a:pt x="31" y="201"/>
                        </a:lnTo>
                        <a:lnTo>
                          <a:pt x="27" y="206"/>
                        </a:lnTo>
                        <a:lnTo>
                          <a:pt x="36" y="206"/>
                        </a:lnTo>
                        <a:lnTo>
                          <a:pt x="36" y="206"/>
                        </a:lnTo>
                        <a:lnTo>
                          <a:pt x="49" y="201"/>
                        </a:lnTo>
                        <a:lnTo>
                          <a:pt x="67" y="192"/>
                        </a:lnTo>
                        <a:lnTo>
                          <a:pt x="81" y="192"/>
                        </a:lnTo>
                        <a:lnTo>
                          <a:pt x="103" y="201"/>
                        </a:lnTo>
                        <a:lnTo>
                          <a:pt x="98" y="224"/>
                        </a:lnTo>
                        <a:lnTo>
                          <a:pt x="98" y="232"/>
                        </a:lnTo>
                        <a:lnTo>
                          <a:pt x="76" y="232"/>
                        </a:lnTo>
                        <a:lnTo>
                          <a:pt x="67" y="232"/>
                        </a:lnTo>
                        <a:lnTo>
                          <a:pt x="67" y="241"/>
                        </a:lnTo>
                        <a:lnTo>
                          <a:pt x="72" y="241"/>
                        </a:lnTo>
                        <a:lnTo>
                          <a:pt x="72" y="250"/>
                        </a:lnTo>
                        <a:lnTo>
                          <a:pt x="54" y="250"/>
                        </a:lnTo>
                        <a:lnTo>
                          <a:pt x="54" y="255"/>
                        </a:lnTo>
                        <a:lnTo>
                          <a:pt x="63" y="255"/>
                        </a:lnTo>
                        <a:lnTo>
                          <a:pt x="67" y="277"/>
                        </a:lnTo>
                        <a:lnTo>
                          <a:pt x="76" y="277"/>
                        </a:lnTo>
                        <a:lnTo>
                          <a:pt x="81" y="286"/>
                        </a:lnTo>
                        <a:lnTo>
                          <a:pt x="89" y="286"/>
                        </a:lnTo>
                        <a:lnTo>
                          <a:pt x="85" y="295"/>
                        </a:lnTo>
                        <a:lnTo>
                          <a:pt x="89" y="304"/>
                        </a:lnTo>
                        <a:lnTo>
                          <a:pt x="89" y="299"/>
                        </a:lnTo>
                        <a:lnTo>
                          <a:pt x="98" y="295"/>
                        </a:lnTo>
                        <a:lnTo>
                          <a:pt x="112" y="291"/>
                        </a:lnTo>
                        <a:lnTo>
                          <a:pt x="121" y="299"/>
                        </a:lnTo>
                        <a:lnTo>
                          <a:pt x="125" y="308"/>
                        </a:lnTo>
                        <a:lnTo>
                          <a:pt x="130" y="313"/>
                        </a:lnTo>
                        <a:lnTo>
                          <a:pt x="134" y="313"/>
                        </a:lnTo>
                        <a:lnTo>
                          <a:pt x="134" y="241"/>
                        </a:lnTo>
                        <a:lnTo>
                          <a:pt x="174" y="228"/>
                        </a:lnTo>
                        <a:lnTo>
                          <a:pt x="174" y="219"/>
                        </a:lnTo>
                        <a:lnTo>
                          <a:pt x="183" y="224"/>
                        </a:lnTo>
                        <a:lnTo>
                          <a:pt x="183" y="210"/>
                        </a:lnTo>
                        <a:lnTo>
                          <a:pt x="192" y="215"/>
                        </a:lnTo>
                        <a:lnTo>
                          <a:pt x="197" y="206"/>
                        </a:lnTo>
                        <a:lnTo>
                          <a:pt x="210" y="206"/>
                        </a:lnTo>
                        <a:lnTo>
                          <a:pt x="219" y="206"/>
                        </a:lnTo>
                        <a:lnTo>
                          <a:pt x="210" y="224"/>
                        </a:lnTo>
                        <a:lnTo>
                          <a:pt x="215" y="237"/>
                        </a:lnTo>
                        <a:lnTo>
                          <a:pt x="223" y="241"/>
                        </a:lnTo>
                        <a:lnTo>
                          <a:pt x="215" y="246"/>
                        </a:lnTo>
                        <a:lnTo>
                          <a:pt x="215" y="255"/>
                        </a:lnTo>
                        <a:lnTo>
                          <a:pt x="215" y="255"/>
                        </a:lnTo>
                        <a:lnTo>
                          <a:pt x="223" y="268"/>
                        </a:lnTo>
                        <a:lnTo>
                          <a:pt x="255" y="268"/>
                        </a:lnTo>
                        <a:lnTo>
                          <a:pt x="259" y="264"/>
                        </a:lnTo>
                        <a:lnTo>
                          <a:pt x="268" y="273"/>
                        </a:lnTo>
                        <a:lnTo>
                          <a:pt x="273" y="282"/>
                        </a:lnTo>
                        <a:lnTo>
                          <a:pt x="277" y="282"/>
                        </a:lnTo>
                        <a:lnTo>
                          <a:pt x="277" y="295"/>
                        </a:lnTo>
                        <a:lnTo>
                          <a:pt x="273" y="295"/>
                        </a:lnTo>
                        <a:lnTo>
                          <a:pt x="273" y="304"/>
                        </a:lnTo>
                        <a:lnTo>
                          <a:pt x="286" y="304"/>
                        </a:lnTo>
                        <a:lnTo>
                          <a:pt x="286" y="313"/>
                        </a:lnTo>
                        <a:lnTo>
                          <a:pt x="317" y="317"/>
                        </a:lnTo>
                        <a:lnTo>
                          <a:pt x="322" y="313"/>
                        </a:lnTo>
                        <a:lnTo>
                          <a:pt x="340" y="295"/>
                        </a:lnTo>
                        <a:lnTo>
                          <a:pt x="353" y="291"/>
                        </a:lnTo>
                        <a:lnTo>
                          <a:pt x="357" y="286"/>
                        </a:lnTo>
                        <a:lnTo>
                          <a:pt x="371" y="286"/>
                        </a:lnTo>
                        <a:lnTo>
                          <a:pt x="384" y="295"/>
                        </a:lnTo>
                        <a:lnTo>
                          <a:pt x="389" y="295"/>
                        </a:lnTo>
                        <a:lnTo>
                          <a:pt x="389" y="282"/>
                        </a:lnTo>
                        <a:lnTo>
                          <a:pt x="393" y="282"/>
                        </a:lnTo>
                        <a:lnTo>
                          <a:pt x="407" y="286"/>
                        </a:lnTo>
                        <a:lnTo>
                          <a:pt x="411" y="291"/>
                        </a:lnTo>
                        <a:lnTo>
                          <a:pt x="429" y="286"/>
                        </a:lnTo>
                        <a:lnTo>
                          <a:pt x="460" y="291"/>
                        </a:lnTo>
                        <a:lnTo>
                          <a:pt x="469" y="286"/>
                        </a:lnTo>
                        <a:lnTo>
                          <a:pt x="474" y="286"/>
                        </a:lnTo>
                        <a:lnTo>
                          <a:pt x="469" y="291"/>
                        </a:lnTo>
                        <a:lnTo>
                          <a:pt x="474" y="291"/>
                        </a:lnTo>
                        <a:lnTo>
                          <a:pt x="474" y="295"/>
                        </a:lnTo>
                        <a:lnTo>
                          <a:pt x="483" y="295"/>
                        </a:lnTo>
                        <a:lnTo>
                          <a:pt x="483" y="299"/>
                        </a:lnTo>
                        <a:lnTo>
                          <a:pt x="483" y="299"/>
                        </a:lnTo>
                        <a:lnTo>
                          <a:pt x="491" y="273"/>
                        </a:lnTo>
                        <a:lnTo>
                          <a:pt x="487" y="250"/>
                        </a:lnTo>
                        <a:lnTo>
                          <a:pt x="478" y="246"/>
                        </a:lnTo>
                        <a:lnTo>
                          <a:pt x="478" y="237"/>
                        </a:lnTo>
                        <a:lnTo>
                          <a:pt x="514" y="237"/>
                        </a:lnTo>
                        <a:lnTo>
                          <a:pt x="509" y="228"/>
                        </a:lnTo>
                        <a:lnTo>
                          <a:pt x="523" y="197"/>
                        </a:lnTo>
                        <a:lnTo>
                          <a:pt x="550" y="201"/>
                        </a:lnTo>
                        <a:lnTo>
                          <a:pt x="563" y="192"/>
                        </a:lnTo>
                        <a:lnTo>
                          <a:pt x="563" y="174"/>
                        </a:lnTo>
                        <a:lnTo>
                          <a:pt x="572" y="165"/>
                        </a:lnTo>
                        <a:lnTo>
                          <a:pt x="581" y="152"/>
                        </a:lnTo>
                        <a:lnTo>
                          <a:pt x="585" y="152"/>
                        </a:lnTo>
                        <a:lnTo>
                          <a:pt x="585" y="148"/>
                        </a:lnTo>
                        <a:lnTo>
                          <a:pt x="563" y="143"/>
                        </a:lnTo>
                        <a:lnTo>
                          <a:pt x="554" y="143"/>
                        </a:lnTo>
                        <a:lnTo>
                          <a:pt x="550" y="130"/>
                        </a:lnTo>
                        <a:lnTo>
                          <a:pt x="545" y="134"/>
                        </a:lnTo>
                        <a:lnTo>
                          <a:pt x="532" y="116"/>
                        </a:lnTo>
                        <a:lnTo>
                          <a:pt x="523" y="112"/>
                        </a:lnTo>
                        <a:lnTo>
                          <a:pt x="518" y="112"/>
                        </a:lnTo>
                        <a:lnTo>
                          <a:pt x="514" y="116"/>
                        </a:lnTo>
                        <a:lnTo>
                          <a:pt x="509" y="121"/>
                        </a:lnTo>
                        <a:lnTo>
                          <a:pt x="500" y="116"/>
                        </a:lnTo>
                        <a:lnTo>
                          <a:pt x="500" y="107"/>
                        </a:lnTo>
                        <a:lnTo>
                          <a:pt x="491" y="107"/>
                        </a:lnTo>
                        <a:lnTo>
                          <a:pt x="487" y="112"/>
                        </a:lnTo>
                        <a:lnTo>
                          <a:pt x="483" y="116"/>
                        </a:lnTo>
                        <a:lnTo>
                          <a:pt x="451" y="63"/>
                        </a:lnTo>
                        <a:lnTo>
                          <a:pt x="433" y="40"/>
                        </a:lnTo>
                        <a:lnTo>
                          <a:pt x="438" y="31"/>
                        </a:lnTo>
                        <a:lnTo>
                          <a:pt x="433" y="27"/>
                        </a:lnTo>
                        <a:lnTo>
                          <a:pt x="424" y="31"/>
                        </a:lnTo>
                        <a:lnTo>
                          <a:pt x="416" y="36"/>
                        </a:lnTo>
                        <a:lnTo>
                          <a:pt x="411" y="40"/>
                        </a:lnTo>
                        <a:lnTo>
                          <a:pt x="402" y="49"/>
                        </a:lnTo>
                        <a:lnTo>
                          <a:pt x="393" y="45"/>
                        </a:lnTo>
                        <a:lnTo>
                          <a:pt x="384" y="49"/>
                        </a:lnTo>
                        <a:lnTo>
                          <a:pt x="384" y="45"/>
                        </a:lnTo>
                        <a:lnTo>
                          <a:pt x="389" y="40"/>
                        </a:lnTo>
                        <a:lnTo>
                          <a:pt x="375" y="36"/>
                        </a:lnTo>
                        <a:lnTo>
                          <a:pt x="371" y="40"/>
                        </a:lnTo>
                        <a:lnTo>
                          <a:pt x="371" y="31"/>
                        </a:lnTo>
                        <a:lnTo>
                          <a:pt x="357" y="36"/>
                        </a:lnTo>
                        <a:lnTo>
                          <a:pt x="353" y="31"/>
                        </a:lnTo>
                        <a:lnTo>
                          <a:pt x="353" y="22"/>
                        </a:lnTo>
                        <a:lnTo>
                          <a:pt x="349" y="9"/>
                        </a:lnTo>
                        <a:lnTo>
                          <a:pt x="340" y="9"/>
                        </a:lnTo>
                        <a:lnTo>
                          <a:pt x="322" y="5"/>
                        </a:lnTo>
                        <a:lnTo>
                          <a:pt x="317" y="9"/>
                        </a:lnTo>
                        <a:lnTo>
                          <a:pt x="313" y="0"/>
                        </a:lnTo>
                        <a:lnTo>
                          <a:pt x="308" y="18"/>
                        </a:lnTo>
                        <a:lnTo>
                          <a:pt x="304" y="13"/>
                        </a:lnTo>
                        <a:lnTo>
                          <a:pt x="299" y="18"/>
                        </a:lnTo>
                        <a:lnTo>
                          <a:pt x="277" y="22"/>
                        </a:lnTo>
                        <a:lnTo>
                          <a:pt x="268" y="22"/>
                        </a:lnTo>
                        <a:lnTo>
                          <a:pt x="264" y="27"/>
                        </a:lnTo>
                        <a:lnTo>
                          <a:pt x="264" y="22"/>
                        </a:lnTo>
                        <a:lnTo>
                          <a:pt x="246" y="31"/>
                        </a:lnTo>
                        <a:lnTo>
                          <a:pt x="237" y="36"/>
                        </a:lnTo>
                        <a:lnTo>
                          <a:pt x="215" y="36"/>
                        </a:lnTo>
                        <a:lnTo>
                          <a:pt x="210" y="40"/>
                        </a:lnTo>
                        <a:lnTo>
                          <a:pt x="206" y="49"/>
                        </a:lnTo>
                        <a:lnTo>
                          <a:pt x="219" y="49"/>
                        </a:lnTo>
                        <a:lnTo>
                          <a:pt x="210" y="54"/>
                        </a:lnTo>
                        <a:lnTo>
                          <a:pt x="219" y="54"/>
                        </a:lnTo>
                        <a:lnTo>
                          <a:pt x="223" y="63"/>
                        </a:lnTo>
                        <a:lnTo>
                          <a:pt x="210" y="63"/>
                        </a:lnTo>
                        <a:lnTo>
                          <a:pt x="201" y="67"/>
                        </a:lnTo>
                        <a:lnTo>
                          <a:pt x="206" y="76"/>
                        </a:lnTo>
                        <a:lnTo>
                          <a:pt x="192" y="85"/>
                        </a:lnTo>
                        <a:lnTo>
                          <a:pt x="201" y="94"/>
                        </a:lnTo>
                        <a:lnTo>
                          <a:pt x="206" y="103"/>
                        </a:lnTo>
                        <a:lnTo>
                          <a:pt x="215" y="103"/>
                        </a:lnTo>
                        <a:lnTo>
                          <a:pt x="215" y="112"/>
                        </a:lnTo>
                        <a:lnTo>
                          <a:pt x="215" y="116"/>
                        </a:lnTo>
                        <a:lnTo>
                          <a:pt x="201" y="121"/>
                        </a:lnTo>
                        <a:lnTo>
                          <a:pt x="192" y="112"/>
                        </a:lnTo>
                        <a:lnTo>
                          <a:pt x="183" y="125"/>
                        </a:lnTo>
                        <a:lnTo>
                          <a:pt x="183" y="116"/>
                        </a:lnTo>
                        <a:lnTo>
                          <a:pt x="179" y="112"/>
                        </a:lnTo>
                        <a:lnTo>
                          <a:pt x="174" y="107"/>
                        </a:lnTo>
                        <a:lnTo>
                          <a:pt x="165" y="107"/>
                        </a:lnTo>
                        <a:lnTo>
                          <a:pt x="156" y="112"/>
                        </a:lnTo>
                        <a:lnTo>
                          <a:pt x="152" y="107"/>
                        </a:lnTo>
                        <a:lnTo>
                          <a:pt x="143" y="107"/>
                        </a:lnTo>
                        <a:lnTo>
                          <a:pt x="139" y="116"/>
                        </a:lnTo>
                        <a:lnTo>
                          <a:pt x="134" y="121"/>
                        </a:lnTo>
                        <a:lnTo>
                          <a:pt x="125" y="116"/>
                        </a:lnTo>
                        <a:lnTo>
                          <a:pt x="121" y="116"/>
                        </a:lnTo>
                        <a:lnTo>
                          <a:pt x="121" y="121"/>
                        </a:lnTo>
                        <a:lnTo>
                          <a:pt x="116" y="121"/>
                        </a:lnTo>
                        <a:lnTo>
                          <a:pt x="112" y="116"/>
                        </a:lnTo>
                        <a:lnTo>
                          <a:pt x="107" y="103"/>
                        </a:lnTo>
                        <a:lnTo>
                          <a:pt x="94" y="98"/>
                        </a:lnTo>
                        <a:lnTo>
                          <a:pt x="89" y="103"/>
                        </a:lnTo>
                        <a:lnTo>
                          <a:pt x="85" y="94"/>
                        </a:lnTo>
                        <a:lnTo>
                          <a:pt x="76" y="98"/>
                        </a:lnTo>
                        <a:lnTo>
                          <a:pt x="72" y="103"/>
                        </a:lnTo>
                        <a:lnTo>
                          <a:pt x="72" y="98"/>
                        </a:lnTo>
                        <a:lnTo>
                          <a:pt x="67" y="94"/>
                        </a:lnTo>
                        <a:lnTo>
                          <a:pt x="63" y="103"/>
                        </a:lnTo>
                        <a:lnTo>
                          <a:pt x="45" y="116"/>
                        </a:lnTo>
                        <a:lnTo>
                          <a:pt x="36" y="121"/>
                        </a:lnTo>
                        <a:lnTo>
                          <a:pt x="31" y="116"/>
                        </a:lnTo>
                        <a:lnTo>
                          <a:pt x="36" y="134"/>
                        </a:lnTo>
                        <a:lnTo>
                          <a:pt x="31" y="139"/>
                        </a:lnTo>
                        <a:lnTo>
                          <a:pt x="18" y="125"/>
                        </a:lnTo>
                        <a:lnTo>
                          <a:pt x="13" y="125"/>
                        </a:lnTo>
                        <a:lnTo>
                          <a:pt x="13" y="139"/>
                        </a:lnTo>
                        <a:lnTo>
                          <a:pt x="9" y="139"/>
                        </a:lnTo>
                        <a:lnTo>
                          <a:pt x="5" y="152"/>
                        </a:lnTo>
                        <a:lnTo>
                          <a:pt x="5" y="156"/>
                        </a:lnTo>
                        <a:close/>
                      </a:path>
                    </a:pathLst>
                  </a:custGeom>
                  <a:grpFill/>
                  <a:ln w="9525" cmpd="sng">
                    <a:solidFill>
                      <a:schemeClr val="bg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dirty="0">
                      <a:latin typeface="Delivery" panose="020F0503020204020204" pitchFamily="34" charset="0"/>
                    </a:endParaRPr>
                  </a:p>
                </p:txBody>
              </p:sp>
              <p:sp>
                <p:nvSpPr>
                  <p:cNvPr id="473" name="Freeform 130">
                    <a:extLst>
                      <a:ext uri="{FF2B5EF4-FFF2-40B4-BE49-F238E27FC236}">
                        <a16:creationId xmlns:a16="http://schemas.microsoft.com/office/drawing/2014/main" id="{310BF144-DBE9-1A7C-4130-8D8A7C93C8D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gray">
                  <a:xfrm>
                    <a:off x="3183" y="2270"/>
                    <a:ext cx="62" cy="67"/>
                  </a:xfrm>
                  <a:custGeom>
                    <a:avLst/>
                    <a:gdLst>
                      <a:gd name="T0" fmla="*/ 0 w 62"/>
                      <a:gd name="T1" fmla="*/ 62 h 67"/>
                      <a:gd name="T2" fmla="*/ 0 w 62"/>
                      <a:gd name="T3" fmla="*/ 67 h 67"/>
                      <a:gd name="T4" fmla="*/ 22 w 62"/>
                      <a:gd name="T5" fmla="*/ 67 h 67"/>
                      <a:gd name="T6" fmla="*/ 27 w 62"/>
                      <a:gd name="T7" fmla="*/ 58 h 67"/>
                      <a:gd name="T8" fmla="*/ 40 w 62"/>
                      <a:gd name="T9" fmla="*/ 49 h 67"/>
                      <a:gd name="T10" fmla="*/ 36 w 62"/>
                      <a:gd name="T11" fmla="*/ 31 h 67"/>
                      <a:gd name="T12" fmla="*/ 62 w 62"/>
                      <a:gd name="T13" fmla="*/ 18 h 67"/>
                      <a:gd name="T14" fmla="*/ 53 w 62"/>
                      <a:gd name="T15" fmla="*/ 0 h 67"/>
                      <a:gd name="T16" fmla="*/ 49 w 62"/>
                      <a:gd name="T17" fmla="*/ 0 h 67"/>
                      <a:gd name="T18" fmla="*/ 44 w 62"/>
                      <a:gd name="T19" fmla="*/ 4 h 67"/>
                      <a:gd name="T20" fmla="*/ 27 w 62"/>
                      <a:gd name="T21" fmla="*/ 18 h 67"/>
                      <a:gd name="T22" fmla="*/ 13 w 62"/>
                      <a:gd name="T23" fmla="*/ 9 h 67"/>
                      <a:gd name="T24" fmla="*/ 4 w 62"/>
                      <a:gd name="T25" fmla="*/ 18 h 67"/>
                      <a:gd name="T26" fmla="*/ 4 w 62"/>
                      <a:gd name="T27" fmla="*/ 18 h 67"/>
                      <a:gd name="T28" fmla="*/ 9 w 62"/>
                      <a:gd name="T29" fmla="*/ 22 h 67"/>
                      <a:gd name="T30" fmla="*/ 9 w 62"/>
                      <a:gd name="T31" fmla="*/ 36 h 67"/>
                      <a:gd name="T32" fmla="*/ 4 w 62"/>
                      <a:gd name="T33" fmla="*/ 58 h 67"/>
                      <a:gd name="T34" fmla="*/ 0 w 62"/>
                      <a:gd name="T35" fmla="*/ 62 h 6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</a:cxnLst>
                    <a:rect l="0" t="0" r="r" b="b"/>
                    <a:pathLst>
                      <a:path w="62" h="67">
                        <a:moveTo>
                          <a:pt x="0" y="62"/>
                        </a:moveTo>
                        <a:lnTo>
                          <a:pt x="0" y="67"/>
                        </a:lnTo>
                        <a:lnTo>
                          <a:pt x="22" y="67"/>
                        </a:lnTo>
                        <a:lnTo>
                          <a:pt x="27" y="58"/>
                        </a:lnTo>
                        <a:lnTo>
                          <a:pt x="40" y="49"/>
                        </a:lnTo>
                        <a:lnTo>
                          <a:pt x="36" y="31"/>
                        </a:lnTo>
                        <a:lnTo>
                          <a:pt x="62" y="18"/>
                        </a:lnTo>
                        <a:lnTo>
                          <a:pt x="53" y="0"/>
                        </a:lnTo>
                        <a:lnTo>
                          <a:pt x="49" y="0"/>
                        </a:lnTo>
                        <a:lnTo>
                          <a:pt x="44" y="4"/>
                        </a:lnTo>
                        <a:lnTo>
                          <a:pt x="27" y="18"/>
                        </a:lnTo>
                        <a:lnTo>
                          <a:pt x="13" y="9"/>
                        </a:lnTo>
                        <a:lnTo>
                          <a:pt x="4" y="18"/>
                        </a:lnTo>
                        <a:lnTo>
                          <a:pt x="4" y="18"/>
                        </a:lnTo>
                        <a:lnTo>
                          <a:pt x="9" y="22"/>
                        </a:lnTo>
                        <a:lnTo>
                          <a:pt x="9" y="36"/>
                        </a:lnTo>
                        <a:lnTo>
                          <a:pt x="4" y="58"/>
                        </a:lnTo>
                        <a:lnTo>
                          <a:pt x="0" y="62"/>
                        </a:lnTo>
                        <a:close/>
                      </a:path>
                    </a:pathLst>
                  </a:custGeom>
                  <a:grpFill/>
                  <a:ln w="9525" cmpd="sng">
                    <a:solidFill>
                      <a:schemeClr val="bg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dirty="0">
                      <a:latin typeface="Delivery" panose="020F0503020204020204" pitchFamily="34" charset="0"/>
                    </a:endParaRPr>
                  </a:p>
                </p:txBody>
              </p:sp>
              <p:sp>
                <p:nvSpPr>
                  <p:cNvPr id="474" name="Freeform 131">
                    <a:extLst>
                      <a:ext uri="{FF2B5EF4-FFF2-40B4-BE49-F238E27FC236}">
                        <a16:creationId xmlns:a16="http://schemas.microsoft.com/office/drawing/2014/main" id="{E73023BA-1815-753F-9D95-58A252689C0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gray">
                  <a:xfrm>
                    <a:off x="4456" y="2082"/>
                    <a:ext cx="94" cy="107"/>
                  </a:xfrm>
                  <a:custGeom>
                    <a:avLst/>
                    <a:gdLst>
                      <a:gd name="T0" fmla="*/ 0 w 94"/>
                      <a:gd name="T1" fmla="*/ 67 h 107"/>
                      <a:gd name="T2" fmla="*/ 4 w 94"/>
                      <a:gd name="T3" fmla="*/ 67 h 107"/>
                      <a:gd name="T4" fmla="*/ 4 w 94"/>
                      <a:gd name="T5" fmla="*/ 72 h 107"/>
                      <a:gd name="T6" fmla="*/ 13 w 94"/>
                      <a:gd name="T7" fmla="*/ 72 h 107"/>
                      <a:gd name="T8" fmla="*/ 22 w 94"/>
                      <a:gd name="T9" fmla="*/ 72 h 107"/>
                      <a:gd name="T10" fmla="*/ 18 w 94"/>
                      <a:gd name="T11" fmla="*/ 85 h 107"/>
                      <a:gd name="T12" fmla="*/ 22 w 94"/>
                      <a:gd name="T13" fmla="*/ 85 h 107"/>
                      <a:gd name="T14" fmla="*/ 13 w 94"/>
                      <a:gd name="T15" fmla="*/ 90 h 107"/>
                      <a:gd name="T16" fmla="*/ 9 w 94"/>
                      <a:gd name="T17" fmla="*/ 98 h 107"/>
                      <a:gd name="T18" fmla="*/ 13 w 94"/>
                      <a:gd name="T19" fmla="*/ 103 h 107"/>
                      <a:gd name="T20" fmla="*/ 22 w 94"/>
                      <a:gd name="T21" fmla="*/ 107 h 107"/>
                      <a:gd name="T22" fmla="*/ 27 w 94"/>
                      <a:gd name="T23" fmla="*/ 103 h 107"/>
                      <a:gd name="T24" fmla="*/ 36 w 94"/>
                      <a:gd name="T25" fmla="*/ 98 h 107"/>
                      <a:gd name="T26" fmla="*/ 45 w 94"/>
                      <a:gd name="T27" fmla="*/ 98 h 107"/>
                      <a:gd name="T28" fmla="*/ 62 w 94"/>
                      <a:gd name="T29" fmla="*/ 90 h 107"/>
                      <a:gd name="T30" fmla="*/ 62 w 94"/>
                      <a:gd name="T31" fmla="*/ 85 h 107"/>
                      <a:gd name="T32" fmla="*/ 49 w 94"/>
                      <a:gd name="T33" fmla="*/ 81 h 107"/>
                      <a:gd name="T34" fmla="*/ 49 w 94"/>
                      <a:gd name="T35" fmla="*/ 76 h 107"/>
                      <a:gd name="T36" fmla="*/ 58 w 94"/>
                      <a:gd name="T37" fmla="*/ 63 h 107"/>
                      <a:gd name="T38" fmla="*/ 71 w 94"/>
                      <a:gd name="T39" fmla="*/ 58 h 107"/>
                      <a:gd name="T40" fmla="*/ 80 w 94"/>
                      <a:gd name="T41" fmla="*/ 49 h 107"/>
                      <a:gd name="T42" fmla="*/ 85 w 94"/>
                      <a:gd name="T43" fmla="*/ 40 h 107"/>
                      <a:gd name="T44" fmla="*/ 85 w 94"/>
                      <a:gd name="T45" fmla="*/ 22 h 107"/>
                      <a:gd name="T46" fmla="*/ 94 w 94"/>
                      <a:gd name="T47" fmla="*/ 14 h 107"/>
                      <a:gd name="T48" fmla="*/ 85 w 94"/>
                      <a:gd name="T49" fmla="*/ 0 h 107"/>
                      <a:gd name="T50" fmla="*/ 76 w 94"/>
                      <a:gd name="T51" fmla="*/ 9 h 107"/>
                      <a:gd name="T52" fmla="*/ 62 w 94"/>
                      <a:gd name="T53" fmla="*/ 22 h 107"/>
                      <a:gd name="T54" fmla="*/ 62 w 94"/>
                      <a:gd name="T55" fmla="*/ 36 h 107"/>
                      <a:gd name="T56" fmla="*/ 45 w 94"/>
                      <a:gd name="T57" fmla="*/ 27 h 107"/>
                      <a:gd name="T58" fmla="*/ 40 w 94"/>
                      <a:gd name="T59" fmla="*/ 31 h 107"/>
                      <a:gd name="T60" fmla="*/ 27 w 94"/>
                      <a:gd name="T61" fmla="*/ 49 h 107"/>
                      <a:gd name="T62" fmla="*/ 22 w 94"/>
                      <a:gd name="T63" fmla="*/ 49 h 107"/>
                      <a:gd name="T64" fmla="*/ 0 w 94"/>
                      <a:gd name="T65" fmla="*/ 63 h 107"/>
                      <a:gd name="T66" fmla="*/ 0 w 94"/>
                      <a:gd name="T67" fmla="*/ 67 h 10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</a:cxnLst>
                    <a:rect l="0" t="0" r="r" b="b"/>
                    <a:pathLst>
                      <a:path w="94" h="107">
                        <a:moveTo>
                          <a:pt x="0" y="67"/>
                        </a:moveTo>
                        <a:lnTo>
                          <a:pt x="4" y="67"/>
                        </a:lnTo>
                        <a:lnTo>
                          <a:pt x="4" y="72"/>
                        </a:lnTo>
                        <a:lnTo>
                          <a:pt x="13" y="72"/>
                        </a:lnTo>
                        <a:lnTo>
                          <a:pt x="22" y="72"/>
                        </a:lnTo>
                        <a:lnTo>
                          <a:pt x="18" y="85"/>
                        </a:lnTo>
                        <a:lnTo>
                          <a:pt x="22" y="85"/>
                        </a:lnTo>
                        <a:lnTo>
                          <a:pt x="13" y="90"/>
                        </a:lnTo>
                        <a:lnTo>
                          <a:pt x="9" y="98"/>
                        </a:lnTo>
                        <a:lnTo>
                          <a:pt x="13" y="103"/>
                        </a:lnTo>
                        <a:lnTo>
                          <a:pt x="22" y="107"/>
                        </a:lnTo>
                        <a:lnTo>
                          <a:pt x="27" y="103"/>
                        </a:lnTo>
                        <a:lnTo>
                          <a:pt x="36" y="98"/>
                        </a:lnTo>
                        <a:lnTo>
                          <a:pt x="45" y="98"/>
                        </a:lnTo>
                        <a:lnTo>
                          <a:pt x="62" y="90"/>
                        </a:lnTo>
                        <a:lnTo>
                          <a:pt x="62" y="85"/>
                        </a:lnTo>
                        <a:lnTo>
                          <a:pt x="49" y="81"/>
                        </a:lnTo>
                        <a:lnTo>
                          <a:pt x="49" y="76"/>
                        </a:lnTo>
                        <a:lnTo>
                          <a:pt x="58" y="63"/>
                        </a:lnTo>
                        <a:lnTo>
                          <a:pt x="71" y="58"/>
                        </a:lnTo>
                        <a:lnTo>
                          <a:pt x="80" y="49"/>
                        </a:lnTo>
                        <a:lnTo>
                          <a:pt x="85" y="40"/>
                        </a:lnTo>
                        <a:lnTo>
                          <a:pt x="85" y="22"/>
                        </a:lnTo>
                        <a:lnTo>
                          <a:pt x="94" y="14"/>
                        </a:lnTo>
                        <a:lnTo>
                          <a:pt x="85" y="0"/>
                        </a:lnTo>
                        <a:lnTo>
                          <a:pt x="76" y="9"/>
                        </a:lnTo>
                        <a:lnTo>
                          <a:pt x="62" y="22"/>
                        </a:lnTo>
                        <a:lnTo>
                          <a:pt x="62" y="36"/>
                        </a:lnTo>
                        <a:lnTo>
                          <a:pt x="45" y="27"/>
                        </a:lnTo>
                        <a:lnTo>
                          <a:pt x="40" y="31"/>
                        </a:lnTo>
                        <a:lnTo>
                          <a:pt x="27" y="49"/>
                        </a:lnTo>
                        <a:lnTo>
                          <a:pt x="22" y="49"/>
                        </a:lnTo>
                        <a:lnTo>
                          <a:pt x="0" y="63"/>
                        </a:lnTo>
                        <a:lnTo>
                          <a:pt x="0" y="67"/>
                        </a:lnTo>
                        <a:close/>
                      </a:path>
                    </a:pathLst>
                  </a:custGeom>
                  <a:grpFill/>
                  <a:ln w="9525" cmpd="sng">
                    <a:solidFill>
                      <a:schemeClr val="bg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dirty="0">
                      <a:latin typeface="Delivery" panose="020F0503020204020204" pitchFamily="34" charset="0"/>
                    </a:endParaRPr>
                  </a:p>
                </p:txBody>
              </p:sp>
              <p:sp>
                <p:nvSpPr>
                  <p:cNvPr id="475" name="Freeform 132">
                    <a:extLst>
                      <a:ext uri="{FF2B5EF4-FFF2-40B4-BE49-F238E27FC236}">
                        <a16:creationId xmlns:a16="http://schemas.microsoft.com/office/drawing/2014/main" id="{BBD4692B-3541-4A4C-6B9B-FE6F496EAF4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gray">
                  <a:xfrm>
                    <a:off x="4483" y="2172"/>
                    <a:ext cx="49" cy="75"/>
                  </a:xfrm>
                  <a:custGeom>
                    <a:avLst/>
                    <a:gdLst>
                      <a:gd name="T0" fmla="*/ 9 w 49"/>
                      <a:gd name="T1" fmla="*/ 8 h 75"/>
                      <a:gd name="T2" fmla="*/ 4 w 49"/>
                      <a:gd name="T3" fmla="*/ 17 h 75"/>
                      <a:gd name="T4" fmla="*/ 9 w 49"/>
                      <a:gd name="T5" fmla="*/ 31 h 75"/>
                      <a:gd name="T6" fmla="*/ 0 w 49"/>
                      <a:gd name="T7" fmla="*/ 31 h 75"/>
                      <a:gd name="T8" fmla="*/ 0 w 49"/>
                      <a:gd name="T9" fmla="*/ 35 h 75"/>
                      <a:gd name="T10" fmla="*/ 4 w 49"/>
                      <a:gd name="T11" fmla="*/ 44 h 75"/>
                      <a:gd name="T12" fmla="*/ 4 w 49"/>
                      <a:gd name="T13" fmla="*/ 35 h 75"/>
                      <a:gd name="T14" fmla="*/ 4 w 49"/>
                      <a:gd name="T15" fmla="*/ 53 h 75"/>
                      <a:gd name="T16" fmla="*/ 9 w 49"/>
                      <a:gd name="T17" fmla="*/ 53 h 75"/>
                      <a:gd name="T18" fmla="*/ 4 w 49"/>
                      <a:gd name="T19" fmla="*/ 62 h 75"/>
                      <a:gd name="T20" fmla="*/ 4 w 49"/>
                      <a:gd name="T21" fmla="*/ 75 h 75"/>
                      <a:gd name="T22" fmla="*/ 13 w 49"/>
                      <a:gd name="T23" fmla="*/ 75 h 75"/>
                      <a:gd name="T24" fmla="*/ 18 w 49"/>
                      <a:gd name="T25" fmla="*/ 71 h 75"/>
                      <a:gd name="T26" fmla="*/ 22 w 49"/>
                      <a:gd name="T27" fmla="*/ 75 h 75"/>
                      <a:gd name="T28" fmla="*/ 26 w 49"/>
                      <a:gd name="T29" fmla="*/ 71 h 75"/>
                      <a:gd name="T30" fmla="*/ 26 w 49"/>
                      <a:gd name="T31" fmla="*/ 67 h 75"/>
                      <a:gd name="T32" fmla="*/ 35 w 49"/>
                      <a:gd name="T33" fmla="*/ 71 h 75"/>
                      <a:gd name="T34" fmla="*/ 35 w 49"/>
                      <a:gd name="T35" fmla="*/ 58 h 75"/>
                      <a:gd name="T36" fmla="*/ 40 w 49"/>
                      <a:gd name="T37" fmla="*/ 62 h 75"/>
                      <a:gd name="T38" fmla="*/ 49 w 49"/>
                      <a:gd name="T39" fmla="*/ 53 h 75"/>
                      <a:gd name="T40" fmla="*/ 49 w 49"/>
                      <a:gd name="T41" fmla="*/ 26 h 75"/>
                      <a:gd name="T42" fmla="*/ 35 w 49"/>
                      <a:gd name="T43" fmla="*/ 0 h 75"/>
                      <a:gd name="T44" fmla="*/ 18 w 49"/>
                      <a:gd name="T45" fmla="*/ 8 h 75"/>
                      <a:gd name="T46" fmla="*/ 9 w 49"/>
                      <a:gd name="T47" fmla="*/ 8 h 7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</a:cxnLst>
                    <a:rect l="0" t="0" r="r" b="b"/>
                    <a:pathLst>
                      <a:path w="49" h="75">
                        <a:moveTo>
                          <a:pt x="9" y="8"/>
                        </a:moveTo>
                        <a:lnTo>
                          <a:pt x="4" y="17"/>
                        </a:lnTo>
                        <a:lnTo>
                          <a:pt x="9" y="31"/>
                        </a:lnTo>
                        <a:lnTo>
                          <a:pt x="0" y="31"/>
                        </a:lnTo>
                        <a:lnTo>
                          <a:pt x="0" y="35"/>
                        </a:lnTo>
                        <a:lnTo>
                          <a:pt x="4" y="44"/>
                        </a:lnTo>
                        <a:lnTo>
                          <a:pt x="4" y="35"/>
                        </a:lnTo>
                        <a:lnTo>
                          <a:pt x="4" y="53"/>
                        </a:lnTo>
                        <a:lnTo>
                          <a:pt x="9" y="53"/>
                        </a:lnTo>
                        <a:lnTo>
                          <a:pt x="4" y="62"/>
                        </a:lnTo>
                        <a:lnTo>
                          <a:pt x="4" y="75"/>
                        </a:lnTo>
                        <a:lnTo>
                          <a:pt x="13" y="75"/>
                        </a:lnTo>
                        <a:lnTo>
                          <a:pt x="18" y="71"/>
                        </a:lnTo>
                        <a:lnTo>
                          <a:pt x="22" y="75"/>
                        </a:lnTo>
                        <a:lnTo>
                          <a:pt x="26" y="71"/>
                        </a:lnTo>
                        <a:lnTo>
                          <a:pt x="26" y="67"/>
                        </a:lnTo>
                        <a:lnTo>
                          <a:pt x="35" y="71"/>
                        </a:lnTo>
                        <a:lnTo>
                          <a:pt x="35" y="58"/>
                        </a:lnTo>
                        <a:lnTo>
                          <a:pt x="40" y="62"/>
                        </a:lnTo>
                        <a:lnTo>
                          <a:pt x="49" y="53"/>
                        </a:lnTo>
                        <a:lnTo>
                          <a:pt x="49" y="26"/>
                        </a:lnTo>
                        <a:lnTo>
                          <a:pt x="35" y="0"/>
                        </a:lnTo>
                        <a:lnTo>
                          <a:pt x="18" y="8"/>
                        </a:lnTo>
                        <a:lnTo>
                          <a:pt x="9" y="8"/>
                        </a:lnTo>
                        <a:close/>
                      </a:path>
                    </a:pathLst>
                  </a:custGeom>
                  <a:grpFill/>
                  <a:ln w="9525" cmpd="sng">
                    <a:solidFill>
                      <a:schemeClr val="bg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dirty="0">
                      <a:latin typeface="Delivery" panose="020F0503020204020204" pitchFamily="34" charset="0"/>
                    </a:endParaRPr>
                  </a:p>
                </p:txBody>
              </p:sp>
              <p:sp>
                <p:nvSpPr>
                  <p:cNvPr id="476" name="Freeform 133">
                    <a:extLst>
                      <a:ext uri="{FF2B5EF4-FFF2-40B4-BE49-F238E27FC236}">
                        <a16:creationId xmlns:a16="http://schemas.microsoft.com/office/drawing/2014/main" id="{24943D5B-230B-FAA5-A311-A0E48C54AA0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gray">
                  <a:xfrm>
                    <a:off x="3348" y="2323"/>
                    <a:ext cx="31" cy="27"/>
                  </a:xfrm>
                  <a:custGeom>
                    <a:avLst/>
                    <a:gdLst>
                      <a:gd name="T0" fmla="*/ 0 w 31"/>
                      <a:gd name="T1" fmla="*/ 18 h 27"/>
                      <a:gd name="T2" fmla="*/ 13 w 31"/>
                      <a:gd name="T3" fmla="*/ 23 h 27"/>
                      <a:gd name="T4" fmla="*/ 18 w 31"/>
                      <a:gd name="T5" fmla="*/ 27 h 27"/>
                      <a:gd name="T6" fmla="*/ 31 w 31"/>
                      <a:gd name="T7" fmla="*/ 23 h 27"/>
                      <a:gd name="T8" fmla="*/ 27 w 31"/>
                      <a:gd name="T9" fmla="*/ 14 h 27"/>
                      <a:gd name="T10" fmla="*/ 18 w 31"/>
                      <a:gd name="T11" fmla="*/ 14 h 27"/>
                      <a:gd name="T12" fmla="*/ 18 w 31"/>
                      <a:gd name="T13" fmla="*/ 9 h 27"/>
                      <a:gd name="T14" fmla="*/ 22 w 31"/>
                      <a:gd name="T15" fmla="*/ 5 h 27"/>
                      <a:gd name="T16" fmla="*/ 22 w 31"/>
                      <a:gd name="T17" fmla="*/ 0 h 27"/>
                      <a:gd name="T18" fmla="*/ 9 w 31"/>
                      <a:gd name="T19" fmla="*/ 5 h 27"/>
                      <a:gd name="T20" fmla="*/ 9 w 31"/>
                      <a:gd name="T21" fmla="*/ 14 h 27"/>
                      <a:gd name="T22" fmla="*/ 0 w 31"/>
                      <a:gd name="T23" fmla="*/ 18 h 2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</a:cxnLst>
                    <a:rect l="0" t="0" r="r" b="b"/>
                    <a:pathLst>
                      <a:path w="31" h="27">
                        <a:moveTo>
                          <a:pt x="0" y="18"/>
                        </a:moveTo>
                        <a:lnTo>
                          <a:pt x="13" y="23"/>
                        </a:lnTo>
                        <a:lnTo>
                          <a:pt x="18" y="27"/>
                        </a:lnTo>
                        <a:lnTo>
                          <a:pt x="31" y="23"/>
                        </a:lnTo>
                        <a:lnTo>
                          <a:pt x="27" y="14"/>
                        </a:lnTo>
                        <a:lnTo>
                          <a:pt x="18" y="14"/>
                        </a:lnTo>
                        <a:lnTo>
                          <a:pt x="18" y="9"/>
                        </a:lnTo>
                        <a:lnTo>
                          <a:pt x="22" y="5"/>
                        </a:lnTo>
                        <a:lnTo>
                          <a:pt x="22" y="0"/>
                        </a:lnTo>
                        <a:lnTo>
                          <a:pt x="9" y="5"/>
                        </a:lnTo>
                        <a:lnTo>
                          <a:pt x="9" y="14"/>
                        </a:lnTo>
                        <a:lnTo>
                          <a:pt x="0" y="18"/>
                        </a:lnTo>
                        <a:close/>
                      </a:path>
                    </a:pathLst>
                  </a:custGeom>
                  <a:grpFill/>
                  <a:ln w="9525" cmpd="sng">
                    <a:solidFill>
                      <a:schemeClr val="bg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dirty="0">
                      <a:latin typeface="Delivery" panose="020F0503020204020204" pitchFamily="34" charset="0"/>
                    </a:endParaRPr>
                  </a:p>
                </p:txBody>
              </p:sp>
              <p:sp>
                <p:nvSpPr>
                  <p:cNvPr id="477" name="Freeform 134">
                    <a:extLst>
                      <a:ext uri="{FF2B5EF4-FFF2-40B4-BE49-F238E27FC236}">
                        <a16:creationId xmlns:a16="http://schemas.microsoft.com/office/drawing/2014/main" id="{1C816FC0-A339-16DD-5BB7-1EE6B7EC81E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gray">
                  <a:xfrm>
                    <a:off x="3674" y="2087"/>
                    <a:ext cx="157" cy="71"/>
                  </a:xfrm>
                  <a:custGeom>
                    <a:avLst/>
                    <a:gdLst>
                      <a:gd name="T0" fmla="*/ 23 w 157"/>
                      <a:gd name="T1" fmla="*/ 58 h 71"/>
                      <a:gd name="T2" fmla="*/ 18 w 157"/>
                      <a:gd name="T3" fmla="*/ 62 h 71"/>
                      <a:gd name="T4" fmla="*/ 14 w 157"/>
                      <a:gd name="T5" fmla="*/ 53 h 71"/>
                      <a:gd name="T6" fmla="*/ 5 w 157"/>
                      <a:gd name="T7" fmla="*/ 58 h 71"/>
                      <a:gd name="T8" fmla="*/ 0 w 157"/>
                      <a:gd name="T9" fmla="*/ 67 h 71"/>
                      <a:gd name="T10" fmla="*/ 18 w 157"/>
                      <a:gd name="T11" fmla="*/ 67 h 71"/>
                      <a:gd name="T12" fmla="*/ 27 w 157"/>
                      <a:gd name="T13" fmla="*/ 71 h 71"/>
                      <a:gd name="T14" fmla="*/ 36 w 157"/>
                      <a:gd name="T15" fmla="*/ 67 h 71"/>
                      <a:gd name="T16" fmla="*/ 49 w 157"/>
                      <a:gd name="T17" fmla="*/ 71 h 71"/>
                      <a:gd name="T18" fmla="*/ 63 w 157"/>
                      <a:gd name="T19" fmla="*/ 67 h 71"/>
                      <a:gd name="T20" fmla="*/ 76 w 157"/>
                      <a:gd name="T21" fmla="*/ 53 h 71"/>
                      <a:gd name="T22" fmla="*/ 90 w 157"/>
                      <a:gd name="T23" fmla="*/ 44 h 71"/>
                      <a:gd name="T24" fmla="*/ 107 w 157"/>
                      <a:gd name="T25" fmla="*/ 40 h 71"/>
                      <a:gd name="T26" fmla="*/ 143 w 157"/>
                      <a:gd name="T27" fmla="*/ 26 h 71"/>
                      <a:gd name="T28" fmla="*/ 157 w 157"/>
                      <a:gd name="T29" fmla="*/ 17 h 71"/>
                      <a:gd name="T30" fmla="*/ 157 w 157"/>
                      <a:gd name="T31" fmla="*/ 13 h 71"/>
                      <a:gd name="T32" fmla="*/ 148 w 157"/>
                      <a:gd name="T33" fmla="*/ 9 h 71"/>
                      <a:gd name="T34" fmla="*/ 148 w 157"/>
                      <a:gd name="T35" fmla="*/ 4 h 71"/>
                      <a:gd name="T36" fmla="*/ 134 w 157"/>
                      <a:gd name="T37" fmla="*/ 9 h 71"/>
                      <a:gd name="T38" fmla="*/ 85 w 157"/>
                      <a:gd name="T39" fmla="*/ 9 h 71"/>
                      <a:gd name="T40" fmla="*/ 67 w 157"/>
                      <a:gd name="T41" fmla="*/ 0 h 71"/>
                      <a:gd name="T42" fmla="*/ 63 w 157"/>
                      <a:gd name="T43" fmla="*/ 13 h 71"/>
                      <a:gd name="T44" fmla="*/ 45 w 157"/>
                      <a:gd name="T45" fmla="*/ 4 h 71"/>
                      <a:gd name="T46" fmla="*/ 27 w 157"/>
                      <a:gd name="T47" fmla="*/ 9 h 71"/>
                      <a:gd name="T48" fmla="*/ 31 w 157"/>
                      <a:gd name="T49" fmla="*/ 17 h 71"/>
                      <a:gd name="T50" fmla="*/ 18 w 157"/>
                      <a:gd name="T51" fmla="*/ 31 h 71"/>
                      <a:gd name="T52" fmla="*/ 23 w 157"/>
                      <a:gd name="T53" fmla="*/ 35 h 71"/>
                      <a:gd name="T54" fmla="*/ 40 w 157"/>
                      <a:gd name="T55" fmla="*/ 35 h 71"/>
                      <a:gd name="T56" fmla="*/ 58 w 157"/>
                      <a:gd name="T57" fmla="*/ 40 h 71"/>
                      <a:gd name="T58" fmla="*/ 54 w 157"/>
                      <a:gd name="T59" fmla="*/ 49 h 71"/>
                      <a:gd name="T60" fmla="*/ 45 w 157"/>
                      <a:gd name="T61" fmla="*/ 49 h 71"/>
                      <a:gd name="T62" fmla="*/ 31 w 157"/>
                      <a:gd name="T63" fmla="*/ 49 h 71"/>
                      <a:gd name="T64" fmla="*/ 31 w 157"/>
                      <a:gd name="T65" fmla="*/ 62 h 71"/>
                      <a:gd name="T66" fmla="*/ 27 w 157"/>
                      <a:gd name="T67" fmla="*/ 53 h 7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</a:cxnLst>
                    <a:rect l="0" t="0" r="r" b="b"/>
                    <a:pathLst>
                      <a:path w="157" h="71">
                        <a:moveTo>
                          <a:pt x="27" y="53"/>
                        </a:moveTo>
                        <a:lnTo>
                          <a:pt x="23" y="58"/>
                        </a:lnTo>
                        <a:lnTo>
                          <a:pt x="23" y="62"/>
                        </a:lnTo>
                        <a:lnTo>
                          <a:pt x="18" y="62"/>
                        </a:lnTo>
                        <a:lnTo>
                          <a:pt x="18" y="58"/>
                        </a:lnTo>
                        <a:lnTo>
                          <a:pt x="14" y="53"/>
                        </a:lnTo>
                        <a:lnTo>
                          <a:pt x="5" y="53"/>
                        </a:lnTo>
                        <a:lnTo>
                          <a:pt x="5" y="58"/>
                        </a:lnTo>
                        <a:lnTo>
                          <a:pt x="0" y="62"/>
                        </a:lnTo>
                        <a:lnTo>
                          <a:pt x="0" y="67"/>
                        </a:lnTo>
                        <a:lnTo>
                          <a:pt x="14" y="67"/>
                        </a:lnTo>
                        <a:lnTo>
                          <a:pt x="18" y="67"/>
                        </a:lnTo>
                        <a:lnTo>
                          <a:pt x="23" y="67"/>
                        </a:lnTo>
                        <a:lnTo>
                          <a:pt x="27" y="71"/>
                        </a:lnTo>
                        <a:lnTo>
                          <a:pt x="31" y="67"/>
                        </a:lnTo>
                        <a:lnTo>
                          <a:pt x="36" y="67"/>
                        </a:lnTo>
                        <a:lnTo>
                          <a:pt x="36" y="71"/>
                        </a:lnTo>
                        <a:lnTo>
                          <a:pt x="49" y="71"/>
                        </a:lnTo>
                        <a:lnTo>
                          <a:pt x="54" y="67"/>
                        </a:lnTo>
                        <a:lnTo>
                          <a:pt x="63" y="67"/>
                        </a:lnTo>
                        <a:lnTo>
                          <a:pt x="63" y="58"/>
                        </a:lnTo>
                        <a:lnTo>
                          <a:pt x="76" y="53"/>
                        </a:lnTo>
                        <a:lnTo>
                          <a:pt x="81" y="44"/>
                        </a:lnTo>
                        <a:lnTo>
                          <a:pt x="90" y="44"/>
                        </a:lnTo>
                        <a:lnTo>
                          <a:pt x="98" y="53"/>
                        </a:lnTo>
                        <a:lnTo>
                          <a:pt x="107" y="40"/>
                        </a:lnTo>
                        <a:lnTo>
                          <a:pt x="125" y="40"/>
                        </a:lnTo>
                        <a:lnTo>
                          <a:pt x="143" y="26"/>
                        </a:lnTo>
                        <a:lnTo>
                          <a:pt x="157" y="22"/>
                        </a:lnTo>
                        <a:lnTo>
                          <a:pt x="157" y="17"/>
                        </a:lnTo>
                        <a:lnTo>
                          <a:pt x="157" y="17"/>
                        </a:lnTo>
                        <a:lnTo>
                          <a:pt x="157" y="13"/>
                        </a:lnTo>
                        <a:lnTo>
                          <a:pt x="148" y="13"/>
                        </a:lnTo>
                        <a:lnTo>
                          <a:pt x="148" y="9"/>
                        </a:lnTo>
                        <a:lnTo>
                          <a:pt x="143" y="9"/>
                        </a:lnTo>
                        <a:lnTo>
                          <a:pt x="148" y="4"/>
                        </a:lnTo>
                        <a:lnTo>
                          <a:pt x="143" y="4"/>
                        </a:lnTo>
                        <a:lnTo>
                          <a:pt x="134" y="9"/>
                        </a:lnTo>
                        <a:lnTo>
                          <a:pt x="103" y="4"/>
                        </a:lnTo>
                        <a:lnTo>
                          <a:pt x="85" y="9"/>
                        </a:lnTo>
                        <a:lnTo>
                          <a:pt x="81" y="4"/>
                        </a:lnTo>
                        <a:lnTo>
                          <a:pt x="67" y="0"/>
                        </a:lnTo>
                        <a:lnTo>
                          <a:pt x="63" y="0"/>
                        </a:lnTo>
                        <a:lnTo>
                          <a:pt x="63" y="13"/>
                        </a:lnTo>
                        <a:lnTo>
                          <a:pt x="58" y="13"/>
                        </a:lnTo>
                        <a:lnTo>
                          <a:pt x="45" y="4"/>
                        </a:lnTo>
                        <a:lnTo>
                          <a:pt x="31" y="4"/>
                        </a:lnTo>
                        <a:lnTo>
                          <a:pt x="27" y="9"/>
                        </a:lnTo>
                        <a:lnTo>
                          <a:pt x="31" y="13"/>
                        </a:lnTo>
                        <a:lnTo>
                          <a:pt x="31" y="17"/>
                        </a:lnTo>
                        <a:lnTo>
                          <a:pt x="18" y="26"/>
                        </a:lnTo>
                        <a:lnTo>
                          <a:pt x="18" y="31"/>
                        </a:lnTo>
                        <a:lnTo>
                          <a:pt x="23" y="31"/>
                        </a:lnTo>
                        <a:lnTo>
                          <a:pt x="23" y="35"/>
                        </a:lnTo>
                        <a:lnTo>
                          <a:pt x="36" y="31"/>
                        </a:lnTo>
                        <a:lnTo>
                          <a:pt x="40" y="35"/>
                        </a:lnTo>
                        <a:lnTo>
                          <a:pt x="49" y="40"/>
                        </a:lnTo>
                        <a:lnTo>
                          <a:pt x="58" y="40"/>
                        </a:lnTo>
                        <a:lnTo>
                          <a:pt x="58" y="44"/>
                        </a:lnTo>
                        <a:lnTo>
                          <a:pt x="54" y="49"/>
                        </a:lnTo>
                        <a:lnTo>
                          <a:pt x="49" y="44"/>
                        </a:lnTo>
                        <a:lnTo>
                          <a:pt x="45" y="49"/>
                        </a:lnTo>
                        <a:lnTo>
                          <a:pt x="40" y="53"/>
                        </a:lnTo>
                        <a:lnTo>
                          <a:pt x="31" y="49"/>
                        </a:lnTo>
                        <a:lnTo>
                          <a:pt x="31" y="53"/>
                        </a:lnTo>
                        <a:lnTo>
                          <a:pt x="31" y="62"/>
                        </a:lnTo>
                        <a:lnTo>
                          <a:pt x="27" y="62"/>
                        </a:lnTo>
                        <a:lnTo>
                          <a:pt x="27" y="53"/>
                        </a:lnTo>
                        <a:close/>
                      </a:path>
                    </a:pathLst>
                  </a:custGeom>
                  <a:grpFill/>
                  <a:ln w="9525" cmpd="sng">
                    <a:solidFill>
                      <a:schemeClr val="bg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dirty="0">
                      <a:latin typeface="Delivery" panose="020F0503020204020204" pitchFamily="34" charset="0"/>
                    </a:endParaRPr>
                  </a:p>
                </p:txBody>
              </p:sp>
              <p:sp>
                <p:nvSpPr>
                  <p:cNvPr id="478" name="Freeform 135">
                    <a:extLst>
                      <a:ext uri="{FF2B5EF4-FFF2-40B4-BE49-F238E27FC236}">
                        <a16:creationId xmlns:a16="http://schemas.microsoft.com/office/drawing/2014/main" id="{088ADC6D-94E9-A495-8111-A71BB935E92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gray">
                  <a:xfrm>
                    <a:off x="4116" y="2449"/>
                    <a:ext cx="99" cy="125"/>
                  </a:xfrm>
                  <a:custGeom>
                    <a:avLst/>
                    <a:gdLst>
                      <a:gd name="T0" fmla="*/ 0 w 99"/>
                      <a:gd name="T1" fmla="*/ 31 h 125"/>
                      <a:gd name="T2" fmla="*/ 9 w 99"/>
                      <a:gd name="T3" fmla="*/ 17 h 125"/>
                      <a:gd name="T4" fmla="*/ 14 w 99"/>
                      <a:gd name="T5" fmla="*/ 13 h 125"/>
                      <a:gd name="T6" fmla="*/ 14 w 99"/>
                      <a:gd name="T7" fmla="*/ 22 h 125"/>
                      <a:gd name="T8" fmla="*/ 23 w 99"/>
                      <a:gd name="T9" fmla="*/ 22 h 125"/>
                      <a:gd name="T10" fmla="*/ 23 w 99"/>
                      <a:gd name="T11" fmla="*/ 0 h 125"/>
                      <a:gd name="T12" fmla="*/ 27 w 99"/>
                      <a:gd name="T13" fmla="*/ 0 h 125"/>
                      <a:gd name="T14" fmla="*/ 36 w 99"/>
                      <a:gd name="T15" fmla="*/ 9 h 125"/>
                      <a:gd name="T16" fmla="*/ 41 w 99"/>
                      <a:gd name="T17" fmla="*/ 22 h 125"/>
                      <a:gd name="T18" fmla="*/ 54 w 99"/>
                      <a:gd name="T19" fmla="*/ 22 h 125"/>
                      <a:gd name="T20" fmla="*/ 63 w 99"/>
                      <a:gd name="T21" fmla="*/ 31 h 125"/>
                      <a:gd name="T22" fmla="*/ 58 w 99"/>
                      <a:gd name="T23" fmla="*/ 40 h 125"/>
                      <a:gd name="T24" fmla="*/ 54 w 99"/>
                      <a:gd name="T25" fmla="*/ 35 h 125"/>
                      <a:gd name="T26" fmla="*/ 54 w 99"/>
                      <a:gd name="T27" fmla="*/ 49 h 125"/>
                      <a:gd name="T28" fmla="*/ 67 w 99"/>
                      <a:gd name="T29" fmla="*/ 58 h 125"/>
                      <a:gd name="T30" fmla="*/ 85 w 99"/>
                      <a:gd name="T31" fmla="*/ 89 h 125"/>
                      <a:gd name="T32" fmla="*/ 94 w 99"/>
                      <a:gd name="T33" fmla="*/ 93 h 125"/>
                      <a:gd name="T34" fmla="*/ 99 w 99"/>
                      <a:gd name="T35" fmla="*/ 120 h 125"/>
                      <a:gd name="T36" fmla="*/ 90 w 99"/>
                      <a:gd name="T37" fmla="*/ 116 h 125"/>
                      <a:gd name="T38" fmla="*/ 85 w 99"/>
                      <a:gd name="T39" fmla="*/ 116 h 125"/>
                      <a:gd name="T40" fmla="*/ 81 w 99"/>
                      <a:gd name="T41" fmla="*/ 125 h 125"/>
                      <a:gd name="T42" fmla="*/ 72 w 99"/>
                      <a:gd name="T43" fmla="*/ 125 h 125"/>
                      <a:gd name="T44" fmla="*/ 67 w 99"/>
                      <a:gd name="T45" fmla="*/ 120 h 125"/>
                      <a:gd name="T46" fmla="*/ 76 w 99"/>
                      <a:gd name="T47" fmla="*/ 102 h 125"/>
                      <a:gd name="T48" fmla="*/ 63 w 99"/>
                      <a:gd name="T49" fmla="*/ 89 h 125"/>
                      <a:gd name="T50" fmla="*/ 54 w 99"/>
                      <a:gd name="T51" fmla="*/ 62 h 125"/>
                      <a:gd name="T52" fmla="*/ 45 w 99"/>
                      <a:gd name="T53" fmla="*/ 62 h 125"/>
                      <a:gd name="T54" fmla="*/ 36 w 99"/>
                      <a:gd name="T55" fmla="*/ 71 h 125"/>
                      <a:gd name="T56" fmla="*/ 27 w 99"/>
                      <a:gd name="T57" fmla="*/ 67 h 125"/>
                      <a:gd name="T58" fmla="*/ 14 w 99"/>
                      <a:gd name="T59" fmla="*/ 80 h 125"/>
                      <a:gd name="T60" fmla="*/ 14 w 99"/>
                      <a:gd name="T61" fmla="*/ 44 h 125"/>
                      <a:gd name="T62" fmla="*/ 5 w 99"/>
                      <a:gd name="T63" fmla="*/ 40 h 125"/>
                      <a:gd name="T64" fmla="*/ 9 w 99"/>
                      <a:gd name="T65" fmla="*/ 35 h 125"/>
                      <a:gd name="T66" fmla="*/ 0 w 99"/>
                      <a:gd name="T67" fmla="*/ 31 h 12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</a:cxnLst>
                    <a:rect l="0" t="0" r="r" b="b"/>
                    <a:pathLst>
                      <a:path w="99" h="125">
                        <a:moveTo>
                          <a:pt x="0" y="31"/>
                        </a:moveTo>
                        <a:lnTo>
                          <a:pt x="9" y="17"/>
                        </a:lnTo>
                        <a:lnTo>
                          <a:pt x="14" y="13"/>
                        </a:lnTo>
                        <a:lnTo>
                          <a:pt x="14" y="22"/>
                        </a:lnTo>
                        <a:lnTo>
                          <a:pt x="23" y="22"/>
                        </a:lnTo>
                        <a:lnTo>
                          <a:pt x="23" y="0"/>
                        </a:lnTo>
                        <a:lnTo>
                          <a:pt x="27" y="0"/>
                        </a:lnTo>
                        <a:lnTo>
                          <a:pt x="36" y="9"/>
                        </a:lnTo>
                        <a:lnTo>
                          <a:pt x="41" y="22"/>
                        </a:lnTo>
                        <a:lnTo>
                          <a:pt x="54" y="22"/>
                        </a:lnTo>
                        <a:lnTo>
                          <a:pt x="63" y="31"/>
                        </a:lnTo>
                        <a:lnTo>
                          <a:pt x="58" y="40"/>
                        </a:lnTo>
                        <a:lnTo>
                          <a:pt x="54" y="35"/>
                        </a:lnTo>
                        <a:lnTo>
                          <a:pt x="54" y="49"/>
                        </a:lnTo>
                        <a:lnTo>
                          <a:pt x="67" y="58"/>
                        </a:lnTo>
                        <a:lnTo>
                          <a:pt x="85" y="89"/>
                        </a:lnTo>
                        <a:lnTo>
                          <a:pt x="94" y="93"/>
                        </a:lnTo>
                        <a:lnTo>
                          <a:pt x="99" y="120"/>
                        </a:lnTo>
                        <a:lnTo>
                          <a:pt x="90" y="116"/>
                        </a:lnTo>
                        <a:lnTo>
                          <a:pt x="85" y="116"/>
                        </a:lnTo>
                        <a:lnTo>
                          <a:pt x="81" y="125"/>
                        </a:lnTo>
                        <a:lnTo>
                          <a:pt x="72" y="125"/>
                        </a:lnTo>
                        <a:lnTo>
                          <a:pt x="67" y="120"/>
                        </a:lnTo>
                        <a:lnTo>
                          <a:pt x="76" y="102"/>
                        </a:lnTo>
                        <a:lnTo>
                          <a:pt x="63" y="89"/>
                        </a:lnTo>
                        <a:lnTo>
                          <a:pt x="54" y="62"/>
                        </a:lnTo>
                        <a:lnTo>
                          <a:pt x="45" y="62"/>
                        </a:lnTo>
                        <a:lnTo>
                          <a:pt x="36" y="71"/>
                        </a:lnTo>
                        <a:lnTo>
                          <a:pt x="27" y="67"/>
                        </a:lnTo>
                        <a:lnTo>
                          <a:pt x="14" y="80"/>
                        </a:lnTo>
                        <a:lnTo>
                          <a:pt x="14" y="44"/>
                        </a:lnTo>
                        <a:lnTo>
                          <a:pt x="5" y="40"/>
                        </a:lnTo>
                        <a:lnTo>
                          <a:pt x="9" y="35"/>
                        </a:lnTo>
                        <a:lnTo>
                          <a:pt x="0" y="31"/>
                        </a:lnTo>
                        <a:close/>
                      </a:path>
                    </a:pathLst>
                  </a:custGeom>
                  <a:grpFill/>
                  <a:ln w="9525" cmpd="sng">
                    <a:solidFill>
                      <a:schemeClr val="bg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dirty="0">
                      <a:latin typeface="Delivery" panose="020F0503020204020204" pitchFamily="34" charset="0"/>
                    </a:endParaRPr>
                  </a:p>
                </p:txBody>
              </p:sp>
              <p:sp>
                <p:nvSpPr>
                  <p:cNvPr id="479" name="Freeform 136">
                    <a:extLst>
                      <a:ext uri="{FF2B5EF4-FFF2-40B4-BE49-F238E27FC236}">
                        <a16:creationId xmlns:a16="http://schemas.microsoft.com/office/drawing/2014/main" id="{8412E2E2-6AF9-5771-08B3-6CE0FFB95AC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gray">
                  <a:xfrm>
                    <a:off x="3183" y="2243"/>
                    <a:ext cx="22" cy="27"/>
                  </a:xfrm>
                  <a:custGeom>
                    <a:avLst/>
                    <a:gdLst>
                      <a:gd name="T0" fmla="*/ 9 w 22"/>
                      <a:gd name="T1" fmla="*/ 0 h 27"/>
                      <a:gd name="T2" fmla="*/ 4 w 22"/>
                      <a:gd name="T3" fmla="*/ 13 h 27"/>
                      <a:gd name="T4" fmla="*/ 4 w 22"/>
                      <a:gd name="T5" fmla="*/ 18 h 27"/>
                      <a:gd name="T6" fmla="*/ 0 w 22"/>
                      <a:gd name="T7" fmla="*/ 27 h 27"/>
                      <a:gd name="T8" fmla="*/ 4 w 22"/>
                      <a:gd name="T9" fmla="*/ 27 h 27"/>
                      <a:gd name="T10" fmla="*/ 13 w 22"/>
                      <a:gd name="T11" fmla="*/ 22 h 27"/>
                      <a:gd name="T12" fmla="*/ 22 w 22"/>
                      <a:gd name="T13" fmla="*/ 9 h 27"/>
                      <a:gd name="T14" fmla="*/ 18 w 22"/>
                      <a:gd name="T15" fmla="*/ 0 h 27"/>
                      <a:gd name="T16" fmla="*/ 9 w 22"/>
                      <a:gd name="T17" fmla="*/ 0 h 2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22" h="27">
                        <a:moveTo>
                          <a:pt x="9" y="0"/>
                        </a:moveTo>
                        <a:lnTo>
                          <a:pt x="4" y="13"/>
                        </a:lnTo>
                        <a:lnTo>
                          <a:pt x="4" y="18"/>
                        </a:lnTo>
                        <a:lnTo>
                          <a:pt x="0" y="27"/>
                        </a:lnTo>
                        <a:lnTo>
                          <a:pt x="4" y="27"/>
                        </a:lnTo>
                        <a:lnTo>
                          <a:pt x="13" y="22"/>
                        </a:lnTo>
                        <a:lnTo>
                          <a:pt x="22" y="9"/>
                        </a:lnTo>
                        <a:lnTo>
                          <a:pt x="18" y="0"/>
                        </a:lnTo>
                        <a:lnTo>
                          <a:pt x="9" y="0"/>
                        </a:lnTo>
                        <a:close/>
                      </a:path>
                    </a:pathLst>
                  </a:custGeom>
                  <a:grpFill/>
                  <a:ln w="9525" cmpd="sng">
                    <a:solidFill>
                      <a:schemeClr val="bg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dirty="0">
                      <a:latin typeface="Delivery" panose="020F0503020204020204" pitchFamily="34" charset="0"/>
                    </a:endParaRPr>
                  </a:p>
                </p:txBody>
              </p:sp>
              <p:sp>
                <p:nvSpPr>
                  <p:cNvPr id="480" name="Freeform 137">
                    <a:extLst>
                      <a:ext uri="{FF2B5EF4-FFF2-40B4-BE49-F238E27FC236}">
                        <a16:creationId xmlns:a16="http://schemas.microsoft.com/office/drawing/2014/main" id="{D47CC75D-98FB-3DA8-7D7D-9E89FB179100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gray">
                  <a:xfrm>
                    <a:off x="4116" y="2672"/>
                    <a:ext cx="277" cy="98"/>
                  </a:xfrm>
                  <a:custGeom>
                    <a:avLst/>
                    <a:gdLst>
                      <a:gd name="T0" fmla="*/ 0 w 277"/>
                      <a:gd name="T1" fmla="*/ 18 h 98"/>
                      <a:gd name="T2" fmla="*/ 5 w 277"/>
                      <a:gd name="T3" fmla="*/ 36 h 98"/>
                      <a:gd name="T4" fmla="*/ 5 w 277"/>
                      <a:gd name="T5" fmla="*/ 49 h 98"/>
                      <a:gd name="T6" fmla="*/ 14 w 277"/>
                      <a:gd name="T7" fmla="*/ 54 h 98"/>
                      <a:gd name="T8" fmla="*/ 50 w 277"/>
                      <a:gd name="T9" fmla="*/ 89 h 98"/>
                      <a:gd name="T10" fmla="*/ 58 w 277"/>
                      <a:gd name="T11" fmla="*/ 89 h 98"/>
                      <a:gd name="T12" fmla="*/ 54 w 277"/>
                      <a:gd name="T13" fmla="*/ 72 h 98"/>
                      <a:gd name="T14" fmla="*/ 45 w 277"/>
                      <a:gd name="T15" fmla="*/ 40 h 98"/>
                      <a:gd name="T16" fmla="*/ 27 w 277"/>
                      <a:gd name="T17" fmla="*/ 18 h 98"/>
                      <a:gd name="T18" fmla="*/ 14 w 277"/>
                      <a:gd name="T19" fmla="*/ 27 h 98"/>
                      <a:gd name="T20" fmla="*/ 0 w 277"/>
                      <a:gd name="T21" fmla="*/ 18 h 98"/>
                      <a:gd name="T22" fmla="*/ 201 w 277"/>
                      <a:gd name="T23" fmla="*/ 45 h 98"/>
                      <a:gd name="T24" fmla="*/ 210 w 277"/>
                      <a:gd name="T25" fmla="*/ 40 h 98"/>
                      <a:gd name="T26" fmla="*/ 219 w 277"/>
                      <a:gd name="T27" fmla="*/ 31 h 98"/>
                      <a:gd name="T28" fmla="*/ 224 w 277"/>
                      <a:gd name="T29" fmla="*/ 22 h 98"/>
                      <a:gd name="T30" fmla="*/ 246 w 277"/>
                      <a:gd name="T31" fmla="*/ 0 h 98"/>
                      <a:gd name="T32" fmla="*/ 237 w 277"/>
                      <a:gd name="T33" fmla="*/ 13 h 98"/>
                      <a:gd name="T34" fmla="*/ 251 w 277"/>
                      <a:gd name="T35" fmla="*/ 18 h 98"/>
                      <a:gd name="T36" fmla="*/ 255 w 277"/>
                      <a:gd name="T37" fmla="*/ 22 h 98"/>
                      <a:gd name="T38" fmla="*/ 259 w 277"/>
                      <a:gd name="T39" fmla="*/ 22 h 98"/>
                      <a:gd name="T40" fmla="*/ 273 w 277"/>
                      <a:gd name="T41" fmla="*/ 36 h 98"/>
                      <a:gd name="T42" fmla="*/ 255 w 277"/>
                      <a:gd name="T43" fmla="*/ 36 h 98"/>
                      <a:gd name="T44" fmla="*/ 268 w 277"/>
                      <a:gd name="T45" fmla="*/ 45 h 98"/>
                      <a:gd name="T46" fmla="*/ 233 w 277"/>
                      <a:gd name="T47" fmla="*/ 45 h 98"/>
                      <a:gd name="T48" fmla="*/ 210 w 277"/>
                      <a:gd name="T49" fmla="*/ 76 h 98"/>
                      <a:gd name="T50" fmla="*/ 184 w 277"/>
                      <a:gd name="T51" fmla="*/ 89 h 98"/>
                      <a:gd name="T52" fmla="*/ 157 w 277"/>
                      <a:gd name="T53" fmla="*/ 98 h 98"/>
                      <a:gd name="T54" fmla="*/ 134 w 277"/>
                      <a:gd name="T55" fmla="*/ 80 h 98"/>
                      <a:gd name="T56" fmla="*/ 143 w 277"/>
                      <a:gd name="T57" fmla="*/ 85 h 98"/>
                      <a:gd name="T58" fmla="*/ 157 w 277"/>
                      <a:gd name="T59" fmla="*/ 89 h 98"/>
                      <a:gd name="T60" fmla="*/ 161 w 277"/>
                      <a:gd name="T61" fmla="*/ 67 h 98"/>
                      <a:gd name="T62" fmla="*/ 197 w 277"/>
                      <a:gd name="T63" fmla="*/ 49 h 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</a:cxnLst>
                    <a:rect l="0" t="0" r="r" b="b"/>
                    <a:pathLst>
                      <a:path w="277" h="98">
                        <a:moveTo>
                          <a:pt x="0" y="18"/>
                        </a:moveTo>
                        <a:lnTo>
                          <a:pt x="0" y="18"/>
                        </a:lnTo>
                        <a:lnTo>
                          <a:pt x="0" y="36"/>
                        </a:lnTo>
                        <a:lnTo>
                          <a:pt x="5" y="36"/>
                        </a:lnTo>
                        <a:lnTo>
                          <a:pt x="5" y="40"/>
                        </a:lnTo>
                        <a:lnTo>
                          <a:pt x="5" y="49"/>
                        </a:lnTo>
                        <a:lnTo>
                          <a:pt x="9" y="49"/>
                        </a:lnTo>
                        <a:lnTo>
                          <a:pt x="14" y="54"/>
                        </a:lnTo>
                        <a:lnTo>
                          <a:pt x="18" y="72"/>
                        </a:lnTo>
                        <a:lnTo>
                          <a:pt x="50" y="89"/>
                        </a:lnTo>
                        <a:lnTo>
                          <a:pt x="54" y="85"/>
                        </a:lnTo>
                        <a:lnTo>
                          <a:pt x="58" y="89"/>
                        </a:lnTo>
                        <a:lnTo>
                          <a:pt x="63" y="89"/>
                        </a:lnTo>
                        <a:lnTo>
                          <a:pt x="54" y="72"/>
                        </a:lnTo>
                        <a:lnTo>
                          <a:pt x="45" y="67"/>
                        </a:lnTo>
                        <a:lnTo>
                          <a:pt x="45" y="40"/>
                        </a:lnTo>
                        <a:lnTo>
                          <a:pt x="32" y="18"/>
                        </a:lnTo>
                        <a:lnTo>
                          <a:pt x="27" y="18"/>
                        </a:lnTo>
                        <a:lnTo>
                          <a:pt x="23" y="27"/>
                        </a:lnTo>
                        <a:lnTo>
                          <a:pt x="14" y="27"/>
                        </a:lnTo>
                        <a:lnTo>
                          <a:pt x="5" y="13"/>
                        </a:lnTo>
                        <a:lnTo>
                          <a:pt x="0" y="18"/>
                        </a:lnTo>
                        <a:close/>
                        <a:moveTo>
                          <a:pt x="197" y="40"/>
                        </a:moveTo>
                        <a:lnTo>
                          <a:pt x="201" y="45"/>
                        </a:lnTo>
                        <a:lnTo>
                          <a:pt x="210" y="49"/>
                        </a:lnTo>
                        <a:lnTo>
                          <a:pt x="210" y="40"/>
                        </a:lnTo>
                        <a:lnTo>
                          <a:pt x="215" y="45"/>
                        </a:lnTo>
                        <a:lnTo>
                          <a:pt x="219" y="31"/>
                        </a:lnTo>
                        <a:lnTo>
                          <a:pt x="215" y="27"/>
                        </a:lnTo>
                        <a:lnTo>
                          <a:pt x="224" y="22"/>
                        </a:lnTo>
                        <a:lnTo>
                          <a:pt x="242" y="0"/>
                        </a:lnTo>
                        <a:lnTo>
                          <a:pt x="246" y="0"/>
                        </a:lnTo>
                        <a:lnTo>
                          <a:pt x="242" y="4"/>
                        </a:lnTo>
                        <a:lnTo>
                          <a:pt x="237" y="13"/>
                        </a:lnTo>
                        <a:lnTo>
                          <a:pt x="242" y="9"/>
                        </a:lnTo>
                        <a:lnTo>
                          <a:pt x="251" y="18"/>
                        </a:lnTo>
                        <a:lnTo>
                          <a:pt x="246" y="22"/>
                        </a:lnTo>
                        <a:lnTo>
                          <a:pt x="255" y="22"/>
                        </a:lnTo>
                        <a:lnTo>
                          <a:pt x="255" y="27"/>
                        </a:lnTo>
                        <a:lnTo>
                          <a:pt x="259" y="22"/>
                        </a:lnTo>
                        <a:lnTo>
                          <a:pt x="277" y="31"/>
                        </a:lnTo>
                        <a:lnTo>
                          <a:pt x="273" y="36"/>
                        </a:lnTo>
                        <a:lnTo>
                          <a:pt x="259" y="31"/>
                        </a:lnTo>
                        <a:lnTo>
                          <a:pt x="255" y="36"/>
                        </a:lnTo>
                        <a:lnTo>
                          <a:pt x="268" y="40"/>
                        </a:lnTo>
                        <a:lnTo>
                          <a:pt x="268" y="45"/>
                        </a:lnTo>
                        <a:lnTo>
                          <a:pt x="251" y="45"/>
                        </a:lnTo>
                        <a:lnTo>
                          <a:pt x="233" y="45"/>
                        </a:lnTo>
                        <a:lnTo>
                          <a:pt x="224" y="49"/>
                        </a:lnTo>
                        <a:lnTo>
                          <a:pt x="210" y="76"/>
                        </a:lnTo>
                        <a:lnTo>
                          <a:pt x="206" y="89"/>
                        </a:lnTo>
                        <a:lnTo>
                          <a:pt x="184" y="89"/>
                        </a:lnTo>
                        <a:lnTo>
                          <a:pt x="175" y="98"/>
                        </a:lnTo>
                        <a:lnTo>
                          <a:pt x="157" y="98"/>
                        </a:lnTo>
                        <a:lnTo>
                          <a:pt x="139" y="85"/>
                        </a:lnTo>
                        <a:lnTo>
                          <a:pt x="134" y="80"/>
                        </a:lnTo>
                        <a:lnTo>
                          <a:pt x="139" y="80"/>
                        </a:lnTo>
                        <a:lnTo>
                          <a:pt x="143" y="85"/>
                        </a:lnTo>
                        <a:lnTo>
                          <a:pt x="148" y="85"/>
                        </a:lnTo>
                        <a:lnTo>
                          <a:pt x="157" y="89"/>
                        </a:lnTo>
                        <a:lnTo>
                          <a:pt x="161" y="76"/>
                        </a:lnTo>
                        <a:lnTo>
                          <a:pt x="161" y="67"/>
                        </a:lnTo>
                        <a:lnTo>
                          <a:pt x="188" y="63"/>
                        </a:lnTo>
                        <a:lnTo>
                          <a:pt x="197" y="49"/>
                        </a:lnTo>
                        <a:lnTo>
                          <a:pt x="197" y="40"/>
                        </a:lnTo>
                        <a:close/>
                      </a:path>
                    </a:pathLst>
                  </a:custGeom>
                  <a:grpFill/>
                  <a:ln w="9525" cmpd="sng">
                    <a:solidFill>
                      <a:schemeClr val="bg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dirty="0">
                      <a:latin typeface="Delivery" panose="020F0503020204020204" pitchFamily="34" charset="0"/>
                    </a:endParaRPr>
                  </a:p>
                </p:txBody>
              </p:sp>
              <p:sp>
                <p:nvSpPr>
                  <p:cNvPr id="481" name="Freeform 138">
                    <a:extLst>
                      <a:ext uri="{FF2B5EF4-FFF2-40B4-BE49-F238E27FC236}">
                        <a16:creationId xmlns:a16="http://schemas.microsoft.com/office/drawing/2014/main" id="{B89D0B5D-15EA-03FE-18BA-667C55721EB3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gray">
                  <a:xfrm>
                    <a:off x="3741" y="2690"/>
                    <a:ext cx="9" cy="40"/>
                  </a:xfrm>
                  <a:custGeom>
                    <a:avLst/>
                    <a:gdLst>
                      <a:gd name="T0" fmla="*/ 0 w 9"/>
                      <a:gd name="T1" fmla="*/ 0 h 40"/>
                      <a:gd name="T2" fmla="*/ 0 w 9"/>
                      <a:gd name="T3" fmla="*/ 0 h 40"/>
                      <a:gd name="T4" fmla="*/ 0 w 9"/>
                      <a:gd name="T5" fmla="*/ 0 h 40"/>
                      <a:gd name="T6" fmla="*/ 0 w 9"/>
                      <a:gd name="T7" fmla="*/ 0 h 40"/>
                      <a:gd name="T8" fmla="*/ 0 w 9"/>
                      <a:gd name="T9" fmla="*/ 18 h 40"/>
                      <a:gd name="T10" fmla="*/ 0 w 9"/>
                      <a:gd name="T11" fmla="*/ 18 h 40"/>
                      <a:gd name="T12" fmla="*/ 0 w 9"/>
                      <a:gd name="T13" fmla="*/ 18 h 40"/>
                      <a:gd name="T14" fmla="*/ 0 w 9"/>
                      <a:gd name="T15" fmla="*/ 18 h 40"/>
                      <a:gd name="T16" fmla="*/ 0 w 9"/>
                      <a:gd name="T17" fmla="*/ 36 h 40"/>
                      <a:gd name="T18" fmla="*/ 0 w 9"/>
                      <a:gd name="T19" fmla="*/ 40 h 40"/>
                      <a:gd name="T20" fmla="*/ 0 w 9"/>
                      <a:gd name="T21" fmla="*/ 40 h 40"/>
                      <a:gd name="T22" fmla="*/ 0 w 9"/>
                      <a:gd name="T23" fmla="*/ 36 h 40"/>
                      <a:gd name="T24" fmla="*/ 5 w 9"/>
                      <a:gd name="T25" fmla="*/ 27 h 40"/>
                      <a:gd name="T26" fmla="*/ 0 w 9"/>
                      <a:gd name="T27" fmla="*/ 27 h 40"/>
                      <a:gd name="T28" fmla="*/ 0 w 9"/>
                      <a:gd name="T29" fmla="*/ 27 h 40"/>
                      <a:gd name="T30" fmla="*/ 5 w 9"/>
                      <a:gd name="T31" fmla="*/ 27 h 40"/>
                      <a:gd name="T32" fmla="*/ 9 w 9"/>
                      <a:gd name="T33" fmla="*/ 40 h 40"/>
                      <a:gd name="T34" fmla="*/ 9 w 9"/>
                      <a:gd name="T35" fmla="*/ 40 h 40"/>
                      <a:gd name="T36" fmla="*/ 9 w 9"/>
                      <a:gd name="T37" fmla="*/ 40 h 40"/>
                      <a:gd name="T38" fmla="*/ 9 w 9"/>
                      <a:gd name="T39" fmla="*/ 40 h 40"/>
                      <a:gd name="T40" fmla="*/ 9 w 9"/>
                      <a:gd name="T41" fmla="*/ 40 h 40"/>
                      <a:gd name="T42" fmla="*/ 9 w 9"/>
                      <a:gd name="T43" fmla="*/ 40 h 4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</a:cxnLst>
                    <a:rect l="0" t="0" r="r" b="b"/>
                    <a:pathLst>
                      <a:path w="9" h="40">
                        <a:moveTo>
                          <a:pt x="0" y="0"/>
                        </a:moveTo>
                        <a:lnTo>
                          <a:pt x="0" y="0"/>
                        </a:lnTo>
                        <a:lnTo>
                          <a:pt x="0" y="0"/>
                        </a:lnTo>
                        <a:lnTo>
                          <a:pt x="0" y="0"/>
                        </a:lnTo>
                        <a:close/>
                        <a:moveTo>
                          <a:pt x="0" y="18"/>
                        </a:moveTo>
                        <a:lnTo>
                          <a:pt x="0" y="18"/>
                        </a:lnTo>
                        <a:lnTo>
                          <a:pt x="0" y="18"/>
                        </a:lnTo>
                        <a:lnTo>
                          <a:pt x="0" y="18"/>
                        </a:lnTo>
                        <a:close/>
                        <a:moveTo>
                          <a:pt x="0" y="36"/>
                        </a:moveTo>
                        <a:lnTo>
                          <a:pt x="0" y="40"/>
                        </a:lnTo>
                        <a:lnTo>
                          <a:pt x="0" y="40"/>
                        </a:lnTo>
                        <a:lnTo>
                          <a:pt x="0" y="36"/>
                        </a:lnTo>
                        <a:close/>
                        <a:moveTo>
                          <a:pt x="5" y="27"/>
                        </a:moveTo>
                        <a:lnTo>
                          <a:pt x="0" y="27"/>
                        </a:lnTo>
                        <a:lnTo>
                          <a:pt x="0" y="27"/>
                        </a:lnTo>
                        <a:lnTo>
                          <a:pt x="5" y="27"/>
                        </a:lnTo>
                        <a:close/>
                        <a:moveTo>
                          <a:pt x="9" y="40"/>
                        </a:moveTo>
                        <a:lnTo>
                          <a:pt x="9" y="40"/>
                        </a:lnTo>
                        <a:lnTo>
                          <a:pt x="9" y="40"/>
                        </a:lnTo>
                        <a:lnTo>
                          <a:pt x="9" y="40"/>
                        </a:lnTo>
                        <a:lnTo>
                          <a:pt x="9" y="40"/>
                        </a:lnTo>
                        <a:lnTo>
                          <a:pt x="9" y="40"/>
                        </a:lnTo>
                        <a:close/>
                      </a:path>
                    </a:pathLst>
                  </a:custGeom>
                  <a:grpFill/>
                  <a:ln w="9525" cmpd="sng">
                    <a:solidFill>
                      <a:schemeClr val="bg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dirty="0">
                      <a:latin typeface="Delivery" panose="020F0503020204020204" pitchFamily="34" charset="0"/>
                    </a:endParaRPr>
                  </a:p>
                </p:txBody>
              </p:sp>
              <p:sp>
                <p:nvSpPr>
                  <p:cNvPr id="482" name="Freeform 139">
                    <a:extLst>
                      <a:ext uri="{FF2B5EF4-FFF2-40B4-BE49-F238E27FC236}">
                        <a16:creationId xmlns:a16="http://schemas.microsoft.com/office/drawing/2014/main" id="{6E6879AF-928A-DC39-43B7-876900D07FD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gray">
                  <a:xfrm>
                    <a:off x="3942" y="1890"/>
                    <a:ext cx="456" cy="223"/>
                  </a:xfrm>
                  <a:custGeom>
                    <a:avLst/>
                    <a:gdLst>
                      <a:gd name="T0" fmla="*/ 407 w 456"/>
                      <a:gd name="T1" fmla="*/ 54 h 223"/>
                      <a:gd name="T2" fmla="*/ 402 w 456"/>
                      <a:gd name="T3" fmla="*/ 49 h 223"/>
                      <a:gd name="T4" fmla="*/ 393 w 456"/>
                      <a:gd name="T5" fmla="*/ 49 h 223"/>
                      <a:gd name="T6" fmla="*/ 375 w 456"/>
                      <a:gd name="T7" fmla="*/ 40 h 223"/>
                      <a:gd name="T8" fmla="*/ 366 w 456"/>
                      <a:gd name="T9" fmla="*/ 45 h 223"/>
                      <a:gd name="T10" fmla="*/ 353 w 456"/>
                      <a:gd name="T11" fmla="*/ 58 h 223"/>
                      <a:gd name="T12" fmla="*/ 322 w 456"/>
                      <a:gd name="T13" fmla="*/ 67 h 223"/>
                      <a:gd name="T14" fmla="*/ 291 w 456"/>
                      <a:gd name="T15" fmla="*/ 63 h 223"/>
                      <a:gd name="T16" fmla="*/ 250 w 456"/>
                      <a:gd name="T17" fmla="*/ 40 h 223"/>
                      <a:gd name="T18" fmla="*/ 228 w 456"/>
                      <a:gd name="T19" fmla="*/ 45 h 223"/>
                      <a:gd name="T20" fmla="*/ 206 w 456"/>
                      <a:gd name="T21" fmla="*/ 40 h 223"/>
                      <a:gd name="T22" fmla="*/ 201 w 456"/>
                      <a:gd name="T23" fmla="*/ 13 h 223"/>
                      <a:gd name="T24" fmla="*/ 157 w 456"/>
                      <a:gd name="T25" fmla="*/ 0 h 223"/>
                      <a:gd name="T26" fmla="*/ 143 w 456"/>
                      <a:gd name="T27" fmla="*/ 22 h 223"/>
                      <a:gd name="T28" fmla="*/ 148 w 456"/>
                      <a:gd name="T29" fmla="*/ 31 h 223"/>
                      <a:gd name="T30" fmla="*/ 143 w 456"/>
                      <a:gd name="T31" fmla="*/ 54 h 223"/>
                      <a:gd name="T32" fmla="*/ 103 w 456"/>
                      <a:gd name="T33" fmla="*/ 54 h 223"/>
                      <a:gd name="T34" fmla="*/ 85 w 456"/>
                      <a:gd name="T35" fmla="*/ 36 h 223"/>
                      <a:gd name="T36" fmla="*/ 72 w 456"/>
                      <a:gd name="T37" fmla="*/ 36 h 223"/>
                      <a:gd name="T38" fmla="*/ 67 w 456"/>
                      <a:gd name="T39" fmla="*/ 31 h 223"/>
                      <a:gd name="T40" fmla="*/ 40 w 456"/>
                      <a:gd name="T41" fmla="*/ 40 h 223"/>
                      <a:gd name="T42" fmla="*/ 14 w 456"/>
                      <a:gd name="T43" fmla="*/ 58 h 223"/>
                      <a:gd name="T44" fmla="*/ 5 w 456"/>
                      <a:gd name="T45" fmla="*/ 58 h 223"/>
                      <a:gd name="T46" fmla="*/ 0 w 456"/>
                      <a:gd name="T47" fmla="*/ 67 h 223"/>
                      <a:gd name="T48" fmla="*/ 5 w 456"/>
                      <a:gd name="T49" fmla="*/ 80 h 223"/>
                      <a:gd name="T50" fmla="*/ 23 w 456"/>
                      <a:gd name="T51" fmla="*/ 89 h 223"/>
                      <a:gd name="T52" fmla="*/ 45 w 456"/>
                      <a:gd name="T53" fmla="*/ 107 h 223"/>
                      <a:gd name="T54" fmla="*/ 45 w 456"/>
                      <a:gd name="T55" fmla="*/ 147 h 223"/>
                      <a:gd name="T56" fmla="*/ 81 w 456"/>
                      <a:gd name="T57" fmla="*/ 152 h 223"/>
                      <a:gd name="T58" fmla="*/ 103 w 456"/>
                      <a:gd name="T59" fmla="*/ 165 h 223"/>
                      <a:gd name="T60" fmla="*/ 121 w 456"/>
                      <a:gd name="T61" fmla="*/ 197 h 223"/>
                      <a:gd name="T62" fmla="*/ 201 w 456"/>
                      <a:gd name="T63" fmla="*/ 201 h 223"/>
                      <a:gd name="T64" fmla="*/ 210 w 456"/>
                      <a:gd name="T65" fmla="*/ 210 h 223"/>
                      <a:gd name="T66" fmla="*/ 250 w 456"/>
                      <a:gd name="T67" fmla="*/ 223 h 223"/>
                      <a:gd name="T68" fmla="*/ 259 w 456"/>
                      <a:gd name="T69" fmla="*/ 210 h 223"/>
                      <a:gd name="T70" fmla="*/ 291 w 456"/>
                      <a:gd name="T71" fmla="*/ 201 h 223"/>
                      <a:gd name="T72" fmla="*/ 317 w 456"/>
                      <a:gd name="T73" fmla="*/ 201 h 223"/>
                      <a:gd name="T74" fmla="*/ 326 w 456"/>
                      <a:gd name="T75" fmla="*/ 188 h 223"/>
                      <a:gd name="T76" fmla="*/ 344 w 456"/>
                      <a:gd name="T77" fmla="*/ 179 h 223"/>
                      <a:gd name="T78" fmla="*/ 331 w 456"/>
                      <a:gd name="T79" fmla="*/ 161 h 223"/>
                      <a:gd name="T80" fmla="*/ 340 w 456"/>
                      <a:gd name="T81" fmla="*/ 147 h 223"/>
                      <a:gd name="T82" fmla="*/ 349 w 456"/>
                      <a:gd name="T83" fmla="*/ 147 h 223"/>
                      <a:gd name="T84" fmla="*/ 358 w 456"/>
                      <a:gd name="T85" fmla="*/ 156 h 223"/>
                      <a:gd name="T86" fmla="*/ 366 w 456"/>
                      <a:gd name="T87" fmla="*/ 156 h 223"/>
                      <a:gd name="T88" fmla="*/ 380 w 456"/>
                      <a:gd name="T89" fmla="*/ 139 h 223"/>
                      <a:gd name="T90" fmla="*/ 393 w 456"/>
                      <a:gd name="T91" fmla="*/ 143 h 223"/>
                      <a:gd name="T92" fmla="*/ 416 w 456"/>
                      <a:gd name="T93" fmla="*/ 121 h 223"/>
                      <a:gd name="T94" fmla="*/ 438 w 456"/>
                      <a:gd name="T95" fmla="*/ 125 h 223"/>
                      <a:gd name="T96" fmla="*/ 451 w 456"/>
                      <a:gd name="T97" fmla="*/ 116 h 223"/>
                      <a:gd name="T98" fmla="*/ 456 w 456"/>
                      <a:gd name="T99" fmla="*/ 107 h 223"/>
                      <a:gd name="T100" fmla="*/ 442 w 456"/>
                      <a:gd name="T101" fmla="*/ 107 h 223"/>
                      <a:gd name="T102" fmla="*/ 433 w 456"/>
                      <a:gd name="T103" fmla="*/ 89 h 223"/>
                      <a:gd name="T104" fmla="*/ 416 w 456"/>
                      <a:gd name="T105" fmla="*/ 98 h 223"/>
                      <a:gd name="T106" fmla="*/ 407 w 456"/>
                      <a:gd name="T107" fmla="*/ 94 h 223"/>
                      <a:gd name="T108" fmla="*/ 393 w 456"/>
                      <a:gd name="T109" fmla="*/ 98 h 223"/>
                      <a:gd name="T110" fmla="*/ 389 w 456"/>
                      <a:gd name="T111" fmla="*/ 89 h 223"/>
                      <a:gd name="T112" fmla="*/ 402 w 456"/>
                      <a:gd name="T113" fmla="*/ 71 h 223"/>
                      <a:gd name="T114" fmla="*/ 407 w 456"/>
                      <a:gd name="T115" fmla="*/ 54 h 22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  <a:cxn ang="0">
                        <a:pos x="T106" y="T107"/>
                      </a:cxn>
                      <a:cxn ang="0">
                        <a:pos x="T108" y="T109"/>
                      </a:cxn>
                      <a:cxn ang="0">
                        <a:pos x="T110" y="T111"/>
                      </a:cxn>
                      <a:cxn ang="0">
                        <a:pos x="T112" y="T113"/>
                      </a:cxn>
                      <a:cxn ang="0">
                        <a:pos x="T114" y="T115"/>
                      </a:cxn>
                    </a:cxnLst>
                    <a:rect l="0" t="0" r="r" b="b"/>
                    <a:pathLst>
                      <a:path w="456" h="223">
                        <a:moveTo>
                          <a:pt x="407" y="54"/>
                        </a:moveTo>
                        <a:lnTo>
                          <a:pt x="402" y="49"/>
                        </a:lnTo>
                        <a:lnTo>
                          <a:pt x="393" y="49"/>
                        </a:lnTo>
                        <a:lnTo>
                          <a:pt x="375" y="40"/>
                        </a:lnTo>
                        <a:lnTo>
                          <a:pt x="366" y="45"/>
                        </a:lnTo>
                        <a:lnTo>
                          <a:pt x="353" y="58"/>
                        </a:lnTo>
                        <a:lnTo>
                          <a:pt x="322" y="67"/>
                        </a:lnTo>
                        <a:lnTo>
                          <a:pt x="291" y="63"/>
                        </a:lnTo>
                        <a:lnTo>
                          <a:pt x="250" y="40"/>
                        </a:lnTo>
                        <a:lnTo>
                          <a:pt x="228" y="45"/>
                        </a:lnTo>
                        <a:lnTo>
                          <a:pt x="206" y="40"/>
                        </a:lnTo>
                        <a:lnTo>
                          <a:pt x="201" y="13"/>
                        </a:lnTo>
                        <a:lnTo>
                          <a:pt x="157" y="0"/>
                        </a:lnTo>
                        <a:lnTo>
                          <a:pt x="143" y="22"/>
                        </a:lnTo>
                        <a:lnTo>
                          <a:pt x="148" y="31"/>
                        </a:lnTo>
                        <a:lnTo>
                          <a:pt x="143" y="54"/>
                        </a:lnTo>
                        <a:lnTo>
                          <a:pt x="103" y="54"/>
                        </a:lnTo>
                        <a:lnTo>
                          <a:pt x="85" y="36"/>
                        </a:lnTo>
                        <a:lnTo>
                          <a:pt x="72" y="36"/>
                        </a:lnTo>
                        <a:lnTo>
                          <a:pt x="67" y="31"/>
                        </a:lnTo>
                        <a:lnTo>
                          <a:pt x="40" y="40"/>
                        </a:lnTo>
                        <a:lnTo>
                          <a:pt x="14" y="58"/>
                        </a:lnTo>
                        <a:lnTo>
                          <a:pt x="5" y="58"/>
                        </a:lnTo>
                        <a:lnTo>
                          <a:pt x="0" y="67"/>
                        </a:lnTo>
                        <a:lnTo>
                          <a:pt x="5" y="80"/>
                        </a:lnTo>
                        <a:lnTo>
                          <a:pt x="23" y="89"/>
                        </a:lnTo>
                        <a:lnTo>
                          <a:pt x="45" y="107"/>
                        </a:lnTo>
                        <a:lnTo>
                          <a:pt x="45" y="147"/>
                        </a:lnTo>
                        <a:lnTo>
                          <a:pt x="81" y="152"/>
                        </a:lnTo>
                        <a:lnTo>
                          <a:pt x="103" y="165"/>
                        </a:lnTo>
                        <a:lnTo>
                          <a:pt x="121" y="197"/>
                        </a:lnTo>
                        <a:lnTo>
                          <a:pt x="201" y="201"/>
                        </a:lnTo>
                        <a:lnTo>
                          <a:pt x="210" y="210"/>
                        </a:lnTo>
                        <a:lnTo>
                          <a:pt x="250" y="223"/>
                        </a:lnTo>
                        <a:lnTo>
                          <a:pt x="259" y="210"/>
                        </a:lnTo>
                        <a:lnTo>
                          <a:pt x="291" y="201"/>
                        </a:lnTo>
                        <a:lnTo>
                          <a:pt x="317" y="201"/>
                        </a:lnTo>
                        <a:lnTo>
                          <a:pt x="326" y="188"/>
                        </a:lnTo>
                        <a:lnTo>
                          <a:pt x="344" y="179"/>
                        </a:lnTo>
                        <a:lnTo>
                          <a:pt x="331" y="161"/>
                        </a:lnTo>
                        <a:lnTo>
                          <a:pt x="340" y="147"/>
                        </a:lnTo>
                        <a:lnTo>
                          <a:pt x="349" y="147"/>
                        </a:lnTo>
                        <a:lnTo>
                          <a:pt x="358" y="156"/>
                        </a:lnTo>
                        <a:lnTo>
                          <a:pt x="366" y="156"/>
                        </a:lnTo>
                        <a:lnTo>
                          <a:pt x="380" y="139"/>
                        </a:lnTo>
                        <a:lnTo>
                          <a:pt x="393" y="143"/>
                        </a:lnTo>
                        <a:lnTo>
                          <a:pt x="416" y="121"/>
                        </a:lnTo>
                        <a:lnTo>
                          <a:pt x="438" y="125"/>
                        </a:lnTo>
                        <a:lnTo>
                          <a:pt x="451" y="116"/>
                        </a:lnTo>
                        <a:lnTo>
                          <a:pt x="456" y="107"/>
                        </a:lnTo>
                        <a:lnTo>
                          <a:pt x="442" y="107"/>
                        </a:lnTo>
                        <a:lnTo>
                          <a:pt x="433" y="89"/>
                        </a:lnTo>
                        <a:lnTo>
                          <a:pt x="416" y="98"/>
                        </a:lnTo>
                        <a:lnTo>
                          <a:pt x="407" y="94"/>
                        </a:lnTo>
                        <a:lnTo>
                          <a:pt x="393" y="98"/>
                        </a:lnTo>
                        <a:lnTo>
                          <a:pt x="389" y="89"/>
                        </a:lnTo>
                        <a:lnTo>
                          <a:pt x="402" y="71"/>
                        </a:lnTo>
                        <a:lnTo>
                          <a:pt x="407" y="54"/>
                        </a:lnTo>
                        <a:close/>
                      </a:path>
                    </a:pathLst>
                  </a:custGeom>
                  <a:grpFill/>
                  <a:ln w="9525" cmpd="sng">
                    <a:solidFill>
                      <a:schemeClr val="bg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dirty="0">
                      <a:latin typeface="Delivery" panose="020F0503020204020204" pitchFamily="34" charset="0"/>
                    </a:endParaRPr>
                  </a:p>
                </p:txBody>
              </p:sp>
              <p:sp>
                <p:nvSpPr>
                  <p:cNvPr id="483" name="Freeform 140">
                    <a:extLst>
                      <a:ext uri="{FF2B5EF4-FFF2-40B4-BE49-F238E27FC236}">
                        <a16:creationId xmlns:a16="http://schemas.microsoft.com/office/drawing/2014/main" id="{35068F71-B0FA-EDD1-E8E4-624302A93CFA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gray">
                  <a:xfrm>
                    <a:off x="3442" y="2382"/>
                    <a:ext cx="98" cy="151"/>
                  </a:xfrm>
                  <a:custGeom>
                    <a:avLst/>
                    <a:gdLst>
                      <a:gd name="T0" fmla="*/ 0 w 98"/>
                      <a:gd name="T1" fmla="*/ 129 h 151"/>
                      <a:gd name="T2" fmla="*/ 4 w 98"/>
                      <a:gd name="T3" fmla="*/ 151 h 151"/>
                      <a:gd name="T4" fmla="*/ 22 w 98"/>
                      <a:gd name="T5" fmla="*/ 147 h 151"/>
                      <a:gd name="T6" fmla="*/ 36 w 98"/>
                      <a:gd name="T7" fmla="*/ 151 h 151"/>
                      <a:gd name="T8" fmla="*/ 36 w 98"/>
                      <a:gd name="T9" fmla="*/ 134 h 151"/>
                      <a:gd name="T10" fmla="*/ 49 w 98"/>
                      <a:gd name="T11" fmla="*/ 134 h 151"/>
                      <a:gd name="T12" fmla="*/ 54 w 98"/>
                      <a:gd name="T13" fmla="*/ 120 h 151"/>
                      <a:gd name="T14" fmla="*/ 71 w 98"/>
                      <a:gd name="T15" fmla="*/ 120 h 151"/>
                      <a:gd name="T16" fmla="*/ 71 w 98"/>
                      <a:gd name="T17" fmla="*/ 102 h 151"/>
                      <a:gd name="T18" fmla="*/ 80 w 98"/>
                      <a:gd name="T19" fmla="*/ 102 h 151"/>
                      <a:gd name="T20" fmla="*/ 85 w 98"/>
                      <a:gd name="T21" fmla="*/ 98 h 151"/>
                      <a:gd name="T22" fmla="*/ 80 w 98"/>
                      <a:gd name="T23" fmla="*/ 98 h 151"/>
                      <a:gd name="T24" fmla="*/ 89 w 98"/>
                      <a:gd name="T25" fmla="*/ 84 h 151"/>
                      <a:gd name="T26" fmla="*/ 98 w 98"/>
                      <a:gd name="T27" fmla="*/ 67 h 151"/>
                      <a:gd name="T28" fmla="*/ 89 w 98"/>
                      <a:gd name="T29" fmla="*/ 62 h 151"/>
                      <a:gd name="T30" fmla="*/ 80 w 98"/>
                      <a:gd name="T31" fmla="*/ 44 h 151"/>
                      <a:gd name="T32" fmla="*/ 58 w 98"/>
                      <a:gd name="T33" fmla="*/ 40 h 151"/>
                      <a:gd name="T34" fmla="*/ 49 w 98"/>
                      <a:gd name="T35" fmla="*/ 31 h 151"/>
                      <a:gd name="T36" fmla="*/ 45 w 98"/>
                      <a:gd name="T37" fmla="*/ 22 h 151"/>
                      <a:gd name="T38" fmla="*/ 40 w 98"/>
                      <a:gd name="T39" fmla="*/ 26 h 151"/>
                      <a:gd name="T40" fmla="*/ 31 w 98"/>
                      <a:gd name="T41" fmla="*/ 40 h 151"/>
                      <a:gd name="T42" fmla="*/ 31 w 98"/>
                      <a:gd name="T43" fmla="*/ 67 h 151"/>
                      <a:gd name="T44" fmla="*/ 40 w 98"/>
                      <a:gd name="T45" fmla="*/ 62 h 151"/>
                      <a:gd name="T46" fmla="*/ 54 w 98"/>
                      <a:gd name="T47" fmla="*/ 67 h 151"/>
                      <a:gd name="T48" fmla="*/ 58 w 98"/>
                      <a:gd name="T49" fmla="*/ 89 h 151"/>
                      <a:gd name="T50" fmla="*/ 54 w 98"/>
                      <a:gd name="T51" fmla="*/ 102 h 151"/>
                      <a:gd name="T52" fmla="*/ 40 w 98"/>
                      <a:gd name="T53" fmla="*/ 107 h 151"/>
                      <a:gd name="T54" fmla="*/ 0 w 98"/>
                      <a:gd name="T55" fmla="*/ 129 h 151"/>
                      <a:gd name="T56" fmla="*/ 40 w 98"/>
                      <a:gd name="T57" fmla="*/ 8 h 151"/>
                      <a:gd name="T58" fmla="*/ 45 w 98"/>
                      <a:gd name="T59" fmla="*/ 8 h 151"/>
                      <a:gd name="T60" fmla="*/ 49 w 98"/>
                      <a:gd name="T61" fmla="*/ 4 h 151"/>
                      <a:gd name="T62" fmla="*/ 49 w 98"/>
                      <a:gd name="T63" fmla="*/ 0 h 151"/>
                      <a:gd name="T64" fmla="*/ 45 w 98"/>
                      <a:gd name="T65" fmla="*/ 0 h 151"/>
                      <a:gd name="T66" fmla="*/ 40 w 98"/>
                      <a:gd name="T67" fmla="*/ 8 h 15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</a:cxnLst>
                    <a:rect l="0" t="0" r="r" b="b"/>
                    <a:pathLst>
                      <a:path w="98" h="151">
                        <a:moveTo>
                          <a:pt x="0" y="129"/>
                        </a:moveTo>
                        <a:lnTo>
                          <a:pt x="4" y="151"/>
                        </a:lnTo>
                        <a:lnTo>
                          <a:pt x="22" y="147"/>
                        </a:lnTo>
                        <a:lnTo>
                          <a:pt x="36" y="151"/>
                        </a:lnTo>
                        <a:lnTo>
                          <a:pt x="36" y="134"/>
                        </a:lnTo>
                        <a:lnTo>
                          <a:pt x="49" y="134"/>
                        </a:lnTo>
                        <a:lnTo>
                          <a:pt x="54" y="120"/>
                        </a:lnTo>
                        <a:lnTo>
                          <a:pt x="71" y="120"/>
                        </a:lnTo>
                        <a:lnTo>
                          <a:pt x="71" y="102"/>
                        </a:lnTo>
                        <a:lnTo>
                          <a:pt x="80" y="102"/>
                        </a:lnTo>
                        <a:lnTo>
                          <a:pt x="85" y="98"/>
                        </a:lnTo>
                        <a:lnTo>
                          <a:pt x="80" y="98"/>
                        </a:lnTo>
                        <a:lnTo>
                          <a:pt x="89" y="84"/>
                        </a:lnTo>
                        <a:lnTo>
                          <a:pt x="98" y="67"/>
                        </a:lnTo>
                        <a:lnTo>
                          <a:pt x="89" y="62"/>
                        </a:lnTo>
                        <a:lnTo>
                          <a:pt x="80" y="44"/>
                        </a:lnTo>
                        <a:lnTo>
                          <a:pt x="58" y="40"/>
                        </a:lnTo>
                        <a:lnTo>
                          <a:pt x="49" y="31"/>
                        </a:lnTo>
                        <a:lnTo>
                          <a:pt x="45" y="22"/>
                        </a:lnTo>
                        <a:lnTo>
                          <a:pt x="40" y="26"/>
                        </a:lnTo>
                        <a:lnTo>
                          <a:pt x="31" y="40"/>
                        </a:lnTo>
                        <a:lnTo>
                          <a:pt x="31" y="67"/>
                        </a:lnTo>
                        <a:lnTo>
                          <a:pt x="40" y="62"/>
                        </a:lnTo>
                        <a:lnTo>
                          <a:pt x="54" y="67"/>
                        </a:lnTo>
                        <a:lnTo>
                          <a:pt x="58" y="89"/>
                        </a:lnTo>
                        <a:lnTo>
                          <a:pt x="54" y="102"/>
                        </a:lnTo>
                        <a:lnTo>
                          <a:pt x="40" y="107"/>
                        </a:lnTo>
                        <a:lnTo>
                          <a:pt x="0" y="129"/>
                        </a:lnTo>
                        <a:close/>
                        <a:moveTo>
                          <a:pt x="40" y="8"/>
                        </a:moveTo>
                        <a:lnTo>
                          <a:pt x="45" y="8"/>
                        </a:lnTo>
                        <a:lnTo>
                          <a:pt x="49" y="4"/>
                        </a:lnTo>
                        <a:lnTo>
                          <a:pt x="49" y="0"/>
                        </a:lnTo>
                        <a:lnTo>
                          <a:pt x="45" y="0"/>
                        </a:lnTo>
                        <a:lnTo>
                          <a:pt x="40" y="8"/>
                        </a:lnTo>
                        <a:close/>
                      </a:path>
                    </a:pathLst>
                  </a:custGeom>
                  <a:grpFill/>
                  <a:ln w="9525" cmpd="sng">
                    <a:solidFill>
                      <a:schemeClr val="bg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dirty="0">
                      <a:latin typeface="Delivery" panose="020F0503020204020204" pitchFamily="34" charset="0"/>
                    </a:endParaRPr>
                  </a:p>
                </p:txBody>
              </p:sp>
              <p:sp>
                <p:nvSpPr>
                  <p:cNvPr id="484" name="Freeform 141">
                    <a:extLst>
                      <a:ext uri="{FF2B5EF4-FFF2-40B4-BE49-F238E27FC236}">
                        <a16:creationId xmlns:a16="http://schemas.microsoft.com/office/drawing/2014/main" id="{4E5C9857-B1BB-A7A2-9419-047E53096EA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gray">
                  <a:xfrm>
                    <a:off x="3831" y="2319"/>
                    <a:ext cx="116" cy="67"/>
                  </a:xfrm>
                  <a:custGeom>
                    <a:avLst/>
                    <a:gdLst>
                      <a:gd name="T0" fmla="*/ 8 w 116"/>
                      <a:gd name="T1" fmla="*/ 0 h 67"/>
                      <a:gd name="T2" fmla="*/ 26 w 116"/>
                      <a:gd name="T3" fmla="*/ 4 h 67"/>
                      <a:gd name="T4" fmla="*/ 44 w 116"/>
                      <a:gd name="T5" fmla="*/ 22 h 67"/>
                      <a:gd name="T6" fmla="*/ 53 w 116"/>
                      <a:gd name="T7" fmla="*/ 22 h 67"/>
                      <a:gd name="T8" fmla="*/ 75 w 116"/>
                      <a:gd name="T9" fmla="*/ 40 h 67"/>
                      <a:gd name="T10" fmla="*/ 116 w 116"/>
                      <a:gd name="T11" fmla="*/ 45 h 67"/>
                      <a:gd name="T12" fmla="*/ 116 w 116"/>
                      <a:gd name="T13" fmla="*/ 63 h 67"/>
                      <a:gd name="T14" fmla="*/ 107 w 116"/>
                      <a:gd name="T15" fmla="*/ 67 h 67"/>
                      <a:gd name="T16" fmla="*/ 75 w 116"/>
                      <a:gd name="T17" fmla="*/ 63 h 67"/>
                      <a:gd name="T18" fmla="*/ 75 w 116"/>
                      <a:gd name="T19" fmla="*/ 58 h 67"/>
                      <a:gd name="T20" fmla="*/ 67 w 116"/>
                      <a:gd name="T21" fmla="*/ 58 h 67"/>
                      <a:gd name="T22" fmla="*/ 58 w 116"/>
                      <a:gd name="T23" fmla="*/ 49 h 67"/>
                      <a:gd name="T24" fmla="*/ 49 w 116"/>
                      <a:gd name="T25" fmla="*/ 54 h 67"/>
                      <a:gd name="T26" fmla="*/ 35 w 116"/>
                      <a:gd name="T27" fmla="*/ 49 h 67"/>
                      <a:gd name="T28" fmla="*/ 8 w 116"/>
                      <a:gd name="T29" fmla="*/ 36 h 67"/>
                      <a:gd name="T30" fmla="*/ 8 w 116"/>
                      <a:gd name="T31" fmla="*/ 27 h 67"/>
                      <a:gd name="T32" fmla="*/ 0 w 116"/>
                      <a:gd name="T33" fmla="*/ 27 h 67"/>
                      <a:gd name="T34" fmla="*/ 0 w 116"/>
                      <a:gd name="T35" fmla="*/ 9 h 67"/>
                      <a:gd name="T36" fmla="*/ 8 w 116"/>
                      <a:gd name="T37" fmla="*/ 0 h 6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</a:cxnLst>
                    <a:rect l="0" t="0" r="r" b="b"/>
                    <a:pathLst>
                      <a:path w="116" h="67">
                        <a:moveTo>
                          <a:pt x="8" y="0"/>
                        </a:moveTo>
                        <a:lnTo>
                          <a:pt x="26" y="4"/>
                        </a:lnTo>
                        <a:lnTo>
                          <a:pt x="44" y="22"/>
                        </a:lnTo>
                        <a:lnTo>
                          <a:pt x="53" y="22"/>
                        </a:lnTo>
                        <a:lnTo>
                          <a:pt x="75" y="40"/>
                        </a:lnTo>
                        <a:lnTo>
                          <a:pt x="116" y="45"/>
                        </a:lnTo>
                        <a:lnTo>
                          <a:pt x="116" y="63"/>
                        </a:lnTo>
                        <a:lnTo>
                          <a:pt x="107" y="67"/>
                        </a:lnTo>
                        <a:lnTo>
                          <a:pt x="75" y="63"/>
                        </a:lnTo>
                        <a:lnTo>
                          <a:pt x="75" y="58"/>
                        </a:lnTo>
                        <a:lnTo>
                          <a:pt x="67" y="58"/>
                        </a:lnTo>
                        <a:lnTo>
                          <a:pt x="58" y="49"/>
                        </a:lnTo>
                        <a:lnTo>
                          <a:pt x="49" y="54"/>
                        </a:lnTo>
                        <a:lnTo>
                          <a:pt x="35" y="49"/>
                        </a:lnTo>
                        <a:lnTo>
                          <a:pt x="8" y="36"/>
                        </a:lnTo>
                        <a:lnTo>
                          <a:pt x="8" y="27"/>
                        </a:lnTo>
                        <a:lnTo>
                          <a:pt x="0" y="27"/>
                        </a:lnTo>
                        <a:lnTo>
                          <a:pt x="0" y="9"/>
                        </a:lnTo>
                        <a:lnTo>
                          <a:pt x="8" y="0"/>
                        </a:lnTo>
                        <a:close/>
                      </a:path>
                    </a:pathLst>
                  </a:custGeom>
                  <a:grpFill/>
                  <a:ln w="9525" cmpd="sng">
                    <a:solidFill>
                      <a:schemeClr val="bg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dirty="0">
                      <a:latin typeface="Delivery" panose="020F0503020204020204" pitchFamily="34" charset="0"/>
                    </a:endParaRPr>
                  </a:p>
                </p:txBody>
              </p:sp>
              <p:sp>
                <p:nvSpPr>
                  <p:cNvPr id="485" name="Freeform 142">
                    <a:extLst>
                      <a:ext uri="{FF2B5EF4-FFF2-40B4-BE49-F238E27FC236}">
                        <a16:creationId xmlns:a16="http://schemas.microsoft.com/office/drawing/2014/main" id="{0F36284E-E164-C080-431C-389489D8E0AA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gray">
                  <a:xfrm>
                    <a:off x="5032" y="3083"/>
                    <a:ext cx="58" cy="36"/>
                  </a:xfrm>
                  <a:custGeom>
                    <a:avLst/>
                    <a:gdLst>
                      <a:gd name="T0" fmla="*/ 0 w 58"/>
                      <a:gd name="T1" fmla="*/ 0 h 36"/>
                      <a:gd name="T2" fmla="*/ 0 w 58"/>
                      <a:gd name="T3" fmla="*/ 0 h 36"/>
                      <a:gd name="T4" fmla="*/ 9 w 58"/>
                      <a:gd name="T5" fmla="*/ 14 h 36"/>
                      <a:gd name="T6" fmla="*/ 22 w 58"/>
                      <a:gd name="T7" fmla="*/ 27 h 36"/>
                      <a:gd name="T8" fmla="*/ 40 w 58"/>
                      <a:gd name="T9" fmla="*/ 36 h 36"/>
                      <a:gd name="T10" fmla="*/ 45 w 58"/>
                      <a:gd name="T11" fmla="*/ 31 h 36"/>
                      <a:gd name="T12" fmla="*/ 36 w 58"/>
                      <a:gd name="T13" fmla="*/ 27 h 36"/>
                      <a:gd name="T14" fmla="*/ 31 w 58"/>
                      <a:gd name="T15" fmla="*/ 22 h 36"/>
                      <a:gd name="T16" fmla="*/ 18 w 58"/>
                      <a:gd name="T17" fmla="*/ 9 h 36"/>
                      <a:gd name="T18" fmla="*/ 14 w 58"/>
                      <a:gd name="T19" fmla="*/ 9 h 36"/>
                      <a:gd name="T20" fmla="*/ 9 w 58"/>
                      <a:gd name="T21" fmla="*/ 5 h 36"/>
                      <a:gd name="T22" fmla="*/ 5 w 58"/>
                      <a:gd name="T23" fmla="*/ 0 h 36"/>
                      <a:gd name="T24" fmla="*/ 0 w 58"/>
                      <a:gd name="T25" fmla="*/ 0 h 36"/>
                      <a:gd name="T26" fmla="*/ 54 w 58"/>
                      <a:gd name="T27" fmla="*/ 14 h 36"/>
                      <a:gd name="T28" fmla="*/ 49 w 58"/>
                      <a:gd name="T29" fmla="*/ 14 h 36"/>
                      <a:gd name="T30" fmla="*/ 45 w 58"/>
                      <a:gd name="T31" fmla="*/ 9 h 36"/>
                      <a:gd name="T32" fmla="*/ 45 w 58"/>
                      <a:gd name="T33" fmla="*/ 9 h 36"/>
                      <a:gd name="T34" fmla="*/ 45 w 58"/>
                      <a:gd name="T35" fmla="*/ 9 h 36"/>
                      <a:gd name="T36" fmla="*/ 45 w 58"/>
                      <a:gd name="T37" fmla="*/ 14 h 36"/>
                      <a:gd name="T38" fmla="*/ 49 w 58"/>
                      <a:gd name="T39" fmla="*/ 18 h 36"/>
                      <a:gd name="T40" fmla="*/ 54 w 58"/>
                      <a:gd name="T41" fmla="*/ 14 h 36"/>
                      <a:gd name="T42" fmla="*/ 58 w 58"/>
                      <a:gd name="T43" fmla="*/ 22 h 36"/>
                      <a:gd name="T44" fmla="*/ 58 w 58"/>
                      <a:gd name="T45" fmla="*/ 18 h 36"/>
                      <a:gd name="T46" fmla="*/ 54 w 58"/>
                      <a:gd name="T47" fmla="*/ 18 h 36"/>
                      <a:gd name="T48" fmla="*/ 54 w 58"/>
                      <a:gd name="T49" fmla="*/ 18 h 36"/>
                      <a:gd name="T50" fmla="*/ 54 w 58"/>
                      <a:gd name="T51" fmla="*/ 22 h 36"/>
                      <a:gd name="T52" fmla="*/ 58 w 58"/>
                      <a:gd name="T53" fmla="*/ 22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</a:cxnLst>
                    <a:rect l="0" t="0" r="r" b="b"/>
                    <a:pathLst>
                      <a:path w="58" h="36">
                        <a:moveTo>
                          <a:pt x="0" y="0"/>
                        </a:moveTo>
                        <a:lnTo>
                          <a:pt x="0" y="0"/>
                        </a:lnTo>
                        <a:lnTo>
                          <a:pt x="9" y="14"/>
                        </a:lnTo>
                        <a:lnTo>
                          <a:pt x="22" y="27"/>
                        </a:lnTo>
                        <a:lnTo>
                          <a:pt x="40" y="36"/>
                        </a:lnTo>
                        <a:lnTo>
                          <a:pt x="45" y="31"/>
                        </a:lnTo>
                        <a:lnTo>
                          <a:pt x="36" y="27"/>
                        </a:lnTo>
                        <a:lnTo>
                          <a:pt x="31" y="22"/>
                        </a:lnTo>
                        <a:lnTo>
                          <a:pt x="18" y="9"/>
                        </a:lnTo>
                        <a:lnTo>
                          <a:pt x="14" y="9"/>
                        </a:lnTo>
                        <a:lnTo>
                          <a:pt x="9" y="5"/>
                        </a:lnTo>
                        <a:lnTo>
                          <a:pt x="5" y="0"/>
                        </a:lnTo>
                        <a:lnTo>
                          <a:pt x="0" y="0"/>
                        </a:lnTo>
                        <a:close/>
                        <a:moveTo>
                          <a:pt x="54" y="14"/>
                        </a:moveTo>
                        <a:lnTo>
                          <a:pt x="49" y="14"/>
                        </a:lnTo>
                        <a:lnTo>
                          <a:pt x="45" y="9"/>
                        </a:lnTo>
                        <a:lnTo>
                          <a:pt x="45" y="9"/>
                        </a:lnTo>
                        <a:lnTo>
                          <a:pt x="45" y="9"/>
                        </a:lnTo>
                        <a:lnTo>
                          <a:pt x="45" y="14"/>
                        </a:lnTo>
                        <a:lnTo>
                          <a:pt x="49" y="18"/>
                        </a:lnTo>
                        <a:lnTo>
                          <a:pt x="54" y="14"/>
                        </a:lnTo>
                        <a:close/>
                        <a:moveTo>
                          <a:pt x="58" y="22"/>
                        </a:moveTo>
                        <a:lnTo>
                          <a:pt x="58" y="18"/>
                        </a:lnTo>
                        <a:lnTo>
                          <a:pt x="54" y="18"/>
                        </a:lnTo>
                        <a:lnTo>
                          <a:pt x="54" y="18"/>
                        </a:lnTo>
                        <a:lnTo>
                          <a:pt x="54" y="22"/>
                        </a:lnTo>
                        <a:lnTo>
                          <a:pt x="58" y="22"/>
                        </a:lnTo>
                        <a:close/>
                      </a:path>
                    </a:pathLst>
                  </a:custGeom>
                  <a:grpFill/>
                  <a:ln w="9525" cmpd="sng">
                    <a:solidFill>
                      <a:schemeClr val="bg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dirty="0">
                      <a:latin typeface="Delivery" panose="020F0503020204020204" pitchFamily="34" charset="0"/>
                    </a:endParaRPr>
                  </a:p>
                </p:txBody>
              </p:sp>
              <p:sp>
                <p:nvSpPr>
                  <p:cNvPr id="486" name="Freeform 143">
                    <a:extLst>
                      <a:ext uri="{FF2B5EF4-FFF2-40B4-BE49-F238E27FC236}">
                        <a16:creationId xmlns:a16="http://schemas.microsoft.com/office/drawing/2014/main" id="{9660E823-DD9E-F34C-6BC5-F64298C1AC1C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gray">
                  <a:xfrm>
                    <a:off x="5063" y="2998"/>
                    <a:ext cx="32" cy="49"/>
                  </a:xfrm>
                  <a:custGeom>
                    <a:avLst/>
                    <a:gdLst>
                      <a:gd name="T0" fmla="*/ 5 w 32"/>
                      <a:gd name="T1" fmla="*/ 0 h 49"/>
                      <a:gd name="T2" fmla="*/ 0 w 32"/>
                      <a:gd name="T3" fmla="*/ 5 h 49"/>
                      <a:gd name="T4" fmla="*/ 5 w 32"/>
                      <a:gd name="T5" fmla="*/ 14 h 49"/>
                      <a:gd name="T6" fmla="*/ 14 w 32"/>
                      <a:gd name="T7" fmla="*/ 14 h 49"/>
                      <a:gd name="T8" fmla="*/ 14 w 32"/>
                      <a:gd name="T9" fmla="*/ 5 h 49"/>
                      <a:gd name="T10" fmla="*/ 9 w 32"/>
                      <a:gd name="T11" fmla="*/ 5 h 49"/>
                      <a:gd name="T12" fmla="*/ 5 w 32"/>
                      <a:gd name="T13" fmla="*/ 0 h 49"/>
                      <a:gd name="T14" fmla="*/ 18 w 32"/>
                      <a:gd name="T15" fmla="*/ 18 h 49"/>
                      <a:gd name="T16" fmla="*/ 14 w 32"/>
                      <a:gd name="T17" fmla="*/ 23 h 49"/>
                      <a:gd name="T18" fmla="*/ 23 w 32"/>
                      <a:gd name="T19" fmla="*/ 27 h 49"/>
                      <a:gd name="T20" fmla="*/ 23 w 32"/>
                      <a:gd name="T21" fmla="*/ 27 h 49"/>
                      <a:gd name="T22" fmla="*/ 18 w 32"/>
                      <a:gd name="T23" fmla="*/ 18 h 49"/>
                      <a:gd name="T24" fmla="*/ 27 w 32"/>
                      <a:gd name="T25" fmla="*/ 40 h 49"/>
                      <a:gd name="T26" fmla="*/ 27 w 32"/>
                      <a:gd name="T27" fmla="*/ 45 h 49"/>
                      <a:gd name="T28" fmla="*/ 32 w 32"/>
                      <a:gd name="T29" fmla="*/ 49 h 49"/>
                      <a:gd name="T30" fmla="*/ 32 w 32"/>
                      <a:gd name="T31" fmla="*/ 40 h 49"/>
                      <a:gd name="T32" fmla="*/ 27 w 32"/>
                      <a:gd name="T33" fmla="*/ 40 h 4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</a:cxnLst>
                    <a:rect l="0" t="0" r="r" b="b"/>
                    <a:pathLst>
                      <a:path w="32" h="49">
                        <a:moveTo>
                          <a:pt x="5" y="0"/>
                        </a:moveTo>
                        <a:lnTo>
                          <a:pt x="0" y="5"/>
                        </a:lnTo>
                        <a:lnTo>
                          <a:pt x="5" y="14"/>
                        </a:lnTo>
                        <a:lnTo>
                          <a:pt x="14" y="14"/>
                        </a:lnTo>
                        <a:lnTo>
                          <a:pt x="14" y="5"/>
                        </a:lnTo>
                        <a:lnTo>
                          <a:pt x="9" y="5"/>
                        </a:lnTo>
                        <a:lnTo>
                          <a:pt x="5" y="0"/>
                        </a:lnTo>
                        <a:close/>
                        <a:moveTo>
                          <a:pt x="18" y="18"/>
                        </a:moveTo>
                        <a:lnTo>
                          <a:pt x="14" y="23"/>
                        </a:lnTo>
                        <a:lnTo>
                          <a:pt x="23" y="27"/>
                        </a:lnTo>
                        <a:lnTo>
                          <a:pt x="23" y="27"/>
                        </a:lnTo>
                        <a:lnTo>
                          <a:pt x="18" y="18"/>
                        </a:lnTo>
                        <a:close/>
                        <a:moveTo>
                          <a:pt x="27" y="40"/>
                        </a:moveTo>
                        <a:lnTo>
                          <a:pt x="27" y="45"/>
                        </a:lnTo>
                        <a:lnTo>
                          <a:pt x="32" y="49"/>
                        </a:lnTo>
                        <a:lnTo>
                          <a:pt x="32" y="40"/>
                        </a:lnTo>
                        <a:lnTo>
                          <a:pt x="27" y="40"/>
                        </a:lnTo>
                        <a:close/>
                      </a:path>
                    </a:pathLst>
                  </a:custGeom>
                  <a:grpFill/>
                  <a:ln w="9525" cmpd="sng">
                    <a:solidFill>
                      <a:schemeClr val="bg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dirty="0">
                      <a:latin typeface="Delivery" panose="020F0503020204020204" pitchFamily="34" charset="0"/>
                    </a:endParaRPr>
                  </a:p>
                </p:txBody>
              </p:sp>
              <p:sp>
                <p:nvSpPr>
                  <p:cNvPr id="487" name="Freeform 144">
                    <a:extLst>
                      <a:ext uri="{FF2B5EF4-FFF2-40B4-BE49-F238E27FC236}">
                        <a16:creationId xmlns:a16="http://schemas.microsoft.com/office/drawing/2014/main" id="{9EC9843C-7C48-2715-343C-576759594C02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gray">
                  <a:xfrm>
                    <a:off x="4657" y="2645"/>
                    <a:ext cx="366" cy="130"/>
                  </a:xfrm>
                  <a:custGeom>
                    <a:avLst/>
                    <a:gdLst>
                      <a:gd name="T0" fmla="*/ 4 w 366"/>
                      <a:gd name="T1" fmla="*/ 0 h 130"/>
                      <a:gd name="T2" fmla="*/ 0 w 366"/>
                      <a:gd name="T3" fmla="*/ 0 h 130"/>
                      <a:gd name="T4" fmla="*/ 4 w 366"/>
                      <a:gd name="T5" fmla="*/ 0 h 130"/>
                      <a:gd name="T6" fmla="*/ 4 w 366"/>
                      <a:gd name="T7" fmla="*/ 0 h 130"/>
                      <a:gd name="T8" fmla="*/ 232 w 366"/>
                      <a:gd name="T9" fmla="*/ 130 h 130"/>
                      <a:gd name="T10" fmla="*/ 237 w 366"/>
                      <a:gd name="T11" fmla="*/ 130 h 130"/>
                      <a:gd name="T12" fmla="*/ 241 w 366"/>
                      <a:gd name="T13" fmla="*/ 130 h 130"/>
                      <a:gd name="T14" fmla="*/ 237 w 366"/>
                      <a:gd name="T15" fmla="*/ 130 h 130"/>
                      <a:gd name="T16" fmla="*/ 237 w 366"/>
                      <a:gd name="T17" fmla="*/ 125 h 130"/>
                      <a:gd name="T18" fmla="*/ 237 w 366"/>
                      <a:gd name="T19" fmla="*/ 130 h 130"/>
                      <a:gd name="T20" fmla="*/ 232 w 366"/>
                      <a:gd name="T21" fmla="*/ 130 h 130"/>
                      <a:gd name="T22" fmla="*/ 281 w 366"/>
                      <a:gd name="T23" fmla="*/ 116 h 130"/>
                      <a:gd name="T24" fmla="*/ 281 w 366"/>
                      <a:gd name="T25" fmla="*/ 121 h 130"/>
                      <a:gd name="T26" fmla="*/ 286 w 366"/>
                      <a:gd name="T27" fmla="*/ 116 h 130"/>
                      <a:gd name="T28" fmla="*/ 281 w 366"/>
                      <a:gd name="T29" fmla="*/ 116 h 130"/>
                      <a:gd name="T30" fmla="*/ 286 w 366"/>
                      <a:gd name="T31" fmla="*/ 36 h 130"/>
                      <a:gd name="T32" fmla="*/ 286 w 366"/>
                      <a:gd name="T33" fmla="*/ 36 h 130"/>
                      <a:gd name="T34" fmla="*/ 290 w 366"/>
                      <a:gd name="T35" fmla="*/ 31 h 130"/>
                      <a:gd name="T36" fmla="*/ 286 w 366"/>
                      <a:gd name="T37" fmla="*/ 36 h 130"/>
                      <a:gd name="T38" fmla="*/ 362 w 366"/>
                      <a:gd name="T39" fmla="*/ 58 h 130"/>
                      <a:gd name="T40" fmla="*/ 366 w 366"/>
                      <a:gd name="T41" fmla="*/ 58 h 130"/>
                      <a:gd name="T42" fmla="*/ 366 w 366"/>
                      <a:gd name="T43" fmla="*/ 54 h 130"/>
                      <a:gd name="T44" fmla="*/ 362 w 366"/>
                      <a:gd name="T45" fmla="*/ 58 h 1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</a:cxnLst>
                    <a:rect l="0" t="0" r="r" b="b"/>
                    <a:pathLst>
                      <a:path w="366" h="130">
                        <a:moveTo>
                          <a:pt x="4" y="0"/>
                        </a:moveTo>
                        <a:lnTo>
                          <a:pt x="0" y="0"/>
                        </a:lnTo>
                        <a:lnTo>
                          <a:pt x="4" y="0"/>
                        </a:lnTo>
                        <a:lnTo>
                          <a:pt x="4" y="0"/>
                        </a:lnTo>
                        <a:close/>
                        <a:moveTo>
                          <a:pt x="232" y="130"/>
                        </a:moveTo>
                        <a:lnTo>
                          <a:pt x="237" y="130"/>
                        </a:lnTo>
                        <a:lnTo>
                          <a:pt x="241" y="130"/>
                        </a:lnTo>
                        <a:lnTo>
                          <a:pt x="237" y="130"/>
                        </a:lnTo>
                        <a:lnTo>
                          <a:pt x="237" y="125"/>
                        </a:lnTo>
                        <a:lnTo>
                          <a:pt x="237" y="130"/>
                        </a:lnTo>
                        <a:lnTo>
                          <a:pt x="232" y="130"/>
                        </a:lnTo>
                        <a:close/>
                        <a:moveTo>
                          <a:pt x="281" y="116"/>
                        </a:moveTo>
                        <a:lnTo>
                          <a:pt x="281" y="121"/>
                        </a:lnTo>
                        <a:lnTo>
                          <a:pt x="286" y="116"/>
                        </a:lnTo>
                        <a:lnTo>
                          <a:pt x="281" y="116"/>
                        </a:lnTo>
                        <a:close/>
                        <a:moveTo>
                          <a:pt x="286" y="36"/>
                        </a:moveTo>
                        <a:lnTo>
                          <a:pt x="286" y="36"/>
                        </a:lnTo>
                        <a:lnTo>
                          <a:pt x="290" y="31"/>
                        </a:lnTo>
                        <a:lnTo>
                          <a:pt x="286" y="36"/>
                        </a:lnTo>
                        <a:close/>
                        <a:moveTo>
                          <a:pt x="362" y="58"/>
                        </a:moveTo>
                        <a:lnTo>
                          <a:pt x="366" y="58"/>
                        </a:lnTo>
                        <a:lnTo>
                          <a:pt x="366" y="54"/>
                        </a:lnTo>
                        <a:lnTo>
                          <a:pt x="362" y="58"/>
                        </a:lnTo>
                        <a:close/>
                      </a:path>
                    </a:pathLst>
                  </a:custGeom>
                  <a:grpFill/>
                  <a:ln w="9525" cmpd="sng">
                    <a:solidFill>
                      <a:schemeClr val="bg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dirty="0">
                      <a:latin typeface="Delivery" panose="020F0503020204020204" pitchFamily="34" charset="0"/>
                    </a:endParaRPr>
                  </a:p>
                </p:txBody>
              </p:sp>
              <p:sp>
                <p:nvSpPr>
                  <p:cNvPr id="488" name="Freeform 145">
                    <a:extLst>
                      <a:ext uri="{FF2B5EF4-FFF2-40B4-BE49-F238E27FC236}">
                        <a16:creationId xmlns:a16="http://schemas.microsoft.com/office/drawing/2014/main" id="{7B58F5C0-6762-A428-3967-D7008615A54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gray">
                  <a:xfrm>
                    <a:off x="3554" y="2203"/>
                    <a:ext cx="236" cy="228"/>
                  </a:xfrm>
                  <a:custGeom>
                    <a:avLst/>
                    <a:gdLst>
                      <a:gd name="T0" fmla="*/ 9 w 236"/>
                      <a:gd name="T1" fmla="*/ 129 h 228"/>
                      <a:gd name="T2" fmla="*/ 76 w 236"/>
                      <a:gd name="T3" fmla="*/ 129 h 228"/>
                      <a:gd name="T4" fmla="*/ 84 w 236"/>
                      <a:gd name="T5" fmla="*/ 98 h 228"/>
                      <a:gd name="T6" fmla="*/ 107 w 236"/>
                      <a:gd name="T7" fmla="*/ 89 h 228"/>
                      <a:gd name="T8" fmla="*/ 120 w 236"/>
                      <a:gd name="T9" fmla="*/ 89 h 228"/>
                      <a:gd name="T10" fmla="*/ 120 w 236"/>
                      <a:gd name="T11" fmla="*/ 71 h 228"/>
                      <a:gd name="T12" fmla="*/ 129 w 236"/>
                      <a:gd name="T13" fmla="*/ 53 h 228"/>
                      <a:gd name="T14" fmla="*/ 151 w 236"/>
                      <a:gd name="T15" fmla="*/ 31 h 228"/>
                      <a:gd name="T16" fmla="*/ 151 w 236"/>
                      <a:gd name="T17" fmla="*/ 13 h 228"/>
                      <a:gd name="T18" fmla="*/ 192 w 236"/>
                      <a:gd name="T19" fmla="*/ 0 h 228"/>
                      <a:gd name="T20" fmla="*/ 214 w 236"/>
                      <a:gd name="T21" fmla="*/ 0 h 228"/>
                      <a:gd name="T22" fmla="*/ 236 w 236"/>
                      <a:gd name="T23" fmla="*/ 9 h 228"/>
                      <a:gd name="T24" fmla="*/ 218 w 236"/>
                      <a:gd name="T25" fmla="*/ 36 h 228"/>
                      <a:gd name="T26" fmla="*/ 183 w 236"/>
                      <a:gd name="T27" fmla="*/ 53 h 228"/>
                      <a:gd name="T28" fmla="*/ 210 w 236"/>
                      <a:gd name="T29" fmla="*/ 80 h 228"/>
                      <a:gd name="T30" fmla="*/ 192 w 236"/>
                      <a:gd name="T31" fmla="*/ 112 h 228"/>
                      <a:gd name="T32" fmla="*/ 165 w 236"/>
                      <a:gd name="T33" fmla="*/ 143 h 228"/>
                      <a:gd name="T34" fmla="*/ 143 w 236"/>
                      <a:gd name="T35" fmla="*/ 161 h 228"/>
                      <a:gd name="T36" fmla="*/ 125 w 236"/>
                      <a:gd name="T37" fmla="*/ 170 h 228"/>
                      <a:gd name="T38" fmla="*/ 134 w 236"/>
                      <a:gd name="T39" fmla="*/ 179 h 228"/>
                      <a:gd name="T40" fmla="*/ 143 w 236"/>
                      <a:gd name="T41" fmla="*/ 192 h 228"/>
                      <a:gd name="T42" fmla="*/ 138 w 236"/>
                      <a:gd name="T43" fmla="*/ 214 h 228"/>
                      <a:gd name="T44" fmla="*/ 107 w 236"/>
                      <a:gd name="T45" fmla="*/ 228 h 228"/>
                      <a:gd name="T46" fmla="*/ 89 w 236"/>
                      <a:gd name="T47" fmla="*/ 205 h 228"/>
                      <a:gd name="T48" fmla="*/ 84 w 236"/>
                      <a:gd name="T49" fmla="*/ 205 h 228"/>
                      <a:gd name="T50" fmla="*/ 80 w 236"/>
                      <a:gd name="T51" fmla="*/ 196 h 228"/>
                      <a:gd name="T52" fmla="*/ 53 w 236"/>
                      <a:gd name="T53" fmla="*/ 201 h 228"/>
                      <a:gd name="T54" fmla="*/ 40 w 236"/>
                      <a:gd name="T55" fmla="*/ 196 h 228"/>
                      <a:gd name="T56" fmla="*/ 26 w 236"/>
                      <a:gd name="T57" fmla="*/ 196 h 228"/>
                      <a:gd name="T58" fmla="*/ 13 w 236"/>
                      <a:gd name="T59" fmla="*/ 201 h 228"/>
                      <a:gd name="T60" fmla="*/ 13 w 236"/>
                      <a:gd name="T61" fmla="*/ 187 h 228"/>
                      <a:gd name="T62" fmla="*/ 35 w 236"/>
                      <a:gd name="T63" fmla="*/ 174 h 228"/>
                      <a:gd name="T64" fmla="*/ 26 w 236"/>
                      <a:gd name="T65" fmla="*/ 165 h 228"/>
                      <a:gd name="T66" fmla="*/ 13 w 236"/>
                      <a:gd name="T67" fmla="*/ 147 h 228"/>
                      <a:gd name="T68" fmla="*/ 0 w 236"/>
                      <a:gd name="T69" fmla="*/ 125 h 22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</a:cxnLst>
                    <a:rect l="0" t="0" r="r" b="b"/>
                    <a:pathLst>
                      <a:path w="236" h="228">
                        <a:moveTo>
                          <a:pt x="0" y="125"/>
                        </a:moveTo>
                        <a:lnTo>
                          <a:pt x="9" y="129"/>
                        </a:lnTo>
                        <a:lnTo>
                          <a:pt x="22" y="134"/>
                        </a:lnTo>
                        <a:lnTo>
                          <a:pt x="76" y="129"/>
                        </a:lnTo>
                        <a:lnTo>
                          <a:pt x="80" y="107"/>
                        </a:lnTo>
                        <a:lnTo>
                          <a:pt x="84" y="98"/>
                        </a:lnTo>
                        <a:lnTo>
                          <a:pt x="98" y="98"/>
                        </a:lnTo>
                        <a:lnTo>
                          <a:pt x="107" y="89"/>
                        </a:lnTo>
                        <a:lnTo>
                          <a:pt x="116" y="94"/>
                        </a:lnTo>
                        <a:lnTo>
                          <a:pt x="120" y="89"/>
                        </a:lnTo>
                        <a:lnTo>
                          <a:pt x="120" y="76"/>
                        </a:lnTo>
                        <a:lnTo>
                          <a:pt x="120" y="71"/>
                        </a:lnTo>
                        <a:lnTo>
                          <a:pt x="134" y="62"/>
                        </a:lnTo>
                        <a:lnTo>
                          <a:pt x="129" y="53"/>
                        </a:lnTo>
                        <a:lnTo>
                          <a:pt x="143" y="49"/>
                        </a:lnTo>
                        <a:lnTo>
                          <a:pt x="151" y="31"/>
                        </a:lnTo>
                        <a:lnTo>
                          <a:pt x="147" y="22"/>
                        </a:lnTo>
                        <a:lnTo>
                          <a:pt x="151" y="13"/>
                        </a:lnTo>
                        <a:lnTo>
                          <a:pt x="169" y="4"/>
                        </a:lnTo>
                        <a:lnTo>
                          <a:pt x="192" y="0"/>
                        </a:lnTo>
                        <a:lnTo>
                          <a:pt x="196" y="0"/>
                        </a:lnTo>
                        <a:lnTo>
                          <a:pt x="214" y="0"/>
                        </a:lnTo>
                        <a:lnTo>
                          <a:pt x="223" y="13"/>
                        </a:lnTo>
                        <a:lnTo>
                          <a:pt x="236" y="9"/>
                        </a:lnTo>
                        <a:lnTo>
                          <a:pt x="232" y="40"/>
                        </a:lnTo>
                        <a:lnTo>
                          <a:pt x="218" y="36"/>
                        </a:lnTo>
                        <a:lnTo>
                          <a:pt x="187" y="36"/>
                        </a:lnTo>
                        <a:lnTo>
                          <a:pt x="183" y="53"/>
                        </a:lnTo>
                        <a:lnTo>
                          <a:pt x="187" y="67"/>
                        </a:lnTo>
                        <a:lnTo>
                          <a:pt x="210" y="80"/>
                        </a:lnTo>
                        <a:lnTo>
                          <a:pt x="201" y="94"/>
                        </a:lnTo>
                        <a:lnTo>
                          <a:pt x="192" y="112"/>
                        </a:lnTo>
                        <a:lnTo>
                          <a:pt x="183" y="134"/>
                        </a:lnTo>
                        <a:lnTo>
                          <a:pt x="165" y="143"/>
                        </a:lnTo>
                        <a:lnTo>
                          <a:pt x="160" y="152"/>
                        </a:lnTo>
                        <a:lnTo>
                          <a:pt x="143" y="161"/>
                        </a:lnTo>
                        <a:lnTo>
                          <a:pt x="134" y="156"/>
                        </a:lnTo>
                        <a:lnTo>
                          <a:pt x="125" y="170"/>
                        </a:lnTo>
                        <a:lnTo>
                          <a:pt x="120" y="179"/>
                        </a:lnTo>
                        <a:lnTo>
                          <a:pt x="134" y="179"/>
                        </a:lnTo>
                        <a:lnTo>
                          <a:pt x="129" y="187"/>
                        </a:lnTo>
                        <a:lnTo>
                          <a:pt x="143" y="192"/>
                        </a:lnTo>
                        <a:lnTo>
                          <a:pt x="151" y="214"/>
                        </a:lnTo>
                        <a:lnTo>
                          <a:pt x="138" y="214"/>
                        </a:lnTo>
                        <a:lnTo>
                          <a:pt x="111" y="219"/>
                        </a:lnTo>
                        <a:lnTo>
                          <a:pt x="107" y="228"/>
                        </a:lnTo>
                        <a:lnTo>
                          <a:pt x="89" y="219"/>
                        </a:lnTo>
                        <a:lnTo>
                          <a:pt x="89" y="205"/>
                        </a:lnTo>
                        <a:lnTo>
                          <a:pt x="89" y="205"/>
                        </a:lnTo>
                        <a:lnTo>
                          <a:pt x="84" y="205"/>
                        </a:lnTo>
                        <a:lnTo>
                          <a:pt x="84" y="201"/>
                        </a:lnTo>
                        <a:lnTo>
                          <a:pt x="80" y="196"/>
                        </a:lnTo>
                        <a:lnTo>
                          <a:pt x="67" y="192"/>
                        </a:lnTo>
                        <a:lnTo>
                          <a:pt x="53" y="201"/>
                        </a:lnTo>
                        <a:lnTo>
                          <a:pt x="49" y="196"/>
                        </a:lnTo>
                        <a:lnTo>
                          <a:pt x="40" y="196"/>
                        </a:lnTo>
                        <a:lnTo>
                          <a:pt x="40" y="201"/>
                        </a:lnTo>
                        <a:lnTo>
                          <a:pt x="26" y="196"/>
                        </a:lnTo>
                        <a:lnTo>
                          <a:pt x="22" y="201"/>
                        </a:lnTo>
                        <a:lnTo>
                          <a:pt x="13" y="201"/>
                        </a:lnTo>
                        <a:lnTo>
                          <a:pt x="13" y="196"/>
                        </a:lnTo>
                        <a:lnTo>
                          <a:pt x="13" y="187"/>
                        </a:lnTo>
                        <a:lnTo>
                          <a:pt x="22" y="179"/>
                        </a:lnTo>
                        <a:lnTo>
                          <a:pt x="35" y="174"/>
                        </a:lnTo>
                        <a:lnTo>
                          <a:pt x="35" y="165"/>
                        </a:lnTo>
                        <a:lnTo>
                          <a:pt x="26" y="165"/>
                        </a:lnTo>
                        <a:lnTo>
                          <a:pt x="26" y="152"/>
                        </a:lnTo>
                        <a:lnTo>
                          <a:pt x="13" y="147"/>
                        </a:lnTo>
                        <a:lnTo>
                          <a:pt x="0" y="129"/>
                        </a:lnTo>
                        <a:lnTo>
                          <a:pt x="0" y="125"/>
                        </a:lnTo>
                        <a:close/>
                      </a:path>
                    </a:pathLst>
                  </a:custGeom>
                  <a:grpFill/>
                  <a:ln w="9525" cmpd="sng">
                    <a:solidFill>
                      <a:schemeClr val="bg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dirty="0">
                      <a:latin typeface="Delivery" panose="020F0503020204020204" pitchFamily="34" charset="0"/>
                    </a:endParaRPr>
                  </a:p>
                </p:txBody>
              </p:sp>
              <p:sp>
                <p:nvSpPr>
                  <p:cNvPr id="489" name="Freeform 146">
                    <a:extLst>
                      <a:ext uri="{FF2B5EF4-FFF2-40B4-BE49-F238E27FC236}">
                        <a16:creationId xmlns:a16="http://schemas.microsoft.com/office/drawing/2014/main" id="{6823D755-33CA-FA04-4EB2-C085FAB68D34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gray">
                  <a:xfrm>
                    <a:off x="4358" y="2502"/>
                    <a:ext cx="134" cy="206"/>
                  </a:xfrm>
                  <a:custGeom>
                    <a:avLst/>
                    <a:gdLst>
                      <a:gd name="T0" fmla="*/ 31 w 134"/>
                      <a:gd name="T1" fmla="*/ 125 h 206"/>
                      <a:gd name="T2" fmla="*/ 9 w 134"/>
                      <a:gd name="T3" fmla="*/ 152 h 206"/>
                      <a:gd name="T4" fmla="*/ 17 w 134"/>
                      <a:gd name="T5" fmla="*/ 148 h 206"/>
                      <a:gd name="T6" fmla="*/ 40 w 134"/>
                      <a:gd name="T7" fmla="*/ 116 h 206"/>
                      <a:gd name="T8" fmla="*/ 44 w 134"/>
                      <a:gd name="T9" fmla="*/ 206 h 206"/>
                      <a:gd name="T10" fmla="*/ 40 w 134"/>
                      <a:gd name="T11" fmla="*/ 201 h 206"/>
                      <a:gd name="T12" fmla="*/ 58 w 134"/>
                      <a:gd name="T13" fmla="*/ 107 h 206"/>
                      <a:gd name="T14" fmla="*/ 58 w 134"/>
                      <a:gd name="T15" fmla="*/ 85 h 206"/>
                      <a:gd name="T16" fmla="*/ 40 w 134"/>
                      <a:gd name="T17" fmla="*/ 40 h 206"/>
                      <a:gd name="T18" fmla="*/ 49 w 134"/>
                      <a:gd name="T19" fmla="*/ 63 h 206"/>
                      <a:gd name="T20" fmla="*/ 58 w 134"/>
                      <a:gd name="T21" fmla="*/ 81 h 206"/>
                      <a:gd name="T22" fmla="*/ 76 w 134"/>
                      <a:gd name="T23" fmla="*/ 76 h 206"/>
                      <a:gd name="T24" fmla="*/ 102 w 134"/>
                      <a:gd name="T25" fmla="*/ 90 h 206"/>
                      <a:gd name="T26" fmla="*/ 102 w 134"/>
                      <a:gd name="T27" fmla="*/ 81 h 206"/>
                      <a:gd name="T28" fmla="*/ 102 w 134"/>
                      <a:gd name="T29" fmla="*/ 76 h 206"/>
                      <a:gd name="T30" fmla="*/ 89 w 134"/>
                      <a:gd name="T31" fmla="*/ 76 h 206"/>
                      <a:gd name="T32" fmla="*/ 67 w 134"/>
                      <a:gd name="T33" fmla="*/ 67 h 206"/>
                      <a:gd name="T34" fmla="*/ 71 w 134"/>
                      <a:gd name="T35" fmla="*/ 76 h 206"/>
                      <a:gd name="T36" fmla="*/ 62 w 134"/>
                      <a:gd name="T37" fmla="*/ 54 h 206"/>
                      <a:gd name="T38" fmla="*/ 67 w 134"/>
                      <a:gd name="T39" fmla="*/ 36 h 206"/>
                      <a:gd name="T40" fmla="*/ 76 w 134"/>
                      <a:gd name="T41" fmla="*/ 9 h 206"/>
                      <a:gd name="T42" fmla="*/ 58 w 134"/>
                      <a:gd name="T43" fmla="*/ 5 h 206"/>
                      <a:gd name="T44" fmla="*/ 49 w 134"/>
                      <a:gd name="T45" fmla="*/ 49 h 206"/>
                      <a:gd name="T46" fmla="*/ 67 w 134"/>
                      <a:gd name="T47" fmla="*/ 134 h 206"/>
                      <a:gd name="T48" fmla="*/ 84 w 134"/>
                      <a:gd name="T49" fmla="*/ 112 h 206"/>
                      <a:gd name="T50" fmla="*/ 71 w 134"/>
                      <a:gd name="T51" fmla="*/ 107 h 206"/>
                      <a:gd name="T52" fmla="*/ 89 w 134"/>
                      <a:gd name="T53" fmla="*/ 112 h 206"/>
                      <a:gd name="T54" fmla="*/ 98 w 134"/>
                      <a:gd name="T55" fmla="*/ 107 h 206"/>
                      <a:gd name="T56" fmla="*/ 84 w 134"/>
                      <a:gd name="T57" fmla="*/ 103 h 206"/>
                      <a:gd name="T58" fmla="*/ 89 w 134"/>
                      <a:gd name="T59" fmla="*/ 157 h 206"/>
                      <a:gd name="T60" fmla="*/ 71 w 134"/>
                      <a:gd name="T61" fmla="*/ 161 h 206"/>
                      <a:gd name="T62" fmla="*/ 67 w 134"/>
                      <a:gd name="T63" fmla="*/ 188 h 206"/>
                      <a:gd name="T64" fmla="*/ 76 w 134"/>
                      <a:gd name="T65" fmla="*/ 170 h 206"/>
                      <a:gd name="T66" fmla="*/ 89 w 134"/>
                      <a:gd name="T67" fmla="*/ 174 h 206"/>
                      <a:gd name="T68" fmla="*/ 102 w 134"/>
                      <a:gd name="T69" fmla="*/ 174 h 206"/>
                      <a:gd name="T70" fmla="*/ 116 w 134"/>
                      <a:gd name="T71" fmla="*/ 192 h 206"/>
                      <a:gd name="T72" fmla="*/ 125 w 134"/>
                      <a:gd name="T73" fmla="*/ 183 h 206"/>
                      <a:gd name="T74" fmla="*/ 120 w 134"/>
                      <a:gd name="T75" fmla="*/ 170 h 206"/>
                      <a:gd name="T76" fmla="*/ 134 w 134"/>
                      <a:gd name="T77" fmla="*/ 170 h 206"/>
                      <a:gd name="T78" fmla="*/ 129 w 134"/>
                      <a:gd name="T79" fmla="*/ 139 h 206"/>
                      <a:gd name="T80" fmla="*/ 125 w 134"/>
                      <a:gd name="T81" fmla="*/ 134 h 206"/>
                      <a:gd name="T82" fmla="*/ 116 w 134"/>
                      <a:gd name="T83" fmla="*/ 152 h 206"/>
                      <a:gd name="T84" fmla="*/ 102 w 134"/>
                      <a:gd name="T85" fmla="*/ 152 h 206"/>
                      <a:gd name="T86" fmla="*/ 84 w 134"/>
                      <a:gd name="T87" fmla="*/ 121 h 206"/>
                      <a:gd name="T88" fmla="*/ 71 w 134"/>
                      <a:gd name="T89" fmla="*/ 139 h 206"/>
                      <a:gd name="T90" fmla="*/ 84 w 134"/>
                      <a:gd name="T91" fmla="*/ 152 h 206"/>
                      <a:gd name="T92" fmla="*/ 93 w 134"/>
                      <a:gd name="T93" fmla="*/ 125 h 206"/>
                      <a:gd name="T94" fmla="*/ 89 w 134"/>
                      <a:gd name="T95" fmla="*/ 139 h 206"/>
                      <a:gd name="T96" fmla="*/ 98 w 134"/>
                      <a:gd name="T97" fmla="*/ 116 h 206"/>
                      <a:gd name="T98" fmla="*/ 102 w 134"/>
                      <a:gd name="T99" fmla="*/ 125 h 206"/>
                      <a:gd name="T100" fmla="*/ 120 w 134"/>
                      <a:gd name="T101" fmla="*/ 139 h 206"/>
                      <a:gd name="T102" fmla="*/ 116 w 134"/>
                      <a:gd name="T103" fmla="*/ 121 h 206"/>
                      <a:gd name="T104" fmla="*/ 102 w 134"/>
                      <a:gd name="T105" fmla="*/ 112 h 206"/>
                      <a:gd name="T106" fmla="*/ 111 w 134"/>
                      <a:gd name="T107" fmla="*/ 112 h 206"/>
                      <a:gd name="T108" fmla="*/ 125 w 134"/>
                      <a:gd name="T109" fmla="*/ 121 h 206"/>
                      <a:gd name="T110" fmla="*/ 102 w 134"/>
                      <a:gd name="T111" fmla="*/ 103 h 206"/>
                      <a:gd name="T112" fmla="*/ 93 w 134"/>
                      <a:gd name="T113" fmla="*/ 143 h 20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  <a:cxn ang="0">
                        <a:pos x="T106" y="T107"/>
                      </a:cxn>
                      <a:cxn ang="0">
                        <a:pos x="T108" y="T109"/>
                      </a:cxn>
                      <a:cxn ang="0">
                        <a:pos x="T110" y="T111"/>
                      </a:cxn>
                      <a:cxn ang="0">
                        <a:pos x="T112" y="T113"/>
                      </a:cxn>
                    </a:cxnLst>
                    <a:rect l="0" t="0" r="r" b="b"/>
                    <a:pathLst>
                      <a:path w="134" h="206">
                        <a:moveTo>
                          <a:pt x="40" y="116"/>
                        </a:moveTo>
                        <a:lnTo>
                          <a:pt x="35" y="125"/>
                        </a:lnTo>
                        <a:lnTo>
                          <a:pt x="31" y="125"/>
                        </a:lnTo>
                        <a:lnTo>
                          <a:pt x="26" y="134"/>
                        </a:lnTo>
                        <a:lnTo>
                          <a:pt x="22" y="134"/>
                        </a:lnTo>
                        <a:lnTo>
                          <a:pt x="9" y="152"/>
                        </a:lnTo>
                        <a:lnTo>
                          <a:pt x="0" y="161"/>
                        </a:lnTo>
                        <a:lnTo>
                          <a:pt x="9" y="157"/>
                        </a:lnTo>
                        <a:lnTo>
                          <a:pt x="17" y="148"/>
                        </a:lnTo>
                        <a:lnTo>
                          <a:pt x="26" y="152"/>
                        </a:lnTo>
                        <a:lnTo>
                          <a:pt x="40" y="130"/>
                        </a:lnTo>
                        <a:lnTo>
                          <a:pt x="40" y="116"/>
                        </a:lnTo>
                        <a:close/>
                        <a:moveTo>
                          <a:pt x="40" y="201"/>
                        </a:moveTo>
                        <a:lnTo>
                          <a:pt x="40" y="206"/>
                        </a:lnTo>
                        <a:lnTo>
                          <a:pt x="44" y="206"/>
                        </a:lnTo>
                        <a:lnTo>
                          <a:pt x="49" y="201"/>
                        </a:lnTo>
                        <a:lnTo>
                          <a:pt x="49" y="201"/>
                        </a:lnTo>
                        <a:lnTo>
                          <a:pt x="40" y="201"/>
                        </a:lnTo>
                        <a:close/>
                        <a:moveTo>
                          <a:pt x="44" y="85"/>
                        </a:moveTo>
                        <a:lnTo>
                          <a:pt x="53" y="90"/>
                        </a:lnTo>
                        <a:lnTo>
                          <a:pt x="58" y="107"/>
                        </a:lnTo>
                        <a:lnTo>
                          <a:pt x="62" y="103"/>
                        </a:lnTo>
                        <a:lnTo>
                          <a:pt x="62" y="90"/>
                        </a:lnTo>
                        <a:lnTo>
                          <a:pt x="58" y="85"/>
                        </a:lnTo>
                        <a:lnTo>
                          <a:pt x="44" y="85"/>
                        </a:lnTo>
                        <a:close/>
                        <a:moveTo>
                          <a:pt x="49" y="49"/>
                        </a:moveTo>
                        <a:lnTo>
                          <a:pt x="40" y="40"/>
                        </a:lnTo>
                        <a:lnTo>
                          <a:pt x="35" y="49"/>
                        </a:lnTo>
                        <a:lnTo>
                          <a:pt x="40" y="67"/>
                        </a:lnTo>
                        <a:lnTo>
                          <a:pt x="49" y="63"/>
                        </a:lnTo>
                        <a:lnTo>
                          <a:pt x="53" y="72"/>
                        </a:lnTo>
                        <a:lnTo>
                          <a:pt x="49" y="76"/>
                        </a:lnTo>
                        <a:lnTo>
                          <a:pt x="58" y="81"/>
                        </a:lnTo>
                        <a:lnTo>
                          <a:pt x="67" y="76"/>
                        </a:lnTo>
                        <a:lnTo>
                          <a:pt x="80" y="90"/>
                        </a:lnTo>
                        <a:lnTo>
                          <a:pt x="76" y="76"/>
                        </a:lnTo>
                        <a:lnTo>
                          <a:pt x="89" y="90"/>
                        </a:lnTo>
                        <a:lnTo>
                          <a:pt x="102" y="103"/>
                        </a:lnTo>
                        <a:lnTo>
                          <a:pt x="102" y="90"/>
                        </a:lnTo>
                        <a:lnTo>
                          <a:pt x="98" y="90"/>
                        </a:lnTo>
                        <a:lnTo>
                          <a:pt x="93" y="81"/>
                        </a:lnTo>
                        <a:lnTo>
                          <a:pt x="102" y="81"/>
                        </a:lnTo>
                        <a:lnTo>
                          <a:pt x="102" y="85"/>
                        </a:lnTo>
                        <a:lnTo>
                          <a:pt x="102" y="76"/>
                        </a:lnTo>
                        <a:lnTo>
                          <a:pt x="102" y="76"/>
                        </a:lnTo>
                        <a:lnTo>
                          <a:pt x="102" y="81"/>
                        </a:lnTo>
                        <a:lnTo>
                          <a:pt x="93" y="81"/>
                        </a:lnTo>
                        <a:lnTo>
                          <a:pt x="89" y="76"/>
                        </a:lnTo>
                        <a:lnTo>
                          <a:pt x="76" y="72"/>
                        </a:lnTo>
                        <a:lnTo>
                          <a:pt x="71" y="72"/>
                        </a:lnTo>
                        <a:lnTo>
                          <a:pt x="67" y="67"/>
                        </a:lnTo>
                        <a:lnTo>
                          <a:pt x="71" y="58"/>
                        </a:lnTo>
                        <a:lnTo>
                          <a:pt x="67" y="63"/>
                        </a:lnTo>
                        <a:lnTo>
                          <a:pt x="71" y="76"/>
                        </a:lnTo>
                        <a:lnTo>
                          <a:pt x="62" y="72"/>
                        </a:lnTo>
                        <a:lnTo>
                          <a:pt x="58" y="58"/>
                        </a:lnTo>
                        <a:lnTo>
                          <a:pt x="62" y="54"/>
                        </a:lnTo>
                        <a:lnTo>
                          <a:pt x="62" y="49"/>
                        </a:lnTo>
                        <a:lnTo>
                          <a:pt x="67" y="45"/>
                        </a:lnTo>
                        <a:lnTo>
                          <a:pt x="67" y="36"/>
                        </a:lnTo>
                        <a:lnTo>
                          <a:pt x="76" y="23"/>
                        </a:lnTo>
                        <a:lnTo>
                          <a:pt x="71" y="14"/>
                        </a:lnTo>
                        <a:lnTo>
                          <a:pt x="76" y="9"/>
                        </a:lnTo>
                        <a:lnTo>
                          <a:pt x="71" y="0"/>
                        </a:lnTo>
                        <a:lnTo>
                          <a:pt x="67" y="9"/>
                        </a:lnTo>
                        <a:lnTo>
                          <a:pt x="58" y="5"/>
                        </a:lnTo>
                        <a:lnTo>
                          <a:pt x="49" y="0"/>
                        </a:lnTo>
                        <a:lnTo>
                          <a:pt x="44" y="36"/>
                        </a:lnTo>
                        <a:lnTo>
                          <a:pt x="49" y="49"/>
                        </a:lnTo>
                        <a:close/>
                        <a:moveTo>
                          <a:pt x="67" y="112"/>
                        </a:moveTo>
                        <a:lnTo>
                          <a:pt x="71" y="112"/>
                        </a:lnTo>
                        <a:lnTo>
                          <a:pt x="67" y="134"/>
                        </a:lnTo>
                        <a:lnTo>
                          <a:pt x="76" y="125"/>
                        </a:lnTo>
                        <a:lnTo>
                          <a:pt x="84" y="121"/>
                        </a:lnTo>
                        <a:lnTo>
                          <a:pt x="84" y="112"/>
                        </a:lnTo>
                        <a:lnTo>
                          <a:pt x="80" y="116"/>
                        </a:lnTo>
                        <a:lnTo>
                          <a:pt x="76" y="112"/>
                        </a:lnTo>
                        <a:lnTo>
                          <a:pt x="71" y="107"/>
                        </a:lnTo>
                        <a:lnTo>
                          <a:pt x="67" y="112"/>
                        </a:lnTo>
                        <a:close/>
                        <a:moveTo>
                          <a:pt x="84" y="103"/>
                        </a:moveTo>
                        <a:lnTo>
                          <a:pt x="89" y="112"/>
                        </a:lnTo>
                        <a:lnTo>
                          <a:pt x="93" y="107"/>
                        </a:lnTo>
                        <a:lnTo>
                          <a:pt x="98" y="112"/>
                        </a:lnTo>
                        <a:lnTo>
                          <a:pt x="98" y="107"/>
                        </a:lnTo>
                        <a:lnTo>
                          <a:pt x="93" y="99"/>
                        </a:lnTo>
                        <a:lnTo>
                          <a:pt x="93" y="103"/>
                        </a:lnTo>
                        <a:lnTo>
                          <a:pt x="84" y="103"/>
                        </a:lnTo>
                        <a:close/>
                        <a:moveTo>
                          <a:pt x="93" y="166"/>
                        </a:moveTo>
                        <a:lnTo>
                          <a:pt x="93" y="157"/>
                        </a:lnTo>
                        <a:lnTo>
                          <a:pt x="89" y="157"/>
                        </a:lnTo>
                        <a:lnTo>
                          <a:pt x="80" y="157"/>
                        </a:lnTo>
                        <a:lnTo>
                          <a:pt x="80" y="161"/>
                        </a:lnTo>
                        <a:lnTo>
                          <a:pt x="71" y="161"/>
                        </a:lnTo>
                        <a:lnTo>
                          <a:pt x="67" y="174"/>
                        </a:lnTo>
                        <a:lnTo>
                          <a:pt x="62" y="183"/>
                        </a:lnTo>
                        <a:lnTo>
                          <a:pt x="67" y="188"/>
                        </a:lnTo>
                        <a:lnTo>
                          <a:pt x="71" y="183"/>
                        </a:lnTo>
                        <a:lnTo>
                          <a:pt x="67" y="179"/>
                        </a:lnTo>
                        <a:lnTo>
                          <a:pt x="76" y="170"/>
                        </a:lnTo>
                        <a:lnTo>
                          <a:pt x="76" y="174"/>
                        </a:lnTo>
                        <a:lnTo>
                          <a:pt x="80" y="170"/>
                        </a:lnTo>
                        <a:lnTo>
                          <a:pt x="89" y="174"/>
                        </a:lnTo>
                        <a:lnTo>
                          <a:pt x="89" y="166"/>
                        </a:lnTo>
                        <a:lnTo>
                          <a:pt x="98" y="166"/>
                        </a:lnTo>
                        <a:lnTo>
                          <a:pt x="102" y="174"/>
                        </a:lnTo>
                        <a:lnTo>
                          <a:pt x="98" y="183"/>
                        </a:lnTo>
                        <a:lnTo>
                          <a:pt x="111" y="197"/>
                        </a:lnTo>
                        <a:lnTo>
                          <a:pt x="116" y="192"/>
                        </a:lnTo>
                        <a:lnTo>
                          <a:pt x="120" y="201"/>
                        </a:lnTo>
                        <a:lnTo>
                          <a:pt x="125" y="197"/>
                        </a:lnTo>
                        <a:lnTo>
                          <a:pt x="125" y="183"/>
                        </a:lnTo>
                        <a:lnTo>
                          <a:pt x="116" y="179"/>
                        </a:lnTo>
                        <a:lnTo>
                          <a:pt x="125" y="179"/>
                        </a:lnTo>
                        <a:lnTo>
                          <a:pt x="120" y="170"/>
                        </a:lnTo>
                        <a:lnTo>
                          <a:pt x="125" y="170"/>
                        </a:lnTo>
                        <a:lnTo>
                          <a:pt x="129" y="192"/>
                        </a:lnTo>
                        <a:lnTo>
                          <a:pt x="134" y="170"/>
                        </a:lnTo>
                        <a:lnTo>
                          <a:pt x="134" y="152"/>
                        </a:lnTo>
                        <a:lnTo>
                          <a:pt x="129" y="148"/>
                        </a:lnTo>
                        <a:lnTo>
                          <a:pt x="129" y="139"/>
                        </a:lnTo>
                        <a:lnTo>
                          <a:pt x="129" y="139"/>
                        </a:lnTo>
                        <a:lnTo>
                          <a:pt x="125" y="143"/>
                        </a:lnTo>
                        <a:lnTo>
                          <a:pt x="125" y="134"/>
                        </a:lnTo>
                        <a:lnTo>
                          <a:pt x="125" y="134"/>
                        </a:lnTo>
                        <a:lnTo>
                          <a:pt x="120" y="152"/>
                        </a:lnTo>
                        <a:lnTo>
                          <a:pt x="116" y="152"/>
                        </a:lnTo>
                        <a:lnTo>
                          <a:pt x="111" y="148"/>
                        </a:lnTo>
                        <a:lnTo>
                          <a:pt x="111" y="157"/>
                        </a:lnTo>
                        <a:lnTo>
                          <a:pt x="102" y="152"/>
                        </a:lnTo>
                        <a:lnTo>
                          <a:pt x="93" y="166"/>
                        </a:lnTo>
                        <a:close/>
                        <a:moveTo>
                          <a:pt x="93" y="125"/>
                        </a:moveTo>
                        <a:lnTo>
                          <a:pt x="84" y="121"/>
                        </a:lnTo>
                        <a:lnTo>
                          <a:pt x="80" y="125"/>
                        </a:lnTo>
                        <a:lnTo>
                          <a:pt x="80" y="130"/>
                        </a:lnTo>
                        <a:lnTo>
                          <a:pt x="71" y="139"/>
                        </a:lnTo>
                        <a:lnTo>
                          <a:pt x="76" y="148"/>
                        </a:lnTo>
                        <a:lnTo>
                          <a:pt x="80" y="148"/>
                        </a:lnTo>
                        <a:lnTo>
                          <a:pt x="84" y="152"/>
                        </a:lnTo>
                        <a:lnTo>
                          <a:pt x="89" y="148"/>
                        </a:lnTo>
                        <a:lnTo>
                          <a:pt x="84" y="139"/>
                        </a:lnTo>
                        <a:lnTo>
                          <a:pt x="93" y="125"/>
                        </a:lnTo>
                        <a:close/>
                        <a:moveTo>
                          <a:pt x="98" y="116"/>
                        </a:moveTo>
                        <a:lnTo>
                          <a:pt x="93" y="130"/>
                        </a:lnTo>
                        <a:lnTo>
                          <a:pt x="89" y="139"/>
                        </a:lnTo>
                        <a:lnTo>
                          <a:pt x="89" y="148"/>
                        </a:lnTo>
                        <a:lnTo>
                          <a:pt x="98" y="125"/>
                        </a:lnTo>
                        <a:lnTo>
                          <a:pt x="98" y="116"/>
                        </a:lnTo>
                        <a:close/>
                        <a:moveTo>
                          <a:pt x="102" y="112"/>
                        </a:moveTo>
                        <a:lnTo>
                          <a:pt x="102" y="116"/>
                        </a:lnTo>
                        <a:lnTo>
                          <a:pt x="102" y="125"/>
                        </a:lnTo>
                        <a:lnTo>
                          <a:pt x="107" y="125"/>
                        </a:lnTo>
                        <a:lnTo>
                          <a:pt x="111" y="139"/>
                        </a:lnTo>
                        <a:lnTo>
                          <a:pt x="120" y="139"/>
                        </a:lnTo>
                        <a:lnTo>
                          <a:pt x="116" y="130"/>
                        </a:lnTo>
                        <a:lnTo>
                          <a:pt x="111" y="121"/>
                        </a:lnTo>
                        <a:lnTo>
                          <a:pt x="116" y="121"/>
                        </a:lnTo>
                        <a:lnTo>
                          <a:pt x="111" y="116"/>
                        </a:lnTo>
                        <a:lnTo>
                          <a:pt x="107" y="116"/>
                        </a:lnTo>
                        <a:lnTo>
                          <a:pt x="102" y="112"/>
                        </a:lnTo>
                        <a:close/>
                        <a:moveTo>
                          <a:pt x="102" y="103"/>
                        </a:moveTo>
                        <a:lnTo>
                          <a:pt x="107" y="107"/>
                        </a:lnTo>
                        <a:lnTo>
                          <a:pt x="111" y="112"/>
                        </a:lnTo>
                        <a:lnTo>
                          <a:pt x="120" y="125"/>
                        </a:lnTo>
                        <a:lnTo>
                          <a:pt x="129" y="125"/>
                        </a:lnTo>
                        <a:lnTo>
                          <a:pt x="125" y="121"/>
                        </a:lnTo>
                        <a:lnTo>
                          <a:pt x="120" y="107"/>
                        </a:lnTo>
                        <a:lnTo>
                          <a:pt x="116" y="99"/>
                        </a:lnTo>
                        <a:lnTo>
                          <a:pt x="102" y="103"/>
                        </a:lnTo>
                        <a:close/>
                        <a:moveTo>
                          <a:pt x="102" y="134"/>
                        </a:moveTo>
                        <a:lnTo>
                          <a:pt x="98" y="139"/>
                        </a:lnTo>
                        <a:lnTo>
                          <a:pt x="93" y="143"/>
                        </a:lnTo>
                        <a:lnTo>
                          <a:pt x="107" y="143"/>
                        </a:lnTo>
                        <a:lnTo>
                          <a:pt x="102" y="134"/>
                        </a:lnTo>
                        <a:close/>
                      </a:path>
                    </a:pathLst>
                  </a:custGeom>
                  <a:grpFill/>
                  <a:ln w="9525" cmpd="sng">
                    <a:solidFill>
                      <a:schemeClr val="bg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dirty="0">
                      <a:latin typeface="Delivery" panose="020F0503020204020204" pitchFamily="34" charset="0"/>
                    </a:endParaRPr>
                  </a:p>
                </p:txBody>
              </p:sp>
              <p:sp>
                <p:nvSpPr>
                  <p:cNvPr id="490" name="Freeform 147">
                    <a:extLst>
                      <a:ext uri="{FF2B5EF4-FFF2-40B4-BE49-F238E27FC236}">
                        <a16:creationId xmlns:a16="http://schemas.microsoft.com/office/drawing/2014/main" id="{D02D6086-005E-2A27-F7A1-A6F79C813EE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gray">
                  <a:xfrm>
                    <a:off x="4469" y="2904"/>
                    <a:ext cx="36" cy="23"/>
                  </a:xfrm>
                  <a:custGeom>
                    <a:avLst/>
                    <a:gdLst>
                      <a:gd name="T0" fmla="*/ 0 w 36"/>
                      <a:gd name="T1" fmla="*/ 23 h 23"/>
                      <a:gd name="T2" fmla="*/ 36 w 36"/>
                      <a:gd name="T3" fmla="*/ 0 h 23"/>
                      <a:gd name="T4" fmla="*/ 32 w 36"/>
                      <a:gd name="T5" fmla="*/ 0 h 23"/>
                      <a:gd name="T6" fmla="*/ 5 w 36"/>
                      <a:gd name="T7" fmla="*/ 5 h 23"/>
                      <a:gd name="T8" fmla="*/ 0 w 36"/>
                      <a:gd name="T9" fmla="*/ 14 h 23"/>
                      <a:gd name="T10" fmla="*/ 0 w 36"/>
                      <a:gd name="T11" fmla="*/ 23 h 2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36" h="23">
                        <a:moveTo>
                          <a:pt x="0" y="23"/>
                        </a:moveTo>
                        <a:lnTo>
                          <a:pt x="36" y="0"/>
                        </a:lnTo>
                        <a:lnTo>
                          <a:pt x="32" y="0"/>
                        </a:lnTo>
                        <a:lnTo>
                          <a:pt x="5" y="5"/>
                        </a:lnTo>
                        <a:lnTo>
                          <a:pt x="0" y="14"/>
                        </a:lnTo>
                        <a:lnTo>
                          <a:pt x="0" y="23"/>
                        </a:lnTo>
                        <a:close/>
                      </a:path>
                    </a:pathLst>
                  </a:custGeom>
                  <a:grpFill/>
                  <a:ln w="9525" cmpd="sng">
                    <a:solidFill>
                      <a:schemeClr val="bg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dirty="0">
                      <a:latin typeface="Delivery" panose="020F0503020204020204" pitchFamily="34" charset="0"/>
                    </a:endParaRPr>
                  </a:p>
                </p:txBody>
              </p:sp>
              <p:sp>
                <p:nvSpPr>
                  <p:cNvPr id="491" name="Freeform 148">
                    <a:extLst>
                      <a:ext uri="{FF2B5EF4-FFF2-40B4-BE49-F238E27FC236}">
                        <a16:creationId xmlns:a16="http://schemas.microsoft.com/office/drawing/2014/main" id="{F12A4DA6-008F-FD7A-E866-1060D825132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gray">
                  <a:xfrm>
                    <a:off x="3411" y="2382"/>
                    <a:ext cx="13" cy="26"/>
                  </a:xfrm>
                  <a:custGeom>
                    <a:avLst/>
                    <a:gdLst>
                      <a:gd name="T0" fmla="*/ 0 w 13"/>
                      <a:gd name="T1" fmla="*/ 22 h 26"/>
                      <a:gd name="T2" fmla="*/ 9 w 13"/>
                      <a:gd name="T3" fmla="*/ 26 h 26"/>
                      <a:gd name="T4" fmla="*/ 13 w 13"/>
                      <a:gd name="T5" fmla="*/ 26 h 26"/>
                      <a:gd name="T6" fmla="*/ 13 w 13"/>
                      <a:gd name="T7" fmla="*/ 8 h 26"/>
                      <a:gd name="T8" fmla="*/ 9 w 13"/>
                      <a:gd name="T9" fmla="*/ 0 h 26"/>
                      <a:gd name="T10" fmla="*/ 4 w 13"/>
                      <a:gd name="T11" fmla="*/ 0 h 26"/>
                      <a:gd name="T12" fmla="*/ 4 w 13"/>
                      <a:gd name="T13" fmla="*/ 8 h 26"/>
                      <a:gd name="T14" fmla="*/ 0 w 13"/>
                      <a:gd name="T15" fmla="*/ 8 h 26"/>
                      <a:gd name="T16" fmla="*/ 0 w 13"/>
                      <a:gd name="T17" fmla="*/ 22 h 2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13" h="26">
                        <a:moveTo>
                          <a:pt x="0" y="22"/>
                        </a:moveTo>
                        <a:lnTo>
                          <a:pt x="9" y="26"/>
                        </a:lnTo>
                        <a:lnTo>
                          <a:pt x="13" y="26"/>
                        </a:lnTo>
                        <a:lnTo>
                          <a:pt x="13" y="8"/>
                        </a:lnTo>
                        <a:lnTo>
                          <a:pt x="9" y="0"/>
                        </a:lnTo>
                        <a:lnTo>
                          <a:pt x="4" y="0"/>
                        </a:lnTo>
                        <a:lnTo>
                          <a:pt x="4" y="8"/>
                        </a:lnTo>
                        <a:lnTo>
                          <a:pt x="0" y="8"/>
                        </a:lnTo>
                        <a:lnTo>
                          <a:pt x="0" y="22"/>
                        </a:lnTo>
                        <a:close/>
                      </a:path>
                    </a:pathLst>
                  </a:custGeom>
                  <a:grpFill/>
                  <a:ln w="9525" cmpd="sng">
                    <a:solidFill>
                      <a:schemeClr val="bg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dirty="0">
                      <a:latin typeface="Delivery" panose="020F0503020204020204" pitchFamily="34" charset="0"/>
                    </a:endParaRPr>
                  </a:p>
                </p:txBody>
              </p:sp>
              <p:sp>
                <p:nvSpPr>
                  <p:cNvPr id="492" name="Freeform 149">
                    <a:extLst>
                      <a:ext uri="{FF2B5EF4-FFF2-40B4-BE49-F238E27FC236}">
                        <a16:creationId xmlns:a16="http://schemas.microsoft.com/office/drawing/2014/main" id="{F11FC80B-B3E0-B2C8-0DA1-A57C05562A32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gray">
                  <a:xfrm>
                    <a:off x="2959" y="911"/>
                    <a:ext cx="2448" cy="1211"/>
                  </a:xfrm>
                  <a:custGeom>
                    <a:avLst/>
                    <a:gdLst>
                      <a:gd name="T0" fmla="*/ 23 w 2448"/>
                      <a:gd name="T1" fmla="*/ 907 h 1211"/>
                      <a:gd name="T2" fmla="*/ 152 w 2448"/>
                      <a:gd name="T3" fmla="*/ 764 h 1211"/>
                      <a:gd name="T4" fmla="*/ 157 w 2448"/>
                      <a:gd name="T5" fmla="*/ 630 h 1211"/>
                      <a:gd name="T6" fmla="*/ 170 w 2448"/>
                      <a:gd name="T7" fmla="*/ 429 h 1211"/>
                      <a:gd name="T8" fmla="*/ 300 w 2448"/>
                      <a:gd name="T9" fmla="*/ 505 h 1211"/>
                      <a:gd name="T10" fmla="*/ 224 w 2448"/>
                      <a:gd name="T11" fmla="*/ 613 h 1211"/>
                      <a:gd name="T12" fmla="*/ 318 w 2448"/>
                      <a:gd name="T13" fmla="*/ 577 h 1211"/>
                      <a:gd name="T14" fmla="*/ 385 w 2448"/>
                      <a:gd name="T15" fmla="*/ 541 h 1211"/>
                      <a:gd name="T16" fmla="*/ 577 w 2448"/>
                      <a:gd name="T17" fmla="*/ 474 h 1211"/>
                      <a:gd name="T18" fmla="*/ 697 w 2448"/>
                      <a:gd name="T19" fmla="*/ 358 h 1211"/>
                      <a:gd name="T20" fmla="*/ 755 w 2448"/>
                      <a:gd name="T21" fmla="*/ 568 h 1211"/>
                      <a:gd name="T22" fmla="*/ 796 w 2448"/>
                      <a:gd name="T23" fmla="*/ 318 h 1211"/>
                      <a:gd name="T24" fmla="*/ 867 w 2448"/>
                      <a:gd name="T25" fmla="*/ 318 h 1211"/>
                      <a:gd name="T26" fmla="*/ 965 w 2448"/>
                      <a:gd name="T27" fmla="*/ 170 h 1211"/>
                      <a:gd name="T28" fmla="*/ 1229 w 2448"/>
                      <a:gd name="T29" fmla="*/ 41 h 1211"/>
                      <a:gd name="T30" fmla="*/ 1314 w 2448"/>
                      <a:gd name="T31" fmla="*/ 242 h 1211"/>
                      <a:gd name="T32" fmla="*/ 1573 w 2448"/>
                      <a:gd name="T33" fmla="*/ 349 h 1211"/>
                      <a:gd name="T34" fmla="*/ 1823 w 2448"/>
                      <a:gd name="T35" fmla="*/ 309 h 1211"/>
                      <a:gd name="T36" fmla="*/ 2073 w 2448"/>
                      <a:gd name="T37" fmla="*/ 438 h 1211"/>
                      <a:gd name="T38" fmla="*/ 2377 w 2448"/>
                      <a:gd name="T39" fmla="*/ 537 h 1211"/>
                      <a:gd name="T40" fmla="*/ 2310 w 2448"/>
                      <a:gd name="T41" fmla="*/ 595 h 1211"/>
                      <a:gd name="T42" fmla="*/ 2095 w 2448"/>
                      <a:gd name="T43" fmla="*/ 782 h 1211"/>
                      <a:gd name="T44" fmla="*/ 2011 w 2448"/>
                      <a:gd name="T45" fmla="*/ 957 h 1211"/>
                      <a:gd name="T46" fmla="*/ 2055 w 2448"/>
                      <a:gd name="T47" fmla="*/ 724 h 1211"/>
                      <a:gd name="T48" fmla="*/ 1854 w 2448"/>
                      <a:gd name="T49" fmla="*/ 782 h 1211"/>
                      <a:gd name="T50" fmla="*/ 1716 w 2448"/>
                      <a:gd name="T51" fmla="*/ 1091 h 1211"/>
                      <a:gd name="T52" fmla="*/ 1649 w 2448"/>
                      <a:gd name="T53" fmla="*/ 1068 h 1211"/>
                      <a:gd name="T54" fmla="*/ 1448 w 2448"/>
                      <a:gd name="T55" fmla="*/ 979 h 1211"/>
                      <a:gd name="T56" fmla="*/ 1140 w 2448"/>
                      <a:gd name="T57" fmla="*/ 979 h 1211"/>
                      <a:gd name="T58" fmla="*/ 934 w 2448"/>
                      <a:gd name="T59" fmla="*/ 1028 h 1211"/>
                      <a:gd name="T60" fmla="*/ 800 w 2448"/>
                      <a:gd name="T61" fmla="*/ 934 h 1211"/>
                      <a:gd name="T62" fmla="*/ 697 w 2448"/>
                      <a:gd name="T63" fmla="*/ 912 h 1211"/>
                      <a:gd name="T64" fmla="*/ 590 w 2448"/>
                      <a:gd name="T65" fmla="*/ 961 h 1211"/>
                      <a:gd name="T66" fmla="*/ 532 w 2448"/>
                      <a:gd name="T67" fmla="*/ 1001 h 1211"/>
                      <a:gd name="T68" fmla="*/ 434 w 2448"/>
                      <a:gd name="T69" fmla="*/ 1010 h 1211"/>
                      <a:gd name="T70" fmla="*/ 420 w 2448"/>
                      <a:gd name="T71" fmla="*/ 1091 h 1211"/>
                      <a:gd name="T72" fmla="*/ 411 w 2448"/>
                      <a:gd name="T73" fmla="*/ 1211 h 1211"/>
                      <a:gd name="T74" fmla="*/ 322 w 2448"/>
                      <a:gd name="T75" fmla="*/ 1171 h 1211"/>
                      <a:gd name="T76" fmla="*/ 273 w 2448"/>
                      <a:gd name="T77" fmla="*/ 1091 h 1211"/>
                      <a:gd name="T78" fmla="*/ 260 w 2448"/>
                      <a:gd name="T79" fmla="*/ 1019 h 1211"/>
                      <a:gd name="T80" fmla="*/ 170 w 2448"/>
                      <a:gd name="T81" fmla="*/ 957 h 1211"/>
                      <a:gd name="T82" fmla="*/ 139 w 2448"/>
                      <a:gd name="T83" fmla="*/ 881 h 1211"/>
                      <a:gd name="T84" fmla="*/ 188 w 2448"/>
                      <a:gd name="T85" fmla="*/ 764 h 1211"/>
                      <a:gd name="T86" fmla="*/ 429 w 2448"/>
                      <a:gd name="T87" fmla="*/ 443 h 1211"/>
                      <a:gd name="T88" fmla="*/ 711 w 2448"/>
                      <a:gd name="T89" fmla="*/ 67 h 1211"/>
                      <a:gd name="T90" fmla="*/ 528 w 2448"/>
                      <a:gd name="T91" fmla="*/ 188 h 1211"/>
                      <a:gd name="T92" fmla="*/ 537 w 2448"/>
                      <a:gd name="T93" fmla="*/ 376 h 1211"/>
                      <a:gd name="T94" fmla="*/ 483 w 2448"/>
                      <a:gd name="T95" fmla="*/ 353 h 1211"/>
                      <a:gd name="T96" fmla="*/ 550 w 2448"/>
                      <a:gd name="T97" fmla="*/ 385 h 1211"/>
                      <a:gd name="T98" fmla="*/ 1296 w 2448"/>
                      <a:gd name="T99" fmla="*/ 890 h 1211"/>
                      <a:gd name="T100" fmla="*/ 1693 w 2448"/>
                      <a:gd name="T101" fmla="*/ 121 h 1211"/>
                      <a:gd name="T102" fmla="*/ 1760 w 2448"/>
                      <a:gd name="T103" fmla="*/ 130 h 1211"/>
                      <a:gd name="T104" fmla="*/ 1734 w 2448"/>
                      <a:gd name="T105" fmla="*/ 242 h 1211"/>
                      <a:gd name="T106" fmla="*/ 1756 w 2448"/>
                      <a:gd name="T107" fmla="*/ 939 h 1211"/>
                      <a:gd name="T108" fmla="*/ 1792 w 2448"/>
                      <a:gd name="T109" fmla="*/ 1055 h 1211"/>
                      <a:gd name="T110" fmla="*/ 1823 w 2448"/>
                      <a:gd name="T111" fmla="*/ 1144 h 1211"/>
                      <a:gd name="T112" fmla="*/ 1832 w 2448"/>
                      <a:gd name="T113" fmla="*/ 188 h 1211"/>
                      <a:gd name="T114" fmla="*/ 1903 w 2448"/>
                      <a:gd name="T115" fmla="*/ 1086 h 1211"/>
                      <a:gd name="T116" fmla="*/ 1953 w 2448"/>
                      <a:gd name="T117" fmla="*/ 1015 h 1211"/>
                      <a:gd name="T118" fmla="*/ 2091 w 2448"/>
                      <a:gd name="T119" fmla="*/ 903 h 121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  <a:cxn ang="0">
                        <a:pos x="T106" y="T107"/>
                      </a:cxn>
                      <a:cxn ang="0">
                        <a:pos x="T108" y="T109"/>
                      </a:cxn>
                      <a:cxn ang="0">
                        <a:pos x="T110" y="T111"/>
                      </a:cxn>
                      <a:cxn ang="0">
                        <a:pos x="T112" y="T113"/>
                      </a:cxn>
                      <a:cxn ang="0">
                        <a:pos x="T114" y="T115"/>
                      </a:cxn>
                      <a:cxn ang="0">
                        <a:pos x="T116" y="T117"/>
                      </a:cxn>
                      <a:cxn ang="0">
                        <a:pos x="T118" y="T119"/>
                      </a:cxn>
                    </a:cxnLst>
                    <a:rect l="0" t="0" r="r" b="b"/>
                    <a:pathLst>
                      <a:path w="2448" h="1211">
                        <a:moveTo>
                          <a:pt x="23" y="894"/>
                        </a:moveTo>
                        <a:lnTo>
                          <a:pt x="27" y="894"/>
                        </a:lnTo>
                        <a:lnTo>
                          <a:pt x="27" y="899"/>
                        </a:lnTo>
                        <a:lnTo>
                          <a:pt x="41" y="903"/>
                        </a:lnTo>
                        <a:lnTo>
                          <a:pt x="50" y="903"/>
                        </a:lnTo>
                        <a:lnTo>
                          <a:pt x="50" y="907"/>
                        </a:lnTo>
                        <a:lnTo>
                          <a:pt x="50" y="921"/>
                        </a:lnTo>
                        <a:lnTo>
                          <a:pt x="27" y="921"/>
                        </a:lnTo>
                        <a:lnTo>
                          <a:pt x="9" y="916"/>
                        </a:lnTo>
                        <a:lnTo>
                          <a:pt x="0" y="916"/>
                        </a:lnTo>
                        <a:lnTo>
                          <a:pt x="9" y="912"/>
                        </a:lnTo>
                        <a:lnTo>
                          <a:pt x="5" y="912"/>
                        </a:lnTo>
                        <a:lnTo>
                          <a:pt x="5" y="907"/>
                        </a:lnTo>
                        <a:lnTo>
                          <a:pt x="14" y="903"/>
                        </a:lnTo>
                        <a:lnTo>
                          <a:pt x="18" y="894"/>
                        </a:lnTo>
                        <a:lnTo>
                          <a:pt x="14" y="907"/>
                        </a:lnTo>
                        <a:lnTo>
                          <a:pt x="23" y="907"/>
                        </a:lnTo>
                        <a:lnTo>
                          <a:pt x="27" y="903"/>
                        </a:lnTo>
                        <a:lnTo>
                          <a:pt x="23" y="894"/>
                        </a:lnTo>
                        <a:close/>
                        <a:moveTo>
                          <a:pt x="117" y="840"/>
                        </a:moveTo>
                        <a:lnTo>
                          <a:pt x="126" y="836"/>
                        </a:lnTo>
                        <a:lnTo>
                          <a:pt x="130" y="832"/>
                        </a:lnTo>
                        <a:lnTo>
                          <a:pt x="121" y="823"/>
                        </a:lnTo>
                        <a:lnTo>
                          <a:pt x="117" y="814"/>
                        </a:lnTo>
                        <a:lnTo>
                          <a:pt x="117" y="809"/>
                        </a:lnTo>
                        <a:lnTo>
                          <a:pt x="117" y="800"/>
                        </a:lnTo>
                        <a:lnTo>
                          <a:pt x="126" y="796"/>
                        </a:lnTo>
                        <a:lnTo>
                          <a:pt x="130" y="787"/>
                        </a:lnTo>
                        <a:lnTo>
                          <a:pt x="126" y="778"/>
                        </a:lnTo>
                        <a:lnTo>
                          <a:pt x="126" y="773"/>
                        </a:lnTo>
                        <a:lnTo>
                          <a:pt x="130" y="778"/>
                        </a:lnTo>
                        <a:lnTo>
                          <a:pt x="139" y="769"/>
                        </a:lnTo>
                        <a:lnTo>
                          <a:pt x="148" y="773"/>
                        </a:lnTo>
                        <a:lnTo>
                          <a:pt x="152" y="764"/>
                        </a:lnTo>
                        <a:lnTo>
                          <a:pt x="148" y="764"/>
                        </a:lnTo>
                        <a:lnTo>
                          <a:pt x="134" y="764"/>
                        </a:lnTo>
                        <a:lnTo>
                          <a:pt x="130" y="756"/>
                        </a:lnTo>
                        <a:lnTo>
                          <a:pt x="134" y="756"/>
                        </a:lnTo>
                        <a:lnTo>
                          <a:pt x="134" y="747"/>
                        </a:lnTo>
                        <a:lnTo>
                          <a:pt x="130" y="756"/>
                        </a:lnTo>
                        <a:lnTo>
                          <a:pt x="126" y="756"/>
                        </a:lnTo>
                        <a:lnTo>
                          <a:pt x="134" y="747"/>
                        </a:lnTo>
                        <a:lnTo>
                          <a:pt x="143" y="738"/>
                        </a:lnTo>
                        <a:lnTo>
                          <a:pt x="148" y="724"/>
                        </a:lnTo>
                        <a:lnTo>
                          <a:pt x="175" y="697"/>
                        </a:lnTo>
                        <a:lnTo>
                          <a:pt x="179" y="689"/>
                        </a:lnTo>
                        <a:lnTo>
                          <a:pt x="161" y="671"/>
                        </a:lnTo>
                        <a:lnTo>
                          <a:pt x="148" y="657"/>
                        </a:lnTo>
                        <a:lnTo>
                          <a:pt x="161" y="644"/>
                        </a:lnTo>
                        <a:lnTo>
                          <a:pt x="148" y="635"/>
                        </a:lnTo>
                        <a:lnTo>
                          <a:pt x="157" y="630"/>
                        </a:lnTo>
                        <a:lnTo>
                          <a:pt x="148" y="626"/>
                        </a:lnTo>
                        <a:lnTo>
                          <a:pt x="148" y="581"/>
                        </a:lnTo>
                        <a:lnTo>
                          <a:pt x="157" y="577"/>
                        </a:lnTo>
                        <a:lnTo>
                          <a:pt x="148" y="563"/>
                        </a:lnTo>
                        <a:lnTo>
                          <a:pt x="143" y="546"/>
                        </a:lnTo>
                        <a:lnTo>
                          <a:pt x="134" y="532"/>
                        </a:lnTo>
                        <a:lnTo>
                          <a:pt x="148" y="505"/>
                        </a:lnTo>
                        <a:lnTo>
                          <a:pt x="148" y="496"/>
                        </a:lnTo>
                        <a:lnTo>
                          <a:pt x="134" y="487"/>
                        </a:lnTo>
                        <a:lnTo>
                          <a:pt x="130" y="470"/>
                        </a:lnTo>
                        <a:lnTo>
                          <a:pt x="139" y="452"/>
                        </a:lnTo>
                        <a:lnTo>
                          <a:pt x="148" y="438"/>
                        </a:lnTo>
                        <a:lnTo>
                          <a:pt x="148" y="429"/>
                        </a:lnTo>
                        <a:lnTo>
                          <a:pt x="148" y="429"/>
                        </a:lnTo>
                        <a:lnTo>
                          <a:pt x="157" y="438"/>
                        </a:lnTo>
                        <a:lnTo>
                          <a:pt x="161" y="425"/>
                        </a:lnTo>
                        <a:lnTo>
                          <a:pt x="170" y="429"/>
                        </a:lnTo>
                        <a:lnTo>
                          <a:pt x="175" y="425"/>
                        </a:lnTo>
                        <a:lnTo>
                          <a:pt x="175" y="416"/>
                        </a:lnTo>
                        <a:lnTo>
                          <a:pt x="197" y="425"/>
                        </a:lnTo>
                        <a:lnTo>
                          <a:pt x="193" y="434"/>
                        </a:lnTo>
                        <a:lnTo>
                          <a:pt x="179" y="429"/>
                        </a:lnTo>
                        <a:lnTo>
                          <a:pt x="179" y="434"/>
                        </a:lnTo>
                        <a:lnTo>
                          <a:pt x="201" y="443"/>
                        </a:lnTo>
                        <a:lnTo>
                          <a:pt x="197" y="456"/>
                        </a:lnTo>
                        <a:lnTo>
                          <a:pt x="206" y="452"/>
                        </a:lnTo>
                        <a:lnTo>
                          <a:pt x="224" y="452"/>
                        </a:lnTo>
                        <a:lnTo>
                          <a:pt x="228" y="447"/>
                        </a:lnTo>
                        <a:lnTo>
                          <a:pt x="233" y="447"/>
                        </a:lnTo>
                        <a:lnTo>
                          <a:pt x="246" y="456"/>
                        </a:lnTo>
                        <a:lnTo>
                          <a:pt x="273" y="483"/>
                        </a:lnTo>
                        <a:lnTo>
                          <a:pt x="277" y="478"/>
                        </a:lnTo>
                        <a:lnTo>
                          <a:pt x="300" y="496"/>
                        </a:lnTo>
                        <a:lnTo>
                          <a:pt x="300" y="505"/>
                        </a:lnTo>
                        <a:lnTo>
                          <a:pt x="309" y="510"/>
                        </a:lnTo>
                        <a:lnTo>
                          <a:pt x="309" y="537"/>
                        </a:lnTo>
                        <a:lnTo>
                          <a:pt x="300" y="563"/>
                        </a:lnTo>
                        <a:lnTo>
                          <a:pt x="282" y="572"/>
                        </a:lnTo>
                        <a:lnTo>
                          <a:pt x="246" y="568"/>
                        </a:lnTo>
                        <a:lnTo>
                          <a:pt x="219" y="559"/>
                        </a:lnTo>
                        <a:lnTo>
                          <a:pt x="201" y="550"/>
                        </a:lnTo>
                        <a:lnTo>
                          <a:pt x="193" y="537"/>
                        </a:lnTo>
                        <a:lnTo>
                          <a:pt x="184" y="537"/>
                        </a:lnTo>
                        <a:lnTo>
                          <a:pt x="188" y="550"/>
                        </a:lnTo>
                        <a:lnTo>
                          <a:pt x="197" y="554"/>
                        </a:lnTo>
                        <a:lnTo>
                          <a:pt x="197" y="559"/>
                        </a:lnTo>
                        <a:lnTo>
                          <a:pt x="206" y="563"/>
                        </a:lnTo>
                        <a:lnTo>
                          <a:pt x="219" y="568"/>
                        </a:lnTo>
                        <a:lnTo>
                          <a:pt x="224" y="581"/>
                        </a:lnTo>
                        <a:lnTo>
                          <a:pt x="219" y="604"/>
                        </a:lnTo>
                        <a:lnTo>
                          <a:pt x="224" y="613"/>
                        </a:lnTo>
                        <a:lnTo>
                          <a:pt x="219" y="630"/>
                        </a:lnTo>
                        <a:lnTo>
                          <a:pt x="233" y="630"/>
                        </a:lnTo>
                        <a:lnTo>
                          <a:pt x="246" y="644"/>
                        </a:lnTo>
                        <a:lnTo>
                          <a:pt x="268" y="644"/>
                        </a:lnTo>
                        <a:lnTo>
                          <a:pt x="268" y="630"/>
                        </a:lnTo>
                        <a:lnTo>
                          <a:pt x="255" y="630"/>
                        </a:lnTo>
                        <a:lnTo>
                          <a:pt x="246" y="617"/>
                        </a:lnTo>
                        <a:lnTo>
                          <a:pt x="251" y="604"/>
                        </a:lnTo>
                        <a:lnTo>
                          <a:pt x="260" y="608"/>
                        </a:lnTo>
                        <a:lnTo>
                          <a:pt x="291" y="626"/>
                        </a:lnTo>
                        <a:lnTo>
                          <a:pt x="304" y="626"/>
                        </a:lnTo>
                        <a:lnTo>
                          <a:pt x="300" y="617"/>
                        </a:lnTo>
                        <a:lnTo>
                          <a:pt x="291" y="604"/>
                        </a:lnTo>
                        <a:lnTo>
                          <a:pt x="291" y="595"/>
                        </a:lnTo>
                        <a:lnTo>
                          <a:pt x="300" y="586"/>
                        </a:lnTo>
                        <a:lnTo>
                          <a:pt x="304" y="577"/>
                        </a:lnTo>
                        <a:lnTo>
                          <a:pt x="318" y="577"/>
                        </a:lnTo>
                        <a:lnTo>
                          <a:pt x="327" y="559"/>
                        </a:lnTo>
                        <a:lnTo>
                          <a:pt x="358" y="572"/>
                        </a:lnTo>
                        <a:lnTo>
                          <a:pt x="362" y="546"/>
                        </a:lnTo>
                        <a:lnTo>
                          <a:pt x="362" y="528"/>
                        </a:lnTo>
                        <a:lnTo>
                          <a:pt x="349" y="528"/>
                        </a:lnTo>
                        <a:lnTo>
                          <a:pt x="349" y="505"/>
                        </a:lnTo>
                        <a:lnTo>
                          <a:pt x="353" y="487"/>
                        </a:lnTo>
                        <a:lnTo>
                          <a:pt x="340" y="474"/>
                        </a:lnTo>
                        <a:lnTo>
                          <a:pt x="344" y="470"/>
                        </a:lnTo>
                        <a:lnTo>
                          <a:pt x="358" y="474"/>
                        </a:lnTo>
                        <a:lnTo>
                          <a:pt x="371" y="474"/>
                        </a:lnTo>
                        <a:lnTo>
                          <a:pt x="389" y="492"/>
                        </a:lnTo>
                        <a:lnTo>
                          <a:pt x="394" y="501"/>
                        </a:lnTo>
                        <a:lnTo>
                          <a:pt x="376" y="505"/>
                        </a:lnTo>
                        <a:lnTo>
                          <a:pt x="371" y="519"/>
                        </a:lnTo>
                        <a:lnTo>
                          <a:pt x="376" y="523"/>
                        </a:lnTo>
                        <a:lnTo>
                          <a:pt x="385" y="541"/>
                        </a:lnTo>
                        <a:lnTo>
                          <a:pt x="407" y="541"/>
                        </a:lnTo>
                        <a:lnTo>
                          <a:pt x="411" y="510"/>
                        </a:lnTo>
                        <a:lnTo>
                          <a:pt x="447" y="483"/>
                        </a:lnTo>
                        <a:lnTo>
                          <a:pt x="456" y="483"/>
                        </a:lnTo>
                        <a:lnTo>
                          <a:pt x="487" y="461"/>
                        </a:lnTo>
                        <a:lnTo>
                          <a:pt x="501" y="461"/>
                        </a:lnTo>
                        <a:lnTo>
                          <a:pt x="492" y="474"/>
                        </a:lnTo>
                        <a:lnTo>
                          <a:pt x="496" y="483"/>
                        </a:lnTo>
                        <a:lnTo>
                          <a:pt x="487" y="487"/>
                        </a:lnTo>
                        <a:lnTo>
                          <a:pt x="501" y="492"/>
                        </a:lnTo>
                        <a:lnTo>
                          <a:pt x="523" y="474"/>
                        </a:lnTo>
                        <a:lnTo>
                          <a:pt x="541" y="474"/>
                        </a:lnTo>
                        <a:lnTo>
                          <a:pt x="559" y="461"/>
                        </a:lnTo>
                        <a:lnTo>
                          <a:pt x="568" y="461"/>
                        </a:lnTo>
                        <a:lnTo>
                          <a:pt x="568" y="483"/>
                        </a:lnTo>
                        <a:lnTo>
                          <a:pt x="581" y="483"/>
                        </a:lnTo>
                        <a:lnTo>
                          <a:pt x="577" y="474"/>
                        </a:lnTo>
                        <a:lnTo>
                          <a:pt x="595" y="465"/>
                        </a:lnTo>
                        <a:lnTo>
                          <a:pt x="586" y="438"/>
                        </a:lnTo>
                        <a:lnTo>
                          <a:pt x="595" y="429"/>
                        </a:lnTo>
                        <a:lnTo>
                          <a:pt x="630" y="434"/>
                        </a:lnTo>
                        <a:lnTo>
                          <a:pt x="662" y="456"/>
                        </a:lnTo>
                        <a:lnTo>
                          <a:pt x="693" y="478"/>
                        </a:lnTo>
                        <a:lnTo>
                          <a:pt x="702" y="496"/>
                        </a:lnTo>
                        <a:lnTo>
                          <a:pt x="711" y="470"/>
                        </a:lnTo>
                        <a:lnTo>
                          <a:pt x="702" y="470"/>
                        </a:lnTo>
                        <a:lnTo>
                          <a:pt x="693" y="443"/>
                        </a:lnTo>
                        <a:lnTo>
                          <a:pt x="679" y="443"/>
                        </a:lnTo>
                        <a:lnTo>
                          <a:pt x="679" y="420"/>
                        </a:lnTo>
                        <a:lnTo>
                          <a:pt x="684" y="411"/>
                        </a:lnTo>
                        <a:lnTo>
                          <a:pt x="684" y="389"/>
                        </a:lnTo>
                        <a:lnTo>
                          <a:pt x="675" y="394"/>
                        </a:lnTo>
                        <a:lnTo>
                          <a:pt x="684" y="362"/>
                        </a:lnTo>
                        <a:lnTo>
                          <a:pt x="697" y="358"/>
                        </a:lnTo>
                        <a:lnTo>
                          <a:pt x="706" y="331"/>
                        </a:lnTo>
                        <a:lnTo>
                          <a:pt x="711" y="295"/>
                        </a:lnTo>
                        <a:lnTo>
                          <a:pt x="720" y="282"/>
                        </a:lnTo>
                        <a:lnTo>
                          <a:pt x="751" y="282"/>
                        </a:lnTo>
                        <a:lnTo>
                          <a:pt x="760" y="291"/>
                        </a:lnTo>
                        <a:lnTo>
                          <a:pt x="755" y="340"/>
                        </a:lnTo>
                        <a:lnTo>
                          <a:pt x="746" y="340"/>
                        </a:lnTo>
                        <a:lnTo>
                          <a:pt x="769" y="376"/>
                        </a:lnTo>
                        <a:lnTo>
                          <a:pt x="760" y="456"/>
                        </a:lnTo>
                        <a:lnTo>
                          <a:pt x="773" y="478"/>
                        </a:lnTo>
                        <a:lnTo>
                          <a:pt x="764" y="492"/>
                        </a:lnTo>
                        <a:lnTo>
                          <a:pt x="769" y="510"/>
                        </a:lnTo>
                        <a:lnTo>
                          <a:pt x="755" y="537"/>
                        </a:lnTo>
                        <a:lnTo>
                          <a:pt x="746" y="546"/>
                        </a:lnTo>
                        <a:lnTo>
                          <a:pt x="738" y="554"/>
                        </a:lnTo>
                        <a:lnTo>
                          <a:pt x="742" y="563"/>
                        </a:lnTo>
                        <a:lnTo>
                          <a:pt x="755" y="568"/>
                        </a:lnTo>
                        <a:lnTo>
                          <a:pt x="760" y="554"/>
                        </a:lnTo>
                        <a:lnTo>
                          <a:pt x="778" y="541"/>
                        </a:lnTo>
                        <a:lnTo>
                          <a:pt x="782" y="514"/>
                        </a:lnTo>
                        <a:lnTo>
                          <a:pt x="791" y="510"/>
                        </a:lnTo>
                        <a:lnTo>
                          <a:pt x="791" y="478"/>
                        </a:lnTo>
                        <a:lnTo>
                          <a:pt x="818" y="465"/>
                        </a:lnTo>
                        <a:lnTo>
                          <a:pt x="827" y="505"/>
                        </a:lnTo>
                        <a:lnTo>
                          <a:pt x="840" y="487"/>
                        </a:lnTo>
                        <a:lnTo>
                          <a:pt x="836" y="465"/>
                        </a:lnTo>
                        <a:lnTo>
                          <a:pt x="809" y="456"/>
                        </a:lnTo>
                        <a:lnTo>
                          <a:pt x="778" y="461"/>
                        </a:lnTo>
                        <a:lnTo>
                          <a:pt x="773" y="416"/>
                        </a:lnTo>
                        <a:lnTo>
                          <a:pt x="787" y="398"/>
                        </a:lnTo>
                        <a:lnTo>
                          <a:pt x="778" y="362"/>
                        </a:lnTo>
                        <a:lnTo>
                          <a:pt x="769" y="358"/>
                        </a:lnTo>
                        <a:lnTo>
                          <a:pt x="778" y="335"/>
                        </a:lnTo>
                        <a:lnTo>
                          <a:pt x="796" y="318"/>
                        </a:lnTo>
                        <a:lnTo>
                          <a:pt x="796" y="286"/>
                        </a:lnTo>
                        <a:lnTo>
                          <a:pt x="800" y="282"/>
                        </a:lnTo>
                        <a:lnTo>
                          <a:pt x="809" y="309"/>
                        </a:lnTo>
                        <a:lnTo>
                          <a:pt x="805" y="358"/>
                        </a:lnTo>
                        <a:lnTo>
                          <a:pt x="836" y="367"/>
                        </a:lnTo>
                        <a:lnTo>
                          <a:pt x="840" y="380"/>
                        </a:lnTo>
                        <a:lnTo>
                          <a:pt x="849" y="376"/>
                        </a:lnTo>
                        <a:lnTo>
                          <a:pt x="836" y="358"/>
                        </a:lnTo>
                        <a:lnTo>
                          <a:pt x="813" y="344"/>
                        </a:lnTo>
                        <a:lnTo>
                          <a:pt x="818" y="327"/>
                        </a:lnTo>
                        <a:lnTo>
                          <a:pt x="836" y="335"/>
                        </a:lnTo>
                        <a:lnTo>
                          <a:pt x="845" y="322"/>
                        </a:lnTo>
                        <a:lnTo>
                          <a:pt x="831" y="322"/>
                        </a:lnTo>
                        <a:lnTo>
                          <a:pt x="831" y="313"/>
                        </a:lnTo>
                        <a:lnTo>
                          <a:pt x="845" y="304"/>
                        </a:lnTo>
                        <a:lnTo>
                          <a:pt x="863" y="309"/>
                        </a:lnTo>
                        <a:lnTo>
                          <a:pt x="867" y="318"/>
                        </a:lnTo>
                        <a:lnTo>
                          <a:pt x="880" y="318"/>
                        </a:lnTo>
                        <a:lnTo>
                          <a:pt x="894" y="340"/>
                        </a:lnTo>
                        <a:lnTo>
                          <a:pt x="912" y="335"/>
                        </a:lnTo>
                        <a:lnTo>
                          <a:pt x="912" y="353"/>
                        </a:lnTo>
                        <a:lnTo>
                          <a:pt x="903" y="362"/>
                        </a:lnTo>
                        <a:lnTo>
                          <a:pt x="898" y="389"/>
                        </a:lnTo>
                        <a:lnTo>
                          <a:pt x="921" y="389"/>
                        </a:lnTo>
                        <a:lnTo>
                          <a:pt x="916" y="367"/>
                        </a:lnTo>
                        <a:lnTo>
                          <a:pt x="925" y="335"/>
                        </a:lnTo>
                        <a:lnTo>
                          <a:pt x="912" y="327"/>
                        </a:lnTo>
                        <a:lnTo>
                          <a:pt x="880" y="291"/>
                        </a:lnTo>
                        <a:lnTo>
                          <a:pt x="880" y="242"/>
                        </a:lnTo>
                        <a:lnTo>
                          <a:pt x="965" y="233"/>
                        </a:lnTo>
                        <a:lnTo>
                          <a:pt x="961" y="215"/>
                        </a:lnTo>
                        <a:lnTo>
                          <a:pt x="952" y="215"/>
                        </a:lnTo>
                        <a:lnTo>
                          <a:pt x="947" y="192"/>
                        </a:lnTo>
                        <a:lnTo>
                          <a:pt x="965" y="170"/>
                        </a:lnTo>
                        <a:lnTo>
                          <a:pt x="983" y="175"/>
                        </a:lnTo>
                        <a:lnTo>
                          <a:pt x="1001" y="157"/>
                        </a:lnTo>
                        <a:lnTo>
                          <a:pt x="1055" y="130"/>
                        </a:lnTo>
                        <a:lnTo>
                          <a:pt x="1050" y="117"/>
                        </a:lnTo>
                        <a:lnTo>
                          <a:pt x="1090" y="85"/>
                        </a:lnTo>
                        <a:lnTo>
                          <a:pt x="1113" y="90"/>
                        </a:lnTo>
                        <a:lnTo>
                          <a:pt x="1090" y="117"/>
                        </a:lnTo>
                        <a:lnTo>
                          <a:pt x="1108" y="117"/>
                        </a:lnTo>
                        <a:lnTo>
                          <a:pt x="1135" y="94"/>
                        </a:lnTo>
                        <a:lnTo>
                          <a:pt x="1144" y="94"/>
                        </a:lnTo>
                        <a:lnTo>
                          <a:pt x="1135" y="81"/>
                        </a:lnTo>
                        <a:lnTo>
                          <a:pt x="1166" y="76"/>
                        </a:lnTo>
                        <a:lnTo>
                          <a:pt x="1175" y="41"/>
                        </a:lnTo>
                        <a:lnTo>
                          <a:pt x="1198" y="14"/>
                        </a:lnTo>
                        <a:lnTo>
                          <a:pt x="1224" y="0"/>
                        </a:lnTo>
                        <a:lnTo>
                          <a:pt x="1247" y="18"/>
                        </a:lnTo>
                        <a:lnTo>
                          <a:pt x="1229" y="41"/>
                        </a:lnTo>
                        <a:lnTo>
                          <a:pt x="1256" y="54"/>
                        </a:lnTo>
                        <a:lnTo>
                          <a:pt x="1242" y="81"/>
                        </a:lnTo>
                        <a:lnTo>
                          <a:pt x="1260" y="81"/>
                        </a:lnTo>
                        <a:lnTo>
                          <a:pt x="1274" y="63"/>
                        </a:lnTo>
                        <a:lnTo>
                          <a:pt x="1323" y="58"/>
                        </a:lnTo>
                        <a:lnTo>
                          <a:pt x="1345" y="76"/>
                        </a:lnTo>
                        <a:lnTo>
                          <a:pt x="1349" y="94"/>
                        </a:lnTo>
                        <a:lnTo>
                          <a:pt x="1345" y="166"/>
                        </a:lnTo>
                        <a:lnTo>
                          <a:pt x="1332" y="184"/>
                        </a:lnTo>
                        <a:lnTo>
                          <a:pt x="1287" y="224"/>
                        </a:lnTo>
                        <a:lnTo>
                          <a:pt x="1269" y="255"/>
                        </a:lnTo>
                        <a:lnTo>
                          <a:pt x="1251" y="268"/>
                        </a:lnTo>
                        <a:lnTo>
                          <a:pt x="1251" y="273"/>
                        </a:lnTo>
                        <a:lnTo>
                          <a:pt x="1287" y="260"/>
                        </a:lnTo>
                        <a:lnTo>
                          <a:pt x="1300" y="233"/>
                        </a:lnTo>
                        <a:lnTo>
                          <a:pt x="1314" y="228"/>
                        </a:lnTo>
                        <a:lnTo>
                          <a:pt x="1314" y="242"/>
                        </a:lnTo>
                        <a:lnTo>
                          <a:pt x="1336" y="246"/>
                        </a:lnTo>
                        <a:lnTo>
                          <a:pt x="1341" y="233"/>
                        </a:lnTo>
                        <a:lnTo>
                          <a:pt x="1349" y="255"/>
                        </a:lnTo>
                        <a:lnTo>
                          <a:pt x="1372" y="242"/>
                        </a:lnTo>
                        <a:lnTo>
                          <a:pt x="1421" y="251"/>
                        </a:lnTo>
                        <a:lnTo>
                          <a:pt x="1416" y="273"/>
                        </a:lnTo>
                        <a:lnTo>
                          <a:pt x="1466" y="282"/>
                        </a:lnTo>
                        <a:lnTo>
                          <a:pt x="1479" y="286"/>
                        </a:lnTo>
                        <a:lnTo>
                          <a:pt x="1488" y="268"/>
                        </a:lnTo>
                        <a:lnTo>
                          <a:pt x="1475" y="255"/>
                        </a:lnTo>
                        <a:lnTo>
                          <a:pt x="1497" y="237"/>
                        </a:lnTo>
                        <a:lnTo>
                          <a:pt x="1528" y="255"/>
                        </a:lnTo>
                        <a:lnTo>
                          <a:pt x="1573" y="277"/>
                        </a:lnTo>
                        <a:lnTo>
                          <a:pt x="1564" y="335"/>
                        </a:lnTo>
                        <a:lnTo>
                          <a:pt x="1573" y="335"/>
                        </a:lnTo>
                        <a:lnTo>
                          <a:pt x="1577" y="344"/>
                        </a:lnTo>
                        <a:lnTo>
                          <a:pt x="1573" y="349"/>
                        </a:lnTo>
                        <a:lnTo>
                          <a:pt x="1582" y="371"/>
                        </a:lnTo>
                        <a:lnTo>
                          <a:pt x="1595" y="380"/>
                        </a:lnTo>
                        <a:lnTo>
                          <a:pt x="1600" y="394"/>
                        </a:lnTo>
                        <a:lnTo>
                          <a:pt x="1613" y="367"/>
                        </a:lnTo>
                        <a:lnTo>
                          <a:pt x="1617" y="331"/>
                        </a:lnTo>
                        <a:lnTo>
                          <a:pt x="1626" y="331"/>
                        </a:lnTo>
                        <a:lnTo>
                          <a:pt x="1635" y="358"/>
                        </a:lnTo>
                        <a:lnTo>
                          <a:pt x="1653" y="353"/>
                        </a:lnTo>
                        <a:lnTo>
                          <a:pt x="1662" y="344"/>
                        </a:lnTo>
                        <a:lnTo>
                          <a:pt x="1725" y="353"/>
                        </a:lnTo>
                        <a:lnTo>
                          <a:pt x="1720" y="331"/>
                        </a:lnTo>
                        <a:lnTo>
                          <a:pt x="1725" y="318"/>
                        </a:lnTo>
                        <a:lnTo>
                          <a:pt x="1711" y="318"/>
                        </a:lnTo>
                        <a:lnTo>
                          <a:pt x="1716" y="304"/>
                        </a:lnTo>
                        <a:lnTo>
                          <a:pt x="1734" y="304"/>
                        </a:lnTo>
                        <a:lnTo>
                          <a:pt x="1734" y="286"/>
                        </a:lnTo>
                        <a:lnTo>
                          <a:pt x="1823" y="309"/>
                        </a:lnTo>
                        <a:lnTo>
                          <a:pt x="1787" y="304"/>
                        </a:lnTo>
                        <a:lnTo>
                          <a:pt x="1783" y="322"/>
                        </a:lnTo>
                        <a:lnTo>
                          <a:pt x="1823" y="313"/>
                        </a:lnTo>
                        <a:lnTo>
                          <a:pt x="1796" y="344"/>
                        </a:lnTo>
                        <a:lnTo>
                          <a:pt x="1814" y="335"/>
                        </a:lnTo>
                        <a:lnTo>
                          <a:pt x="1832" y="313"/>
                        </a:lnTo>
                        <a:lnTo>
                          <a:pt x="1859" y="313"/>
                        </a:lnTo>
                        <a:lnTo>
                          <a:pt x="1868" y="331"/>
                        </a:lnTo>
                        <a:lnTo>
                          <a:pt x="1854" y="340"/>
                        </a:lnTo>
                        <a:lnTo>
                          <a:pt x="1868" y="349"/>
                        </a:lnTo>
                        <a:lnTo>
                          <a:pt x="1903" y="380"/>
                        </a:lnTo>
                        <a:lnTo>
                          <a:pt x="1975" y="376"/>
                        </a:lnTo>
                        <a:lnTo>
                          <a:pt x="1997" y="380"/>
                        </a:lnTo>
                        <a:lnTo>
                          <a:pt x="2011" y="411"/>
                        </a:lnTo>
                        <a:lnTo>
                          <a:pt x="2011" y="438"/>
                        </a:lnTo>
                        <a:lnTo>
                          <a:pt x="2037" y="443"/>
                        </a:lnTo>
                        <a:lnTo>
                          <a:pt x="2073" y="438"/>
                        </a:lnTo>
                        <a:lnTo>
                          <a:pt x="2078" y="447"/>
                        </a:lnTo>
                        <a:lnTo>
                          <a:pt x="2091" y="443"/>
                        </a:lnTo>
                        <a:lnTo>
                          <a:pt x="2104" y="447"/>
                        </a:lnTo>
                        <a:lnTo>
                          <a:pt x="2122" y="434"/>
                        </a:lnTo>
                        <a:lnTo>
                          <a:pt x="2122" y="420"/>
                        </a:lnTo>
                        <a:lnTo>
                          <a:pt x="2140" y="429"/>
                        </a:lnTo>
                        <a:lnTo>
                          <a:pt x="2127" y="443"/>
                        </a:lnTo>
                        <a:lnTo>
                          <a:pt x="2140" y="478"/>
                        </a:lnTo>
                        <a:lnTo>
                          <a:pt x="2167" y="470"/>
                        </a:lnTo>
                        <a:lnTo>
                          <a:pt x="2167" y="443"/>
                        </a:lnTo>
                        <a:lnTo>
                          <a:pt x="2158" y="438"/>
                        </a:lnTo>
                        <a:lnTo>
                          <a:pt x="2158" y="420"/>
                        </a:lnTo>
                        <a:lnTo>
                          <a:pt x="2203" y="429"/>
                        </a:lnTo>
                        <a:lnTo>
                          <a:pt x="2243" y="434"/>
                        </a:lnTo>
                        <a:lnTo>
                          <a:pt x="2283" y="452"/>
                        </a:lnTo>
                        <a:lnTo>
                          <a:pt x="2368" y="519"/>
                        </a:lnTo>
                        <a:lnTo>
                          <a:pt x="2377" y="537"/>
                        </a:lnTo>
                        <a:lnTo>
                          <a:pt x="2372" y="554"/>
                        </a:lnTo>
                        <a:lnTo>
                          <a:pt x="2386" y="559"/>
                        </a:lnTo>
                        <a:lnTo>
                          <a:pt x="2381" y="537"/>
                        </a:lnTo>
                        <a:lnTo>
                          <a:pt x="2422" y="541"/>
                        </a:lnTo>
                        <a:lnTo>
                          <a:pt x="2448" y="577"/>
                        </a:lnTo>
                        <a:lnTo>
                          <a:pt x="2435" y="595"/>
                        </a:lnTo>
                        <a:lnTo>
                          <a:pt x="2417" y="595"/>
                        </a:lnTo>
                        <a:lnTo>
                          <a:pt x="2417" y="617"/>
                        </a:lnTo>
                        <a:lnTo>
                          <a:pt x="2404" y="639"/>
                        </a:lnTo>
                        <a:lnTo>
                          <a:pt x="2377" y="626"/>
                        </a:lnTo>
                        <a:lnTo>
                          <a:pt x="2363" y="626"/>
                        </a:lnTo>
                        <a:lnTo>
                          <a:pt x="2359" y="604"/>
                        </a:lnTo>
                        <a:lnTo>
                          <a:pt x="2346" y="599"/>
                        </a:lnTo>
                        <a:lnTo>
                          <a:pt x="2319" y="599"/>
                        </a:lnTo>
                        <a:lnTo>
                          <a:pt x="2319" y="577"/>
                        </a:lnTo>
                        <a:lnTo>
                          <a:pt x="2305" y="581"/>
                        </a:lnTo>
                        <a:lnTo>
                          <a:pt x="2310" y="595"/>
                        </a:lnTo>
                        <a:lnTo>
                          <a:pt x="2305" y="608"/>
                        </a:lnTo>
                        <a:lnTo>
                          <a:pt x="2279" y="635"/>
                        </a:lnTo>
                        <a:lnTo>
                          <a:pt x="2256" y="621"/>
                        </a:lnTo>
                        <a:lnTo>
                          <a:pt x="2256" y="626"/>
                        </a:lnTo>
                        <a:lnTo>
                          <a:pt x="2274" y="644"/>
                        </a:lnTo>
                        <a:lnTo>
                          <a:pt x="2279" y="671"/>
                        </a:lnTo>
                        <a:lnTo>
                          <a:pt x="2292" y="684"/>
                        </a:lnTo>
                        <a:lnTo>
                          <a:pt x="2283" y="702"/>
                        </a:lnTo>
                        <a:lnTo>
                          <a:pt x="2261" y="693"/>
                        </a:lnTo>
                        <a:lnTo>
                          <a:pt x="2238" y="702"/>
                        </a:lnTo>
                        <a:lnTo>
                          <a:pt x="2207" y="724"/>
                        </a:lnTo>
                        <a:lnTo>
                          <a:pt x="2180" y="742"/>
                        </a:lnTo>
                        <a:lnTo>
                          <a:pt x="2162" y="782"/>
                        </a:lnTo>
                        <a:lnTo>
                          <a:pt x="2145" y="760"/>
                        </a:lnTo>
                        <a:lnTo>
                          <a:pt x="2127" y="760"/>
                        </a:lnTo>
                        <a:lnTo>
                          <a:pt x="2095" y="782"/>
                        </a:lnTo>
                        <a:lnTo>
                          <a:pt x="2095" y="782"/>
                        </a:lnTo>
                        <a:lnTo>
                          <a:pt x="2095" y="760"/>
                        </a:lnTo>
                        <a:lnTo>
                          <a:pt x="2082" y="787"/>
                        </a:lnTo>
                        <a:lnTo>
                          <a:pt x="2064" y="778"/>
                        </a:lnTo>
                        <a:lnTo>
                          <a:pt x="2037" y="832"/>
                        </a:lnTo>
                        <a:lnTo>
                          <a:pt x="2055" y="836"/>
                        </a:lnTo>
                        <a:lnTo>
                          <a:pt x="2046" y="863"/>
                        </a:lnTo>
                        <a:lnTo>
                          <a:pt x="2055" y="876"/>
                        </a:lnTo>
                        <a:lnTo>
                          <a:pt x="2046" y="885"/>
                        </a:lnTo>
                        <a:lnTo>
                          <a:pt x="2033" y="881"/>
                        </a:lnTo>
                        <a:lnTo>
                          <a:pt x="2028" y="907"/>
                        </a:lnTo>
                        <a:lnTo>
                          <a:pt x="2037" y="912"/>
                        </a:lnTo>
                        <a:lnTo>
                          <a:pt x="2033" y="925"/>
                        </a:lnTo>
                        <a:lnTo>
                          <a:pt x="2024" y="916"/>
                        </a:lnTo>
                        <a:lnTo>
                          <a:pt x="2011" y="930"/>
                        </a:lnTo>
                        <a:lnTo>
                          <a:pt x="2006" y="948"/>
                        </a:lnTo>
                        <a:lnTo>
                          <a:pt x="2015" y="952"/>
                        </a:lnTo>
                        <a:lnTo>
                          <a:pt x="2011" y="957"/>
                        </a:lnTo>
                        <a:lnTo>
                          <a:pt x="2006" y="952"/>
                        </a:lnTo>
                        <a:lnTo>
                          <a:pt x="1988" y="961"/>
                        </a:lnTo>
                        <a:lnTo>
                          <a:pt x="1988" y="975"/>
                        </a:lnTo>
                        <a:lnTo>
                          <a:pt x="1961" y="1015"/>
                        </a:lnTo>
                        <a:lnTo>
                          <a:pt x="1953" y="961"/>
                        </a:lnTo>
                        <a:lnTo>
                          <a:pt x="1944" y="903"/>
                        </a:lnTo>
                        <a:lnTo>
                          <a:pt x="1944" y="881"/>
                        </a:lnTo>
                        <a:lnTo>
                          <a:pt x="1953" y="854"/>
                        </a:lnTo>
                        <a:lnTo>
                          <a:pt x="1966" y="845"/>
                        </a:lnTo>
                        <a:lnTo>
                          <a:pt x="1961" y="836"/>
                        </a:lnTo>
                        <a:lnTo>
                          <a:pt x="1984" y="827"/>
                        </a:lnTo>
                        <a:lnTo>
                          <a:pt x="2060" y="747"/>
                        </a:lnTo>
                        <a:lnTo>
                          <a:pt x="2069" y="706"/>
                        </a:lnTo>
                        <a:lnTo>
                          <a:pt x="2082" y="693"/>
                        </a:lnTo>
                        <a:lnTo>
                          <a:pt x="2073" y="689"/>
                        </a:lnTo>
                        <a:lnTo>
                          <a:pt x="2055" y="697"/>
                        </a:lnTo>
                        <a:lnTo>
                          <a:pt x="2055" y="724"/>
                        </a:lnTo>
                        <a:lnTo>
                          <a:pt x="2042" y="724"/>
                        </a:lnTo>
                        <a:lnTo>
                          <a:pt x="2011" y="760"/>
                        </a:lnTo>
                        <a:lnTo>
                          <a:pt x="2006" y="742"/>
                        </a:lnTo>
                        <a:lnTo>
                          <a:pt x="2020" y="715"/>
                        </a:lnTo>
                        <a:lnTo>
                          <a:pt x="2006" y="724"/>
                        </a:lnTo>
                        <a:lnTo>
                          <a:pt x="1997" y="715"/>
                        </a:lnTo>
                        <a:lnTo>
                          <a:pt x="1961" y="729"/>
                        </a:lnTo>
                        <a:lnTo>
                          <a:pt x="1961" y="738"/>
                        </a:lnTo>
                        <a:lnTo>
                          <a:pt x="1935" y="764"/>
                        </a:lnTo>
                        <a:lnTo>
                          <a:pt x="1926" y="791"/>
                        </a:lnTo>
                        <a:lnTo>
                          <a:pt x="1939" y="791"/>
                        </a:lnTo>
                        <a:lnTo>
                          <a:pt x="1944" y="800"/>
                        </a:lnTo>
                        <a:lnTo>
                          <a:pt x="1886" y="809"/>
                        </a:lnTo>
                        <a:lnTo>
                          <a:pt x="1881" y="800"/>
                        </a:lnTo>
                        <a:lnTo>
                          <a:pt x="1899" y="796"/>
                        </a:lnTo>
                        <a:lnTo>
                          <a:pt x="1886" y="787"/>
                        </a:lnTo>
                        <a:lnTo>
                          <a:pt x="1854" y="782"/>
                        </a:lnTo>
                        <a:lnTo>
                          <a:pt x="1850" y="796"/>
                        </a:lnTo>
                        <a:lnTo>
                          <a:pt x="1760" y="796"/>
                        </a:lnTo>
                        <a:lnTo>
                          <a:pt x="1747" y="814"/>
                        </a:lnTo>
                        <a:lnTo>
                          <a:pt x="1734" y="814"/>
                        </a:lnTo>
                        <a:lnTo>
                          <a:pt x="1662" y="912"/>
                        </a:lnTo>
                        <a:lnTo>
                          <a:pt x="1671" y="916"/>
                        </a:lnTo>
                        <a:lnTo>
                          <a:pt x="1680" y="907"/>
                        </a:lnTo>
                        <a:lnTo>
                          <a:pt x="1698" y="907"/>
                        </a:lnTo>
                        <a:lnTo>
                          <a:pt x="1689" y="930"/>
                        </a:lnTo>
                        <a:lnTo>
                          <a:pt x="1689" y="939"/>
                        </a:lnTo>
                        <a:lnTo>
                          <a:pt x="1707" y="921"/>
                        </a:lnTo>
                        <a:lnTo>
                          <a:pt x="1720" y="925"/>
                        </a:lnTo>
                        <a:lnTo>
                          <a:pt x="1743" y="948"/>
                        </a:lnTo>
                        <a:lnTo>
                          <a:pt x="1743" y="983"/>
                        </a:lnTo>
                        <a:lnTo>
                          <a:pt x="1734" y="1001"/>
                        </a:lnTo>
                        <a:lnTo>
                          <a:pt x="1729" y="1064"/>
                        </a:lnTo>
                        <a:lnTo>
                          <a:pt x="1716" y="1091"/>
                        </a:lnTo>
                        <a:lnTo>
                          <a:pt x="1711" y="1091"/>
                        </a:lnTo>
                        <a:lnTo>
                          <a:pt x="1662" y="1158"/>
                        </a:lnTo>
                        <a:lnTo>
                          <a:pt x="1644" y="1176"/>
                        </a:lnTo>
                        <a:lnTo>
                          <a:pt x="1626" y="1180"/>
                        </a:lnTo>
                        <a:lnTo>
                          <a:pt x="1613" y="1180"/>
                        </a:lnTo>
                        <a:lnTo>
                          <a:pt x="1613" y="1171"/>
                        </a:lnTo>
                        <a:lnTo>
                          <a:pt x="1604" y="1180"/>
                        </a:lnTo>
                        <a:lnTo>
                          <a:pt x="1600" y="1180"/>
                        </a:lnTo>
                        <a:lnTo>
                          <a:pt x="1591" y="1185"/>
                        </a:lnTo>
                        <a:lnTo>
                          <a:pt x="1586" y="1176"/>
                        </a:lnTo>
                        <a:lnTo>
                          <a:pt x="1595" y="1167"/>
                        </a:lnTo>
                        <a:lnTo>
                          <a:pt x="1600" y="1162"/>
                        </a:lnTo>
                        <a:lnTo>
                          <a:pt x="1595" y="1140"/>
                        </a:lnTo>
                        <a:lnTo>
                          <a:pt x="1604" y="1131"/>
                        </a:lnTo>
                        <a:lnTo>
                          <a:pt x="1622" y="1131"/>
                        </a:lnTo>
                        <a:lnTo>
                          <a:pt x="1653" y="1082"/>
                        </a:lnTo>
                        <a:lnTo>
                          <a:pt x="1649" y="1068"/>
                        </a:lnTo>
                        <a:lnTo>
                          <a:pt x="1640" y="1064"/>
                        </a:lnTo>
                        <a:lnTo>
                          <a:pt x="1617" y="1082"/>
                        </a:lnTo>
                        <a:lnTo>
                          <a:pt x="1595" y="1073"/>
                        </a:lnTo>
                        <a:lnTo>
                          <a:pt x="1591" y="1055"/>
                        </a:lnTo>
                        <a:lnTo>
                          <a:pt x="1573" y="1042"/>
                        </a:lnTo>
                        <a:lnTo>
                          <a:pt x="1564" y="1042"/>
                        </a:lnTo>
                        <a:lnTo>
                          <a:pt x="1559" y="1037"/>
                        </a:lnTo>
                        <a:lnTo>
                          <a:pt x="1546" y="1037"/>
                        </a:lnTo>
                        <a:lnTo>
                          <a:pt x="1542" y="1015"/>
                        </a:lnTo>
                        <a:lnTo>
                          <a:pt x="1519" y="957"/>
                        </a:lnTo>
                        <a:lnTo>
                          <a:pt x="1492" y="943"/>
                        </a:lnTo>
                        <a:lnTo>
                          <a:pt x="1479" y="939"/>
                        </a:lnTo>
                        <a:lnTo>
                          <a:pt x="1452" y="943"/>
                        </a:lnTo>
                        <a:lnTo>
                          <a:pt x="1439" y="961"/>
                        </a:lnTo>
                        <a:lnTo>
                          <a:pt x="1439" y="966"/>
                        </a:lnTo>
                        <a:lnTo>
                          <a:pt x="1448" y="966"/>
                        </a:lnTo>
                        <a:lnTo>
                          <a:pt x="1448" y="979"/>
                        </a:lnTo>
                        <a:lnTo>
                          <a:pt x="1421" y="1015"/>
                        </a:lnTo>
                        <a:lnTo>
                          <a:pt x="1430" y="1024"/>
                        </a:lnTo>
                        <a:lnTo>
                          <a:pt x="1416" y="1028"/>
                        </a:lnTo>
                        <a:lnTo>
                          <a:pt x="1403" y="1042"/>
                        </a:lnTo>
                        <a:lnTo>
                          <a:pt x="1390" y="1033"/>
                        </a:lnTo>
                        <a:lnTo>
                          <a:pt x="1385" y="1028"/>
                        </a:lnTo>
                        <a:lnTo>
                          <a:pt x="1376" y="1028"/>
                        </a:lnTo>
                        <a:lnTo>
                          <a:pt x="1358" y="1019"/>
                        </a:lnTo>
                        <a:lnTo>
                          <a:pt x="1349" y="1024"/>
                        </a:lnTo>
                        <a:lnTo>
                          <a:pt x="1336" y="1037"/>
                        </a:lnTo>
                        <a:lnTo>
                          <a:pt x="1305" y="1046"/>
                        </a:lnTo>
                        <a:lnTo>
                          <a:pt x="1274" y="1042"/>
                        </a:lnTo>
                        <a:lnTo>
                          <a:pt x="1233" y="1019"/>
                        </a:lnTo>
                        <a:lnTo>
                          <a:pt x="1211" y="1024"/>
                        </a:lnTo>
                        <a:lnTo>
                          <a:pt x="1189" y="1019"/>
                        </a:lnTo>
                        <a:lnTo>
                          <a:pt x="1184" y="992"/>
                        </a:lnTo>
                        <a:lnTo>
                          <a:pt x="1140" y="979"/>
                        </a:lnTo>
                        <a:lnTo>
                          <a:pt x="1126" y="1001"/>
                        </a:lnTo>
                        <a:lnTo>
                          <a:pt x="1131" y="1010"/>
                        </a:lnTo>
                        <a:lnTo>
                          <a:pt x="1126" y="1033"/>
                        </a:lnTo>
                        <a:lnTo>
                          <a:pt x="1086" y="1033"/>
                        </a:lnTo>
                        <a:lnTo>
                          <a:pt x="1068" y="1015"/>
                        </a:lnTo>
                        <a:lnTo>
                          <a:pt x="1055" y="1015"/>
                        </a:lnTo>
                        <a:lnTo>
                          <a:pt x="1050" y="1010"/>
                        </a:lnTo>
                        <a:lnTo>
                          <a:pt x="1023" y="1019"/>
                        </a:lnTo>
                        <a:lnTo>
                          <a:pt x="997" y="1037"/>
                        </a:lnTo>
                        <a:lnTo>
                          <a:pt x="988" y="1037"/>
                        </a:lnTo>
                        <a:lnTo>
                          <a:pt x="983" y="1046"/>
                        </a:lnTo>
                        <a:lnTo>
                          <a:pt x="974" y="1046"/>
                        </a:lnTo>
                        <a:lnTo>
                          <a:pt x="974" y="1042"/>
                        </a:lnTo>
                        <a:lnTo>
                          <a:pt x="952" y="1037"/>
                        </a:lnTo>
                        <a:lnTo>
                          <a:pt x="943" y="1037"/>
                        </a:lnTo>
                        <a:lnTo>
                          <a:pt x="939" y="1024"/>
                        </a:lnTo>
                        <a:lnTo>
                          <a:pt x="934" y="1028"/>
                        </a:lnTo>
                        <a:lnTo>
                          <a:pt x="921" y="1010"/>
                        </a:lnTo>
                        <a:lnTo>
                          <a:pt x="912" y="1006"/>
                        </a:lnTo>
                        <a:lnTo>
                          <a:pt x="907" y="1006"/>
                        </a:lnTo>
                        <a:lnTo>
                          <a:pt x="903" y="1010"/>
                        </a:lnTo>
                        <a:lnTo>
                          <a:pt x="898" y="1015"/>
                        </a:lnTo>
                        <a:lnTo>
                          <a:pt x="889" y="1010"/>
                        </a:lnTo>
                        <a:lnTo>
                          <a:pt x="889" y="1001"/>
                        </a:lnTo>
                        <a:lnTo>
                          <a:pt x="880" y="1001"/>
                        </a:lnTo>
                        <a:lnTo>
                          <a:pt x="876" y="1006"/>
                        </a:lnTo>
                        <a:lnTo>
                          <a:pt x="872" y="1010"/>
                        </a:lnTo>
                        <a:lnTo>
                          <a:pt x="840" y="957"/>
                        </a:lnTo>
                        <a:lnTo>
                          <a:pt x="822" y="934"/>
                        </a:lnTo>
                        <a:lnTo>
                          <a:pt x="827" y="925"/>
                        </a:lnTo>
                        <a:lnTo>
                          <a:pt x="822" y="921"/>
                        </a:lnTo>
                        <a:lnTo>
                          <a:pt x="813" y="925"/>
                        </a:lnTo>
                        <a:lnTo>
                          <a:pt x="805" y="930"/>
                        </a:lnTo>
                        <a:lnTo>
                          <a:pt x="800" y="934"/>
                        </a:lnTo>
                        <a:lnTo>
                          <a:pt x="791" y="943"/>
                        </a:lnTo>
                        <a:lnTo>
                          <a:pt x="782" y="939"/>
                        </a:lnTo>
                        <a:lnTo>
                          <a:pt x="773" y="943"/>
                        </a:lnTo>
                        <a:lnTo>
                          <a:pt x="773" y="939"/>
                        </a:lnTo>
                        <a:lnTo>
                          <a:pt x="778" y="934"/>
                        </a:lnTo>
                        <a:lnTo>
                          <a:pt x="764" y="930"/>
                        </a:lnTo>
                        <a:lnTo>
                          <a:pt x="760" y="934"/>
                        </a:lnTo>
                        <a:lnTo>
                          <a:pt x="760" y="925"/>
                        </a:lnTo>
                        <a:lnTo>
                          <a:pt x="746" y="930"/>
                        </a:lnTo>
                        <a:lnTo>
                          <a:pt x="742" y="925"/>
                        </a:lnTo>
                        <a:lnTo>
                          <a:pt x="742" y="916"/>
                        </a:lnTo>
                        <a:lnTo>
                          <a:pt x="738" y="903"/>
                        </a:lnTo>
                        <a:lnTo>
                          <a:pt x="729" y="903"/>
                        </a:lnTo>
                        <a:lnTo>
                          <a:pt x="711" y="899"/>
                        </a:lnTo>
                        <a:lnTo>
                          <a:pt x="706" y="903"/>
                        </a:lnTo>
                        <a:lnTo>
                          <a:pt x="702" y="894"/>
                        </a:lnTo>
                        <a:lnTo>
                          <a:pt x="697" y="912"/>
                        </a:lnTo>
                        <a:lnTo>
                          <a:pt x="693" y="907"/>
                        </a:lnTo>
                        <a:lnTo>
                          <a:pt x="688" y="912"/>
                        </a:lnTo>
                        <a:lnTo>
                          <a:pt x="666" y="916"/>
                        </a:lnTo>
                        <a:lnTo>
                          <a:pt x="657" y="916"/>
                        </a:lnTo>
                        <a:lnTo>
                          <a:pt x="653" y="921"/>
                        </a:lnTo>
                        <a:lnTo>
                          <a:pt x="653" y="916"/>
                        </a:lnTo>
                        <a:lnTo>
                          <a:pt x="635" y="925"/>
                        </a:lnTo>
                        <a:lnTo>
                          <a:pt x="626" y="930"/>
                        </a:lnTo>
                        <a:lnTo>
                          <a:pt x="604" y="930"/>
                        </a:lnTo>
                        <a:lnTo>
                          <a:pt x="599" y="934"/>
                        </a:lnTo>
                        <a:lnTo>
                          <a:pt x="595" y="943"/>
                        </a:lnTo>
                        <a:lnTo>
                          <a:pt x="608" y="943"/>
                        </a:lnTo>
                        <a:lnTo>
                          <a:pt x="599" y="948"/>
                        </a:lnTo>
                        <a:lnTo>
                          <a:pt x="608" y="948"/>
                        </a:lnTo>
                        <a:lnTo>
                          <a:pt x="612" y="957"/>
                        </a:lnTo>
                        <a:lnTo>
                          <a:pt x="599" y="957"/>
                        </a:lnTo>
                        <a:lnTo>
                          <a:pt x="590" y="961"/>
                        </a:lnTo>
                        <a:lnTo>
                          <a:pt x="595" y="970"/>
                        </a:lnTo>
                        <a:lnTo>
                          <a:pt x="581" y="979"/>
                        </a:lnTo>
                        <a:lnTo>
                          <a:pt x="590" y="988"/>
                        </a:lnTo>
                        <a:lnTo>
                          <a:pt x="595" y="997"/>
                        </a:lnTo>
                        <a:lnTo>
                          <a:pt x="604" y="997"/>
                        </a:lnTo>
                        <a:lnTo>
                          <a:pt x="604" y="1006"/>
                        </a:lnTo>
                        <a:lnTo>
                          <a:pt x="604" y="1010"/>
                        </a:lnTo>
                        <a:lnTo>
                          <a:pt x="590" y="1015"/>
                        </a:lnTo>
                        <a:lnTo>
                          <a:pt x="581" y="1006"/>
                        </a:lnTo>
                        <a:lnTo>
                          <a:pt x="572" y="1019"/>
                        </a:lnTo>
                        <a:lnTo>
                          <a:pt x="572" y="1010"/>
                        </a:lnTo>
                        <a:lnTo>
                          <a:pt x="568" y="1006"/>
                        </a:lnTo>
                        <a:lnTo>
                          <a:pt x="563" y="1001"/>
                        </a:lnTo>
                        <a:lnTo>
                          <a:pt x="554" y="1001"/>
                        </a:lnTo>
                        <a:lnTo>
                          <a:pt x="545" y="1006"/>
                        </a:lnTo>
                        <a:lnTo>
                          <a:pt x="541" y="1001"/>
                        </a:lnTo>
                        <a:lnTo>
                          <a:pt x="532" y="1001"/>
                        </a:lnTo>
                        <a:lnTo>
                          <a:pt x="528" y="1010"/>
                        </a:lnTo>
                        <a:lnTo>
                          <a:pt x="523" y="1015"/>
                        </a:lnTo>
                        <a:lnTo>
                          <a:pt x="514" y="1010"/>
                        </a:lnTo>
                        <a:lnTo>
                          <a:pt x="510" y="1010"/>
                        </a:lnTo>
                        <a:lnTo>
                          <a:pt x="510" y="1015"/>
                        </a:lnTo>
                        <a:lnTo>
                          <a:pt x="505" y="1015"/>
                        </a:lnTo>
                        <a:lnTo>
                          <a:pt x="501" y="1010"/>
                        </a:lnTo>
                        <a:lnTo>
                          <a:pt x="496" y="997"/>
                        </a:lnTo>
                        <a:lnTo>
                          <a:pt x="483" y="992"/>
                        </a:lnTo>
                        <a:lnTo>
                          <a:pt x="478" y="997"/>
                        </a:lnTo>
                        <a:lnTo>
                          <a:pt x="474" y="988"/>
                        </a:lnTo>
                        <a:lnTo>
                          <a:pt x="465" y="992"/>
                        </a:lnTo>
                        <a:lnTo>
                          <a:pt x="461" y="997"/>
                        </a:lnTo>
                        <a:lnTo>
                          <a:pt x="461" y="992"/>
                        </a:lnTo>
                        <a:lnTo>
                          <a:pt x="456" y="988"/>
                        </a:lnTo>
                        <a:lnTo>
                          <a:pt x="452" y="997"/>
                        </a:lnTo>
                        <a:lnTo>
                          <a:pt x="434" y="1010"/>
                        </a:lnTo>
                        <a:lnTo>
                          <a:pt x="425" y="1015"/>
                        </a:lnTo>
                        <a:lnTo>
                          <a:pt x="420" y="1010"/>
                        </a:lnTo>
                        <a:lnTo>
                          <a:pt x="425" y="1028"/>
                        </a:lnTo>
                        <a:lnTo>
                          <a:pt x="420" y="1033"/>
                        </a:lnTo>
                        <a:lnTo>
                          <a:pt x="407" y="1019"/>
                        </a:lnTo>
                        <a:lnTo>
                          <a:pt x="402" y="1019"/>
                        </a:lnTo>
                        <a:lnTo>
                          <a:pt x="402" y="1033"/>
                        </a:lnTo>
                        <a:lnTo>
                          <a:pt x="398" y="1033"/>
                        </a:lnTo>
                        <a:lnTo>
                          <a:pt x="394" y="1046"/>
                        </a:lnTo>
                        <a:lnTo>
                          <a:pt x="394" y="1050"/>
                        </a:lnTo>
                        <a:lnTo>
                          <a:pt x="389" y="1064"/>
                        </a:lnTo>
                        <a:lnTo>
                          <a:pt x="398" y="1068"/>
                        </a:lnTo>
                        <a:lnTo>
                          <a:pt x="398" y="1073"/>
                        </a:lnTo>
                        <a:lnTo>
                          <a:pt x="402" y="1082"/>
                        </a:lnTo>
                        <a:lnTo>
                          <a:pt x="402" y="1073"/>
                        </a:lnTo>
                        <a:lnTo>
                          <a:pt x="411" y="1077"/>
                        </a:lnTo>
                        <a:lnTo>
                          <a:pt x="420" y="1091"/>
                        </a:lnTo>
                        <a:lnTo>
                          <a:pt x="425" y="1095"/>
                        </a:lnTo>
                        <a:lnTo>
                          <a:pt x="420" y="1095"/>
                        </a:lnTo>
                        <a:lnTo>
                          <a:pt x="416" y="1100"/>
                        </a:lnTo>
                        <a:lnTo>
                          <a:pt x="425" y="1100"/>
                        </a:lnTo>
                        <a:lnTo>
                          <a:pt x="425" y="1104"/>
                        </a:lnTo>
                        <a:lnTo>
                          <a:pt x="416" y="1118"/>
                        </a:lnTo>
                        <a:lnTo>
                          <a:pt x="402" y="1118"/>
                        </a:lnTo>
                        <a:lnTo>
                          <a:pt x="394" y="1144"/>
                        </a:lnTo>
                        <a:lnTo>
                          <a:pt x="398" y="1144"/>
                        </a:lnTo>
                        <a:lnTo>
                          <a:pt x="402" y="1158"/>
                        </a:lnTo>
                        <a:lnTo>
                          <a:pt x="407" y="1153"/>
                        </a:lnTo>
                        <a:lnTo>
                          <a:pt x="402" y="1176"/>
                        </a:lnTo>
                        <a:lnTo>
                          <a:pt x="420" y="1198"/>
                        </a:lnTo>
                        <a:lnTo>
                          <a:pt x="425" y="1202"/>
                        </a:lnTo>
                        <a:lnTo>
                          <a:pt x="416" y="1207"/>
                        </a:lnTo>
                        <a:lnTo>
                          <a:pt x="416" y="1207"/>
                        </a:lnTo>
                        <a:lnTo>
                          <a:pt x="411" y="1211"/>
                        </a:lnTo>
                        <a:lnTo>
                          <a:pt x="407" y="1211"/>
                        </a:lnTo>
                        <a:lnTo>
                          <a:pt x="398" y="1198"/>
                        </a:lnTo>
                        <a:lnTo>
                          <a:pt x="394" y="1198"/>
                        </a:lnTo>
                        <a:lnTo>
                          <a:pt x="389" y="1193"/>
                        </a:lnTo>
                        <a:lnTo>
                          <a:pt x="389" y="1193"/>
                        </a:lnTo>
                        <a:lnTo>
                          <a:pt x="380" y="1189"/>
                        </a:lnTo>
                        <a:lnTo>
                          <a:pt x="385" y="1185"/>
                        </a:lnTo>
                        <a:lnTo>
                          <a:pt x="371" y="1185"/>
                        </a:lnTo>
                        <a:lnTo>
                          <a:pt x="371" y="1180"/>
                        </a:lnTo>
                        <a:lnTo>
                          <a:pt x="362" y="1180"/>
                        </a:lnTo>
                        <a:lnTo>
                          <a:pt x="362" y="1185"/>
                        </a:lnTo>
                        <a:lnTo>
                          <a:pt x="358" y="1180"/>
                        </a:lnTo>
                        <a:lnTo>
                          <a:pt x="353" y="1185"/>
                        </a:lnTo>
                        <a:lnTo>
                          <a:pt x="349" y="1176"/>
                        </a:lnTo>
                        <a:lnTo>
                          <a:pt x="344" y="1180"/>
                        </a:lnTo>
                        <a:lnTo>
                          <a:pt x="340" y="1171"/>
                        </a:lnTo>
                        <a:lnTo>
                          <a:pt x="322" y="1171"/>
                        </a:lnTo>
                        <a:lnTo>
                          <a:pt x="313" y="1167"/>
                        </a:lnTo>
                        <a:lnTo>
                          <a:pt x="300" y="1167"/>
                        </a:lnTo>
                        <a:lnTo>
                          <a:pt x="295" y="1167"/>
                        </a:lnTo>
                        <a:lnTo>
                          <a:pt x="291" y="1167"/>
                        </a:lnTo>
                        <a:lnTo>
                          <a:pt x="255" y="1131"/>
                        </a:lnTo>
                        <a:lnTo>
                          <a:pt x="251" y="1126"/>
                        </a:lnTo>
                        <a:lnTo>
                          <a:pt x="251" y="1122"/>
                        </a:lnTo>
                        <a:lnTo>
                          <a:pt x="260" y="1122"/>
                        </a:lnTo>
                        <a:lnTo>
                          <a:pt x="264" y="1122"/>
                        </a:lnTo>
                        <a:lnTo>
                          <a:pt x="264" y="1113"/>
                        </a:lnTo>
                        <a:lnTo>
                          <a:pt x="268" y="1109"/>
                        </a:lnTo>
                        <a:lnTo>
                          <a:pt x="273" y="1109"/>
                        </a:lnTo>
                        <a:lnTo>
                          <a:pt x="268" y="1104"/>
                        </a:lnTo>
                        <a:lnTo>
                          <a:pt x="264" y="1104"/>
                        </a:lnTo>
                        <a:lnTo>
                          <a:pt x="260" y="1100"/>
                        </a:lnTo>
                        <a:lnTo>
                          <a:pt x="268" y="1095"/>
                        </a:lnTo>
                        <a:lnTo>
                          <a:pt x="273" y="1091"/>
                        </a:lnTo>
                        <a:lnTo>
                          <a:pt x="286" y="1086"/>
                        </a:lnTo>
                        <a:lnTo>
                          <a:pt x="282" y="1082"/>
                        </a:lnTo>
                        <a:lnTo>
                          <a:pt x="273" y="1086"/>
                        </a:lnTo>
                        <a:lnTo>
                          <a:pt x="282" y="1073"/>
                        </a:lnTo>
                        <a:lnTo>
                          <a:pt x="291" y="1068"/>
                        </a:lnTo>
                        <a:lnTo>
                          <a:pt x="295" y="1059"/>
                        </a:lnTo>
                        <a:lnTo>
                          <a:pt x="291" y="1055"/>
                        </a:lnTo>
                        <a:lnTo>
                          <a:pt x="295" y="1050"/>
                        </a:lnTo>
                        <a:lnTo>
                          <a:pt x="291" y="1046"/>
                        </a:lnTo>
                        <a:lnTo>
                          <a:pt x="295" y="1042"/>
                        </a:lnTo>
                        <a:lnTo>
                          <a:pt x="282" y="1033"/>
                        </a:lnTo>
                        <a:lnTo>
                          <a:pt x="277" y="1028"/>
                        </a:lnTo>
                        <a:lnTo>
                          <a:pt x="273" y="1033"/>
                        </a:lnTo>
                        <a:lnTo>
                          <a:pt x="273" y="1028"/>
                        </a:lnTo>
                        <a:lnTo>
                          <a:pt x="264" y="1028"/>
                        </a:lnTo>
                        <a:lnTo>
                          <a:pt x="264" y="1024"/>
                        </a:lnTo>
                        <a:lnTo>
                          <a:pt x="260" y="1019"/>
                        </a:lnTo>
                        <a:lnTo>
                          <a:pt x="251" y="1019"/>
                        </a:lnTo>
                        <a:lnTo>
                          <a:pt x="246" y="1024"/>
                        </a:lnTo>
                        <a:lnTo>
                          <a:pt x="242" y="1019"/>
                        </a:lnTo>
                        <a:lnTo>
                          <a:pt x="233" y="1019"/>
                        </a:lnTo>
                        <a:lnTo>
                          <a:pt x="228" y="1006"/>
                        </a:lnTo>
                        <a:lnTo>
                          <a:pt x="228" y="997"/>
                        </a:lnTo>
                        <a:lnTo>
                          <a:pt x="210" y="992"/>
                        </a:lnTo>
                        <a:lnTo>
                          <a:pt x="215" y="983"/>
                        </a:lnTo>
                        <a:lnTo>
                          <a:pt x="210" y="983"/>
                        </a:lnTo>
                        <a:lnTo>
                          <a:pt x="206" y="975"/>
                        </a:lnTo>
                        <a:lnTo>
                          <a:pt x="197" y="975"/>
                        </a:lnTo>
                        <a:lnTo>
                          <a:pt x="188" y="979"/>
                        </a:lnTo>
                        <a:lnTo>
                          <a:pt x="184" y="975"/>
                        </a:lnTo>
                        <a:lnTo>
                          <a:pt x="179" y="979"/>
                        </a:lnTo>
                        <a:lnTo>
                          <a:pt x="175" y="979"/>
                        </a:lnTo>
                        <a:lnTo>
                          <a:pt x="175" y="970"/>
                        </a:lnTo>
                        <a:lnTo>
                          <a:pt x="170" y="957"/>
                        </a:lnTo>
                        <a:lnTo>
                          <a:pt x="175" y="952"/>
                        </a:lnTo>
                        <a:lnTo>
                          <a:pt x="179" y="957"/>
                        </a:lnTo>
                        <a:lnTo>
                          <a:pt x="179" y="957"/>
                        </a:lnTo>
                        <a:lnTo>
                          <a:pt x="184" y="952"/>
                        </a:lnTo>
                        <a:lnTo>
                          <a:pt x="188" y="948"/>
                        </a:lnTo>
                        <a:lnTo>
                          <a:pt x="184" y="948"/>
                        </a:lnTo>
                        <a:lnTo>
                          <a:pt x="179" y="939"/>
                        </a:lnTo>
                        <a:lnTo>
                          <a:pt x="170" y="943"/>
                        </a:lnTo>
                        <a:lnTo>
                          <a:pt x="170" y="930"/>
                        </a:lnTo>
                        <a:lnTo>
                          <a:pt x="166" y="925"/>
                        </a:lnTo>
                        <a:lnTo>
                          <a:pt x="166" y="921"/>
                        </a:lnTo>
                        <a:lnTo>
                          <a:pt x="166" y="912"/>
                        </a:lnTo>
                        <a:lnTo>
                          <a:pt x="166" y="907"/>
                        </a:lnTo>
                        <a:lnTo>
                          <a:pt x="161" y="894"/>
                        </a:lnTo>
                        <a:lnTo>
                          <a:pt x="152" y="885"/>
                        </a:lnTo>
                        <a:lnTo>
                          <a:pt x="143" y="890"/>
                        </a:lnTo>
                        <a:lnTo>
                          <a:pt x="139" y="881"/>
                        </a:lnTo>
                        <a:lnTo>
                          <a:pt x="130" y="881"/>
                        </a:lnTo>
                        <a:lnTo>
                          <a:pt x="130" y="876"/>
                        </a:lnTo>
                        <a:lnTo>
                          <a:pt x="126" y="876"/>
                        </a:lnTo>
                        <a:lnTo>
                          <a:pt x="121" y="876"/>
                        </a:lnTo>
                        <a:lnTo>
                          <a:pt x="121" y="867"/>
                        </a:lnTo>
                        <a:lnTo>
                          <a:pt x="121" y="849"/>
                        </a:lnTo>
                        <a:lnTo>
                          <a:pt x="126" y="845"/>
                        </a:lnTo>
                        <a:lnTo>
                          <a:pt x="121" y="840"/>
                        </a:lnTo>
                        <a:lnTo>
                          <a:pt x="117" y="840"/>
                        </a:lnTo>
                        <a:close/>
                        <a:moveTo>
                          <a:pt x="157" y="724"/>
                        </a:moveTo>
                        <a:lnTo>
                          <a:pt x="166" y="715"/>
                        </a:lnTo>
                        <a:lnTo>
                          <a:pt x="175" y="724"/>
                        </a:lnTo>
                        <a:lnTo>
                          <a:pt x="184" y="724"/>
                        </a:lnTo>
                        <a:lnTo>
                          <a:pt x="188" y="733"/>
                        </a:lnTo>
                        <a:lnTo>
                          <a:pt x="197" y="747"/>
                        </a:lnTo>
                        <a:lnTo>
                          <a:pt x="188" y="751"/>
                        </a:lnTo>
                        <a:lnTo>
                          <a:pt x="188" y="764"/>
                        </a:lnTo>
                        <a:lnTo>
                          <a:pt x="184" y="760"/>
                        </a:lnTo>
                        <a:lnTo>
                          <a:pt x="175" y="760"/>
                        </a:lnTo>
                        <a:lnTo>
                          <a:pt x="175" y="769"/>
                        </a:lnTo>
                        <a:lnTo>
                          <a:pt x="170" y="769"/>
                        </a:lnTo>
                        <a:lnTo>
                          <a:pt x="157" y="738"/>
                        </a:lnTo>
                        <a:lnTo>
                          <a:pt x="152" y="742"/>
                        </a:lnTo>
                        <a:lnTo>
                          <a:pt x="148" y="733"/>
                        </a:lnTo>
                        <a:lnTo>
                          <a:pt x="157" y="733"/>
                        </a:lnTo>
                        <a:lnTo>
                          <a:pt x="157" y="724"/>
                        </a:lnTo>
                        <a:close/>
                        <a:moveTo>
                          <a:pt x="429" y="443"/>
                        </a:moveTo>
                        <a:lnTo>
                          <a:pt x="420" y="447"/>
                        </a:lnTo>
                        <a:lnTo>
                          <a:pt x="416" y="452"/>
                        </a:lnTo>
                        <a:lnTo>
                          <a:pt x="416" y="465"/>
                        </a:lnTo>
                        <a:lnTo>
                          <a:pt x="429" y="470"/>
                        </a:lnTo>
                        <a:lnTo>
                          <a:pt x="434" y="465"/>
                        </a:lnTo>
                        <a:lnTo>
                          <a:pt x="438" y="452"/>
                        </a:lnTo>
                        <a:lnTo>
                          <a:pt x="429" y="443"/>
                        </a:lnTo>
                        <a:close/>
                        <a:moveTo>
                          <a:pt x="532" y="268"/>
                        </a:moveTo>
                        <a:lnTo>
                          <a:pt x="541" y="255"/>
                        </a:lnTo>
                        <a:lnTo>
                          <a:pt x="537" y="251"/>
                        </a:lnTo>
                        <a:lnTo>
                          <a:pt x="545" y="246"/>
                        </a:lnTo>
                        <a:lnTo>
                          <a:pt x="541" y="242"/>
                        </a:lnTo>
                        <a:lnTo>
                          <a:pt x="550" y="237"/>
                        </a:lnTo>
                        <a:lnTo>
                          <a:pt x="563" y="215"/>
                        </a:lnTo>
                        <a:lnTo>
                          <a:pt x="559" y="201"/>
                        </a:lnTo>
                        <a:lnTo>
                          <a:pt x="568" y="197"/>
                        </a:lnTo>
                        <a:lnTo>
                          <a:pt x="568" y="188"/>
                        </a:lnTo>
                        <a:lnTo>
                          <a:pt x="577" y="192"/>
                        </a:lnTo>
                        <a:lnTo>
                          <a:pt x="590" y="184"/>
                        </a:lnTo>
                        <a:lnTo>
                          <a:pt x="590" y="175"/>
                        </a:lnTo>
                        <a:lnTo>
                          <a:pt x="630" y="143"/>
                        </a:lnTo>
                        <a:lnTo>
                          <a:pt x="635" y="148"/>
                        </a:lnTo>
                        <a:lnTo>
                          <a:pt x="702" y="99"/>
                        </a:lnTo>
                        <a:lnTo>
                          <a:pt x="711" y="67"/>
                        </a:lnTo>
                        <a:lnTo>
                          <a:pt x="702" y="54"/>
                        </a:lnTo>
                        <a:lnTo>
                          <a:pt x="688" y="49"/>
                        </a:lnTo>
                        <a:lnTo>
                          <a:pt x="671" y="63"/>
                        </a:lnTo>
                        <a:lnTo>
                          <a:pt x="644" y="85"/>
                        </a:lnTo>
                        <a:lnTo>
                          <a:pt x="612" y="94"/>
                        </a:lnTo>
                        <a:lnTo>
                          <a:pt x="595" y="94"/>
                        </a:lnTo>
                        <a:lnTo>
                          <a:pt x="595" y="108"/>
                        </a:lnTo>
                        <a:lnTo>
                          <a:pt x="586" y="103"/>
                        </a:lnTo>
                        <a:lnTo>
                          <a:pt x="563" y="125"/>
                        </a:lnTo>
                        <a:lnTo>
                          <a:pt x="554" y="143"/>
                        </a:lnTo>
                        <a:lnTo>
                          <a:pt x="528" y="166"/>
                        </a:lnTo>
                        <a:lnTo>
                          <a:pt x="519" y="161"/>
                        </a:lnTo>
                        <a:lnTo>
                          <a:pt x="519" y="179"/>
                        </a:lnTo>
                        <a:lnTo>
                          <a:pt x="523" y="175"/>
                        </a:lnTo>
                        <a:lnTo>
                          <a:pt x="528" y="179"/>
                        </a:lnTo>
                        <a:lnTo>
                          <a:pt x="519" y="188"/>
                        </a:lnTo>
                        <a:lnTo>
                          <a:pt x="528" y="188"/>
                        </a:lnTo>
                        <a:lnTo>
                          <a:pt x="514" y="192"/>
                        </a:lnTo>
                        <a:lnTo>
                          <a:pt x="523" y="201"/>
                        </a:lnTo>
                        <a:lnTo>
                          <a:pt x="514" y="201"/>
                        </a:lnTo>
                        <a:lnTo>
                          <a:pt x="519" y="215"/>
                        </a:lnTo>
                        <a:lnTo>
                          <a:pt x="510" y="215"/>
                        </a:lnTo>
                        <a:lnTo>
                          <a:pt x="505" y="219"/>
                        </a:lnTo>
                        <a:lnTo>
                          <a:pt x="505" y="224"/>
                        </a:lnTo>
                        <a:lnTo>
                          <a:pt x="487" y="237"/>
                        </a:lnTo>
                        <a:lnTo>
                          <a:pt x="496" y="246"/>
                        </a:lnTo>
                        <a:lnTo>
                          <a:pt x="514" y="242"/>
                        </a:lnTo>
                        <a:lnTo>
                          <a:pt x="496" y="260"/>
                        </a:lnTo>
                        <a:lnTo>
                          <a:pt x="501" y="260"/>
                        </a:lnTo>
                        <a:lnTo>
                          <a:pt x="514" y="255"/>
                        </a:lnTo>
                        <a:lnTo>
                          <a:pt x="528" y="264"/>
                        </a:lnTo>
                        <a:lnTo>
                          <a:pt x="532" y="268"/>
                        </a:lnTo>
                        <a:close/>
                        <a:moveTo>
                          <a:pt x="550" y="385"/>
                        </a:moveTo>
                        <a:lnTo>
                          <a:pt x="537" y="376"/>
                        </a:lnTo>
                        <a:lnTo>
                          <a:pt x="519" y="349"/>
                        </a:lnTo>
                        <a:lnTo>
                          <a:pt x="519" y="327"/>
                        </a:lnTo>
                        <a:lnTo>
                          <a:pt x="523" y="300"/>
                        </a:lnTo>
                        <a:lnTo>
                          <a:pt x="528" y="268"/>
                        </a:lnTo>
                        <a:lnTo>
                          <a:pt x="510" y="260"/>
                        </a:lnTo>
                        <a:lnTo>
                          <a:pt x="501" y="264"/>
                        </a:lnTo>
                        <a:lnTo>
                          <a:pt x="487" y="268"/>
                        </a:lnTo>
                        <a:lnTo>
                          <a:pt x="483" y="282"/>
                        </a:lnTo>
                        <a:lnTo>
                          <a:pt x="478" y="282"/>
                        </a:lnTo>
                        <a:lnTo>
                          <a:pt x="470" y="291"/>
                        </a:lnTo>
                        <a:lnTo>
                          <a:pt x="474" y="295"/>
                        </a:lnTo>
                        <a:lnTo>
                          <a:pt x="470" y="322"/>
                        </a:lnTo>
                        <a:lnTo>
                          <a:pt x="461" y="322"/>
                        </a:lnTo>
                        <a:lnTo>
                          <a:pt x="456" y="335"/>
                        </a:lnTo>
                        <a:lnTo>
                          <a:pt x="461" y="344"/>
                        </a:lnTo>
                        <a:lnTo>
                          <a:pt x="465" y="349"/>
                        </a:lnTo>
                        <a:lnTo>
                          <a:pt x="483" y="353"/>
                        </a:lnTo>
                        <a:lnTo>
                          <a:pt x="487" y="358"/>
                        </a:lnTo>
                        <a:lnTo>
                          <a:pt x="474" y="358"/>
                        </a:lnTo>
                        <a:lnTo>
                          <a:pt x="474" y="362"/>
                        </a:lnTo>
                        <a:lnTo>
                          <a:pt x="478" y="362"/>
                        </a:lnTo>
                        <a:lnTo>
                          <a:pt x="483" y="380"/>
                        </a:lnTo>
                        <a:lnTo>
                          <a:pt x="483" y="367"/>
                        </a:lnTo>
                        <a:lnTo>
                          <a:pt x="492" y="367"/>
                        </a:lnTo>
                        <a:lnTo>
                          <a:pt x="501" y="371"/>
                        </a:lnTo>
                        <a:lnTo>
                          <a:pt x="492" y="376"/>
                        </a:lnTo>
                        <a:lnTo>
                          <a:pt x="487" y="389"/>
                        </a:lnTo>
                        <a:lnTo>
                          <a:pt x="501" y="398"/>
                        </a:lnTo>
                        <a:lnTo>
                          <a:pt x="514" y="403"/>
                        </a:lnTo>
                        <a:lnTo>
                          <a:pt x="519" y="394"/>
                        </a:lnTo>
                        <a:lnTo>
                          <a:pt x="532" y="398"/>
                        </a:lnTo>
                        <a:lnTo>
                          <a:pt x="528" y="385"/>
                        </a:lnTo>
                        <a:lnTo>
                          <a:pt x="541" y="394"/>
                        </a:lnTo>
                        <a:lnTo>
                          <a:pt x="550" y="385"/>
                        </a:lnTo>
                        <a:close/>
                        <a:moveTo>
                          <a:pt x="729" y="255"/>
                        </a:moveTo>
                        <a:lnTo>
                          <a:pt x="729" y="277"/>
                        </a:lnTo>
                        <a:lnTo>
                          <a:pt x="733" y="277"/>
                        </a:lnTo>
                        <a:lnTo>
                          <a:pt x="751" y="268"/>
                        </a:lnTo>
                        <a:lnTo>
                          <a:pt x="751" y="260"/>
                        </a:lnTo>
                        <a:lnTo>
                          <a:pt x="738" y="251"/>
                        </a:lnTo>
                        <a:lnTo>
                          <a:pt x="729" y="255"/>
                        </a:lnTo>
                        <a:close/>
                        <a:moveTo>
                          <a:pt x="1224" y="979"/>
                        </a:moveTo>
                        <a:lnTo>
                          <a:pt x="1229" y="979"/>
                        </a:lnTo>
                        <a:lnTo>
                          <a:pt x="1256" y="957"/>
                        </a:lnTo>
                        <a:lnTo>
                          <a:pt x="1265" y="948"/>
                        </a:lnTo>
                        <a:lnTo>
                          <a:pt x="1260" y="943"/>
                        </a:lnTo>
                        <a:lnTo>
                          <a:pt x="1278" y="921"/>
                        </a:lnTo>
                        <a:lnTo>
                          <a:pt x="1282" y="912"/>
                        </a:lnTo>
                        <a:lnTo>
                          <a:pt x="1282" y="894"/>
                        </a:lnTo>
                        <a:lnTo>
                          <a:pt x="1291" y="885"/>
                        </a:lnTo>
                        <a:lnTo>
                          <a:pt x="1296" y="890"/>
                        </a:lnTo>
                        <a:lnTo>
                          <a:pt x="1287" y="925"/>
                        </a:lnTo>
                        <a:lnTo>
                          <a:pt x="1291" y="930"/>
                        </a:lnTo>
                        <a:lnTo>
                          <a:pt x="1287" y="939"/>
                        </a:lnTo>
                        <a:lnTo>
                          <a:pt x="1282" y="934"/>
                        </a:lnTo>
                        <a:lnTo>
                          <a:pt x="1278" y="939"/>
                        </a:lnTo>
                        <a:lnTo>
                          <a:pt x="1278" y="943"/>
                        </a:lnTo>
                        <a:lnTo>
                          <a:pt x="1265" y="961"/>
                        </a:lnTo>
                        <a:lnTo>
                          <a:pt x="1256" y="970"/>
                        </a:lnTo>
                        <a:lnTo>
                          <a:pt x="1251" y="979"/>
                        </a:lnTo>
                        <a:lnTo>
                          <a:pt x="1247" y="975"/>
                        </a:lnTo>
                        <a:lnTo>
                          <a:pt x="1238" y="988"/>
                        </a:lnTo>
                        <a:lnTo>
                          <a:pt x="1224" y="992"/>
                        </a:lnTo>
                        <a:lnTo>
                          <a:pt x="1207" y="988"/>
                        </a:lnTo>
                        <a:lnTo>
                          <a:pt x="1220" y="983"/>
                        </a:lnTo>
                        <a:lnTo>
                          <a:pt x="1224" y="979"/>
                        </a:lnTo>
                        <a:close/>
                        <a:moveTo>
                          <a:pt x="1716" y="108"/>
                        </a:moveTo>
                        <a:lnTo>
                          <a:pt x="1693" y="121"/>
                        </a:lnTo>
                        <a:lnTo>
                          <a:pt x="1680" y="139"/>
                        </a:lnTo>
                        <a:lnTo>
                          <a:pt x="1676" y="166"/>
                        </a:lnTo>
                        <a:lnTo>
                          <a:pt x="1680" y="179"/>
                        </a:lnTo>
                        <a:lnTo>
                          <a:pt x="1698" y="192"/>
                        </a:lnTo>
                        <a:lnTo>
                          <a:pt x="1716" y="201"/>
                        </a:lnTo>
                        <a:lnTo>
                          <a:pt x="1725" y="188"/>
                        </a:lnTo>
                        <a:lnTo>
                          <a:pt x="1729" y="197"/>
                        </a:lnTo>
                        <a:lnTo>
                          <a:pt x="1738" y="192"/>
                        </a:lnTo>
                        <a:lnTo>
                          <a:pt x="1747" y="184"/>
                        </a:lnTo>
                        <a:lnTo>
                          <a:pt x="1751" y="188"/>
                        </a:lnTo>
                        <a:lnTo>
                          <a:pt x="1760" y="184"/>
                        </a:lnTo>
                        <a:lnTo>
                          <a:pt x="1765" y="188"/>
                        </a:lnTo>
                        <a:lnTo>
                          <a:pt x="1769" y="184"/>
                        </a:lnTo>
                        <a:lnTo>
                          <a:pt x="1760" y="179"/>
                        </a:lnTo>
                        <a:lnTo>
                          <a:pt x="1756" y="166"/>
                        </a:lnTo>
                        <a:lnTo>
                          <a:pt x="1756" y="148"/>
                        </a:lnTo>
                        <a:lnTo>
                          <a:pt x="1760" y="130"/>
                        </a:lnTo>
                        <a:lnTo>
                          <a:pt x="1765" y="139"/>
                        </a:lnTo>
                        <a:lnTo>
                          <a:pt x="1760" y="152"/>
                        </a:lnTo>
                        <a:lnTo>
                          <a:pt x="1765" y="175"/>
                        </a:lnTo>
                        <a:lnTo>
                          <a:pt x="1774" y="179"/>
                        </a:lnTo>
                        <a:lnTo>
                          <a:pt x="1783" y="175"/>
                        </a:lnTo>
                        <a:lnTo>
                          <a:pt x="1792" y="161"/>
                        </a:lnTo>
                        <a:lnTo>
                          <a:pt x="1787" y="148"/>
                        </a:lnTo>
                        <a:lnTo>
                          <a:pt x="1796" y="139"/>
                        </a:lnTo>
                        <a:lnTo>
                          <a:pt x="1765" y="121"/>
                        </a:lnTo>
                        <a:lnTo>
                          <a:pt x="1747" y="103"/>
                        </a:lnTo>
                        <a:lnTo>
                          <a:pt x="1738" y="121"/>
                        </a:lnTo>
                        <a:lnTo>
                          <a:pt x="1734" y="134"/>
                        </a:lnTo>
                        <a:lnTo>
                          <a:pt x="1729" y="134"/>
                        </a:lnTo>
                        <a:lnTo>
                          <a:pt x="1716" y="108"/>
                        </a:lnTo>
                        <a:close/>
                        <a:moveTo>
                          <a:pt x="1729" y="219"/>
                        </a:moveTo>
                        <a:lnTo>
                          <a:pt x="1729" y="237"/>
                        </a:lnTo>
                        <a:lnTo>
                          <a:pt x="1734" y="242"/>
                        </a:lnTo>
                        <a:lnTo>
                          <a:pt x="1738" y="233"/>
                        </a:lnTo>
                        <a:lnTo>
                          <a:pt x="1738" y="224"/>
                        </a:lnTo>
                        <a:lnTo>
                          <a:pt x="1729" y="219"/>
                        </a:lnTo>
                        <a:close/>
                        <a:moveTo>
                          <a:pt x="1738" y="242"/>
                        </a:moveTo>
                        <a:lnTo>
                          <a:pt x="1734" y="255"/>
                        </a:lnTo>
                        <a:lnTo>
                          <a:pt x="1720" y="260"/>
                        </a:lnTo>
                        <a:lnTo>
                          <a:pt x="1720" y="264"/>
                        </a:lnTo>
                        <a:lnTo>
                          <a:pt x="1734" y="264"/>
                        </a:lnTo>
                        <a:lnTo>
                          <a:pt x="1774" y="268"/>
                        </a:lnTo>
                        <a:lnTo>
                          <a:pt x="1774" y="251"/>
                        </a:lnTo>
                        <a:lnTo>
                          <a:pt x="1760" y="246"/>
                        </a:lnTo>
                        <a:lnTo>
                          <a:pt x="1760" y="242"/>
                        </a:lnTo>
                        <a:lnTo>
                          <a:pt x="1751" y="237"/>
                        </a:lnTo>
                        <a:lnTo>
                          <a:pt x="1738" y="242"/>
                        </a:lnTo>
                        <a:close/>
                        <a:moveTo>
                          <a:pt x="1765" y="921"/>
                        </a:moveTo>
                        <a:lnTo>
                          <a:pt x="1756" y="921"/>
                        </a:lnTo>
                        <a:lnTo>
                          <a:pt x="1756" y="939"/>
                        </a:lnTo>
                        <a:lnTo>
                          <a:pt x="1747" y="948"/>
                        </a:lnTo>
                        <a:lnTo>
                          <a:pt x="1747" y="988"/>
                        </a:lnTo>
                        <a:lnTo>
                          <a:pt x="1751" y="1006"/>
                        </a:lnTo>
                        <a:lnTo>
                          <a:pt x="1747" y="1055"/>
                        </a:lnTo>
                        <a:lnTo>
                          <a:pt x="1756" y="1068"/>
                        </a:lnTo>
                        <a:lnTo>
                          <a:pt x="1747" y="1082"/>
                        </a:lnTo>
                        <a:lnTo>
                          <a:pt x="1751" y="1091"/>
                        </a:lnTo>
                        <a:lnTo>
                          <a:pt x="1747" y="1104"/>
                        </a:lnTo>
                        <a:lnTo>
                          <a:pt x="1751" y="1118"/>
                        </a:lnTo>
                        <a:lnTo>
                          <a:pt x="1760" y="1100"/>
                        </a:lnTo>
                        <a:lnTo>
                          <a:pt x="1769" y="1104"/>
                        </a:lnTo>
                        <a:lnTo>
                          <a:pt x="1774" y="1113"/>
                        </a:lnTo>
                        <a:lnTo>
                          <a:pt x="1774" y="1095"/>
                        </a:lnTo>
                        <a:lnTo>
                          <a:pt x="1760" y="1077"/>
                        </a:lnTo>
                        <a:lnTo>
                          <a:pt x="1769" y="1046"/>
                        </a:lnTo>
                        <a:lnTo>
                          <a:pt x="1783" y="1046"/>
                        </a:lnTo>
                        <a:lnTo>
                          <a:pt x="1792" y="1055"/>
                        </a:lnTo>
                        <a:lnTo>
                          <a:pt x="1792" y="1055"/>
                        </a:lnTo>
                        <a:lnTo>
                          <a:pt x="1787" y="1046"/>
                        </a:lnTo>
                        <a:lnTo>
                          <a:pt x="1778" y="1019"/>
                        </a:lnTo>
                        <a:lnTo>
                          <a:pt x="1769" y="952"/>
                        </a:lnTo>
                        <a:lnTo>
                          <a:pt x="1765" y="921"/>
                        </a:lnTo>
                        <a:close/>
                        <a:moveTo>
                          <a:pt x="1805" y="1158"/>
                        </a:moveTo>
                        <a:lnTo>
                          <a:pt x="1805" y="1162"/>
                        </a:lnTo>
                        <a:lnTo>
                          <a:pt x="1819" y="1144"/>
                        </a:lnTo>
                        <a:lnTo>
                          <a:pt x="1814" y="1144"/>
                        </a:lnTo>
                        <a:lnTo>
                          <a:pt x="1805" y="1158"/>
                        </a:lnTo>
                        <a:close/>
                        <a:moveTo>
                          <a:pt x="1850" y="1118"/>
                        </a:moveTo>
                        <a:lnTo>
                          <a:pt x="1841" y="1126"/>
                        </a:lnTo>
                        <a:lnTo>
                          <a:pt x="1836" y="1122"/>
                        </a:lnTo>
                        <a:lnTo>
                          <a:pt x="1827" y="1131"/>
                        </a:lnTo>
                        <a:lnTo>
                          <a:pt x="1823" y="1140"/>
                        </a:lnTo>
                        <a:lnTo>
                          <a:pt x="1819" y="1144"/>
                        </a:lnTo>
                        <a:lnTo>
                          <a:pt x="1823" y="1144"/>
                        </a:lnTo>
                        <a:lnTo>
                          <a:pt x="1836" y="1135"/>
                        </a:lnTo>
                        <a:lnTo>
                          <a:pt x="1850" y="1126"/>
                        </a:lnTo>
                        <a:lnTo>
                          <a:pt x="1850" y="1118"/>
                        </a:lnTo>
                        <a:close/>
                        <a:moveTo>
                          <a:pt x="1854" y="161"/>
                        </a:moveTo>
                        <a:lnTo>
                          <a:pt x="1850" y="166"/>
                        </a:lnTo>
                        <a:lnTo>
                          <a:pt x="1845" y="166"/>
                        </a:lnTo>
                        <a:lnTo>
                          <a:pt x="1850" y="152"/>
                        </a:lnTo>
                        <a:lnTo>
                          <a:pt x="1832" y="152"/>
                        </a:lnTo>
                        <a:lnTo>
                          <a:pt x="1827" y="157"/>
                        </a:lnTo>
                        <a:lnTo>
                          <a:pt x="1819" y="157"/>
                        </a:lnTo>
                        <a:lnTo>
                          <a:pt x="1823" y="143"/>
                        </a:lnTo>
                        <a:lnTo>
                          <a:pt x="1814" y="143"/>
                        </a:lnTo>
                        <a:lnTo>
                          <a:pt x="1814" y="157"/>
                        </a:lnTo>
                        <a:lnTo>
                          <a:pt x="1810" y="161"/>
                        </a:lnTo>
                        <a:lnTo>
                          <a:pt x="1810" y="170"/>
                        </a:lnTo>
                        <a:lnTo>
                          <a:pt x="1823" y="184"/>
                        </a:lnTo>
                        <a:lnTo>
                          <a:pt x="1832" y="188"/>
                        </a:lnTo>
                        <a:lnTo>
                          <a:pt x="1841" y="197"/>
                        </a:lnTo>
                        <a:lnTo>
                          <a:pt x="1863" y="197"/>
                        </a:lnTo>
                        <a:lnTo>
                          <a:pt x="1868" y="192"/>
                        </a:lnTo>
                        <a:lnTo>
                          <a:pt x="1877" y="188"/>
                        </a:lnTo>
                        <a:lnTo>
                          <a:pt x="1872" y="184"/>
                        </a:lnTo>
                        <a:lnTo>
                          <a:pt x="1877" y="175"/>
                        </a:lnTo>
                        <a:lnTo>
                          <a:pt x="1872" y="175"/>
                        </a:lnTo>
                        <a:lnTo>
                          <a:pt x="1868" y="175"/>
                        </a:lnTo>
                        <a:lnTo>
                          <a:pt x="1868" y="170"/>
                        </a:lnTo>
                        <a:lnTo>
                          <a:pt x="1854" y="161"/>
                        </a:lnTo>
                        <a:close/>
                        <a:moveTo>
                          <a:pt x="1877" y="1109"/>
                        </a:moveTo>
                        <a:lnTo>
                          <a:pt x="1872" y="1109"/>
                        </a:lnTo>
                        <a:lnTo>
                          <a:pt x="1859" y="1122"/>
                        </a:lnTo>
                        <a:lnTo>
                          <a:pt x="1863" y="1126"/>
                        </a:lnTo>
                        <a:lnTo>
                          <a:pt x="1877" y="1109"/>
                        </a:lnTo>
                        <a:close/>
                        <a:moveTo>
                          <a:pt x="1899" y="1086"/>
                        </a:moveTo>
                        <a:lnTo>
                          <a:pt x="1903" y="1086"/>
                        </a:lnTo>
                        <a:lnTo>
                          <a:pt x="1899" y="1082"/>
                        </a:lnTo>
                        <a:lnTo>
                          <a:pt x="1890" y="1091"/>
                        </a:lnTo>
                        <a:lnTo>
                          <a:pt x="1890" y="1100"/>
                        </a:lnTo>
                        <a:lnTo>
                          <a:pt x="1899" y="1091"/>
                        </a:lnTo>
                        <a:lnTo>
                          <a:pt x="1899" y="1086"/>
                        </a:lnTo>
                        <a:close/>
                        <a:moveTo>
                          <a:pt x="1935" y="1037"/>
                        </a:moveTo>
                        <a:lnTo>
                          <a:pt x="1930" y="1042"/>
                        </a:lnTo>
                        <a:lnTo>
                          <a:pt x="1935" y="1046"/>
                        </a:lnTo>
                        <a:lnTo>
                          <a:pt x="1939" y="1037"/>
                        </a:lnTo>
                        <a:lnTo>
                          <a:pt x="1935" y="1037"/>
                        </a:lnTo>
                        <a:close/>
                        <a:moveTo>
                          <a:pt x="1957" y="1015"/>
                        </a:moveTo>
                        <a:lnTo>
                          <a:pt x="1957" y="1019"/>
                        </a:lnTo>
                        <a:lnTo>
                          <a:pt x="1961" y="1015"/>
                        </a:lnTo>
                        <a:lnTo>
                          <a:pt x="1957" y="1010"/>
                        </a:lnTo>
                        <a:lnTo>
                          <a:pt x="1953" y="1015"/>
                        </a:lnTo>
                        <a:lnTo>
                          <a:pt x="1957" y="1015"/>
                        </a:lnTo>
                        <a:lnTo>
                          <a:pt x="1953" y="1015"/>
                        </a:lnTo>
                        <a:lnTo>
                          <a:pt x="1948" y="1024"/>
                        </a:lnTo>
                        <a:lnTo>
                          <a:pt x="1944" y="1024"/>
                        </a:lnTo>
                        <a:lnTo>
                          <a:pt x="1944" y="1033"/>
                        </a:lnTo>
                        <a:lnTo>
                          <a:pt x="1948" y="1028"/>
                        </a:lnTo>
                        <a:lnTo>
                          <a:pt x="1957" y="1019"/>
                        </a:lnTo>
                        <a:lnTo>
                          <a:pt x="1957" y="1015"/>
                        </a:lnTo>
                        <a:close/>
                        <a:moveTo>
                          <a:pt x="2064" y="800"/>
                        </a:moveTo>
                        <a:lnTo>
                          <a:pt x="2060" y="809"/>
                        </a:lnTo>
                        <a:lnTo>
                          <a:pt x="2055" y="818"/>
                        </a:lnTo>
                        <a:lnTo>
                          <a:pt x="2060" y="823"/>
                        </a:lnTo>
                        <a:lnTo>
                          <a:pt x="2078" y="805"/>
                        </a:lnTo>
                        <a:lnTo>
                          <a:pt x="2073" y="796"/>
                        </a:lnTo>
                        <a:lnTo>
                          <a:pt x="2069" y="796"/>
                        </a:lnTo>
                        <a:lnTo>
                          <a:pt x="2069" y="800"/>
                        </a:lnTo>
                        <a:lnTo>
                          <a:pt x="2064" y="800"/>
                        </a:lnTo>
                        <a:close/>
                        <a:moveTo>
                          <a:pt x="2100" y="903"/>
                        </a:moveTo>
                        <a:lnTo>
                          <a:pt x="2091" y="903"/>
                        </a:lnTo>
                        <a:lnTo>
                          <a:pt x="2095" y="907"/>
                        </a:lnTo>
                        <a:lnTo>
                          <a:pt x="2104" y="921"/>
                        </a:lnTo>
                        <a:lnTo>
                          <a:pt x="2104" y="912"/>
                        </a:lnTo>
                        <a:lnTo>
                          <a:pt x="2100" y="903"/>
                        </a:lnTo>
                        <a:close/>
                        <a:moveTo>
                          <a:pt x="2274" y="371"/>
                        </a:moveTo>
                        <a:lnTo>
                          <a:pt x="2279" y="385"/>
                        </a:lnTo>
                        <a:lnTo>
                          <a:pt x="2288" y="380"/>
                        </a:lnTo>
                        <a:lnTo>
                          <a:pt x="2292" y="380"/>
                        </a:lnTo>
                        <a:lnTo>
                          <a:pt x="2301" y="376"/>
                        </a:lnTo>
                        <a:lnTo>
                          <a:pt x="2305" y="380"/>
                        </a:lnTo>
                        <a:lnTo>
                          <a:pt x="2319" y="380"/>
                        </a:lnTo>
                        <a:lnTo>
                          <a:pt x="2337" y="367"/>
                        </a:lnTo>
                        <a:lnTo>
                          <a:pt x="2328" y="353"/>
                        </a:lnTo>
                        <a:lnTo>
                          <a:pt x="2305" y="349"/>
                        </a:lnTo>
                        <a:lnTo>
                          <a:pt x="2296" y="349"/>
                        </a:lnTo>
                        <a:lnTo>
                          <a:pt x="2274" y="371"/>
                        </a:lnTo>
                        <a:close/>
                      </a:path>
                    </a:pathLst>
                  </a:custGeom>
                  <a:grpFill/>
                  <a:ln w="9525" cmpd="sng">
                    <a:solidFill>
                      <a:schemeClr val="bg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dirty="0">
                      <a:latin typeface="Delivery" panose="020F0503020204020204" pitchFamily="34" charset="0"/>
                    </a:endParaRPr>
                  </a:p>
                </p:txBody>
              </p:sp>
              <p:sp>
                <p:nvSpPr>
                  <p:cNvPr id="493" name="Freeform 150">
                    <a:extLst>
                      <a:ext uri="{FF2B5EF4-FFF2-40B4-BE49-F238E27FC236}">
                        <a16:creationId xmlns:a16="http://schemas.microsoft.com/office/drawing/2014/main" id="{2643D984-ECA9-4267-44BD-7FA71411EDF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gray">
                  <a:xfrm>
                    <a:off x="3174" y="2288"/>
                    <a:ext cx="326" cy="268"/>
                  </a:xfrm>
                  <a:custGeom>
                    <a:avLst/>
                    <a:gdLst>
                      <a:gd name="T0" fmla="*/ 9 w 326"/>
                      <a:gd name="T1" fmla="*/ 49 h 268"/>
                      <a:gd name="T2" fmla="*/ 31 w 326"/>
                      <a:gd name="T3" fmla="*/ 49 h 268"/>
                      <a:gd name="T4" fmla="*/ 36 w 326"/>
                      <a:gd name="T5" fmla="*/ 40 h 268"/>
                      <a:gd name="T6" fmla="*/ 49 w 326"/>
                      <a:gd name="T7" fmla="*/ 31 h 268"/>
                      <a:gd name="T8" fmla="*/ 45 w 326"/>
                      <a:gd name="T9" fmla="*/ 13 h 268"/>
                      <a:gd name="T10" fmla="*/ 71 w 326"/>
                      <a:gd name="T11" fmla="*/ 0 h 268"/>
                      <a:gd name="T12" fmla="*/ 94 w 326"/>
                      <a:gd name="T13" fmla="*/ 4 h 268"/>
                      <a:gd name="T14" fmla="*/ 125 w 326"/>
                      <a:gd name="T15" fmla="*/ 27 h 268"/>
                      <a:gd name="T16" fmla="*/ 125 w 326"/>
                      <a:gd name="T17" fmla="*/ 35 h 268"/>
                      <a:gd name="T18" fmla="*/ 134 w 326"/>
                      <a:gd name="T19" fmla="*/ 35 h 268"/>
                      <a:gd name="T20" fmla="*/ 134 w 326"/>
                      <a:gd name="T21" fmla="*/ 49 h 268"/>
                      <a:gd name="T22" fmla="*/ 147 w 326"/>
                      <a:gd name="T23" fmla="*/ 53 h 268"/>
                      <a:gd name="T24" fmla="*/ 174 w 326"/>
                      <a:gd name="T25" fmla="*/ 53 h 268"/>
                      <a:gd name="T26" fmla="*/ 187 w 326"/>
                      <a:gd name="T27" fmla="*/ 58 h 268"/>
                      <a:gd name="T28" fmla="*/ 192 w 326"/>
                      <a:gd name="T29" fmla="*/ 62 h 268"/>
                      <a:gd name="T30" fmla="*/ 205 w 326"/>
                      <a:gd name="T31" fmla="*/ 58 h 268"/>
                      <a:gd name="T32" fmla="*/ 214 w 326"/>
                      <a:gd name="T33" fmla="*/ 71 h 268"/>
                      <a:gd name="T34" fmla="*/ 214 w 326"/>
                      <a:gd name="T35" fmla="*/ 80 h 268"/>
                      <a:gd name="T36" fmla="*/ 228 w 326"/>
                      <a:gd name="T37" fmla="*/ 89 h 268"/>
                      <a:gd name="T38" fmla="*/ 228 w 326"/>
                      <a:gd name="T39" fmla="*/ 102 h 268"/>
                      <a:gd name="T40" fmla="*/ 237 w 326"/>
                      <a:gd name="T41" fmla="*/ 116 h 268"/>
                      <a:gd name="T42" fmla="*/ 246 w 326"/>
                      <a:gd name="T43" fmla="*/ 143 h 268"/>
                      <a:gd name="T44" fmla="*/ 259 w 326"/>
                      <a:gd name="T45" fmla="*/ 152 h 268"/>
                      <a:gd name="T46" fmla="*/ 281 w 326"/>
                      <a:gd name="T47" fmla="*/ 143 h 268"/>
                      <a:gd name="T48" fmla="*/ 299 w 326"/>
                      <a:gd name="T49" fmla="*/ 134 h 268"/>
                      <a:gd name="T50" fmla="*/ 299 w 326"/>
                      <a:gd name="T51" fmla="*/ 161 h 268"/>
                      <a:gd name="T52" fmla="*/ 308 w 326"/>
                      <a:gd name="T53" fmla="*/ 156 h 268"/>
                      <a:gd name="T54" fmla="*/ 322 w 326"/>
                      <a:gd name="T55" fmla="*/ 161 h 268"/>
                      <a:gd name="T56" fmla="*/ 326 w 326"/>
                      <a:gd name="T57" fmla="*/ 183 h 268"/>
                      <a:gd name="T58" fmla="*/ 322 w 326"/>
                      <a:gd name="T59" fmla="*/ 196 h 268"/>
                      <a:gd name="T60" fmla="*/ 308 w 326"/>
                      <a:gd name="T61" fmla="*/ 201 h 268"/>
                      <a:gd name="T62" fmla="*/ 268 w 326"/>
                      <a:gd name="T63" fmla="*/ 223 h 268"/>
                      <a:gd name="T64" fmla="*/ 255 w 326"/>
                      <a:gd name="T65" fmla="*/ 237 h 268"/>
                      <a:gd name="T66" fmla="*/ 232 w 326"/>
                      <a:gd name="T67" fmla="*/ 241 h 268"/>
                      <a:gd name="T68" fmla="*/ 161 w 326"/>
                      <a:gd name="T69" fmla="*/ 268 h 268"/>
                      <a:gd name="T70" fmla="*/ 165 w 326"/>
                      <a:gd name="T71" fmla="*/ 245 h 268"/>
                      <a:gd name="T72" fmla="*/ 134 w 326"/>
                      <a:gd name="T73" fmla="*/ 237 h 268"/>
                      <a:gd name="T74" fmla="*/ 129 w 326"/>
                      <a:gd name="T75" fmla="*/ 250 h 268"/>
                      <a:gd name="T76" fmla="*/ 125 w 326"/>
                      <a:gd name="T77" fmla="*/ 250 h 268"/>
                      <a:gd name="T78" fmla="*/ 120 w 326"/>
                      <a:gd name="T79" fmla="*/ 245 h 268"/>
                      <a:gd name="T80" fmla="*/ 120 w 326"/>
                      <a:gd name="T81" fmla="*/ 245 h 268"/>
                      <a:gd name="T82" fmla="*/ 94 w 326"/>
                      <a:gd name="T83" fmla="*/ 205 h 268"/>
                      <a:gd name="T84" fmla="*/ 89 w 326"/>
                      <a:gd name="T85" fmla="*/ 196 h 268"/>
                      <a:gd name="T86" fmla="*/ 80 w 326"/>
                      <a:gd name="T87" fmla="*/ 192 h 268"/>
                      <a:gd name="T88" fmla="*/ 67 w 326"/>
                      <a:gd name="T89" fmla="*/ 178 h 268"/>
                      <a:gd name="T90" fmla="*/ 67 w 326"/>
                      <a:gd name="T91" fmla="*/ 170 h 268"/>
                      <a:gd name="T92" fmla="*/ 62 w 326"/>
                      <a:gd name="T93" fmla="*/ 165 h 268"/>
                      <a:gd name="T94" fmla="*/ 62 w 326"/>
                      <a:gd name="T95" fmla="*/ 161 h 268"/>
                      <a:gd name="T96" fmla="*/ 67 w 326"/>
                      <a:gd name="T97" fmla="*/ 165 h 268"/>
                      <a:gd name="T98" fmla="*/ 67 w 326"/>
                      <a:gd name="T99" fmla="*/ 156 h 268"/>
                      <a:gd name="T100" fmla="*/ 62 w 326"/>
                      <a:gd name="T101" fmla="*/ 152 h 268"/>
                      <a:gd name="T102" fmla="*/ 58 w 326"/>
                      <a:gd name="T103" fmla="*/ 138 h 268"/>
                      <a:gd name="T104" fmla="*/ 49 w 326"/>
                      <a:gd name="T105" fmla="*/ 129 h 268"/>
                      <a:gd name="T106" fmla="*/ 40 w 326"/>
                      <a:gd name="T107" fmla="*/ 125 h 268"/>
                      <a:gd name="T108" fmla="*/ 36 w 326"/>
                      <a:gd name="T109" fmla="*/ 116 h 268"/>
                      <a:gd name="T110" fmla="*/ 40 w 326"/>
                      <a:gd name="T111" fmla="*/ 116 h 268"/>
                      <a:gd name="T112" fmla="*/ 36 w 326"/>
                      <a:gd name="T113" fmla="*/ 107 h 268"/>
                      <a:gd name="T114" fmla="*/ 27 w 326"/>
                      <a:gd name="T115" fmla="*/ 98 h 268"/>
                      <a:gd name="T116" fmla="*/ 9 w 326"/>
                      <a:gd name="T117" fmla="*/ 67 h 268"/>
                      <a:gd name="T118" fmla="*/ 0 w 326"/>
                      <a:gd name="T119" fmla="*/ 67 h 268"/>
                      <a:gd name="T120" fmla="*/ 0 w 326"/>
                      <a:gd name="T121" fmla="*/ 62 h 268"/>
                      <a:gd name="T122" fmla="*/ 9 w 326"/>
                      <a:gd name="T123" fmla="*/ 49 h 2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  <a:cxn ang="0">
                        <a:pos x="T106" y="T107"/>
                      </a:cxn>
                      <a:cxn ang="0">
                        <a:pos x="T108" y="T109"/>
                      </a:cxn>
                      <a:cxn ang="0">
                        <a:pos x="T110" y="T111"/>
                      </a:cxn>
                      <a:cxn ang="0">
                        <a:pos x="T112" y="T113"/>
                      </a:cxn>
                      <a:cxn ang="0">
                        <a:pos x="T114" y="T115"/>
                      </a:cxn>
                      <a:cxn ang="0">
                        <a:pos x="T116" y="T117"/>
                      </a:cxn>
                      <a:cxn ang="0">
                        <a:pos x="T118" y="T119"/>
                      </a:cxn>
                      <a:cxn ang="0">
                        <a:pos x="T120" y="T121"/>
                      </a:cxn>
                      <a:cxn ang="0">
                        <a:pos x="T122" y="T123"/>
                      </a:cxn>
                    </a:cxnLst>
                    <a:rect l="0" t="0" r="r" b="b"/>
                    <a:pathLst>
                      <a:path w="326" h="268">
                        <a:moveTo>
                          <a:pt x="9" y="49"/>
                        </a:moveTo>
                        <a:lnTo>
                          <a:pt x="31" y="49"/>
                        </a:lnTo>
                        <a:lnTo>
                          <a:pt x="36" y="40"/>
                        </a:lnTo>
                        <a:lnTo>
                          <a:pt x="49" y="31"/>
                        </a:lnTo>
                        <a:lnTo>
                          <a:pt x="45" y="13"/>
                        </a:lnTo>
                        <a:lnTo>
                          <a:pt x="71" y="0"/>
                        </a:lnTo>
                        <a:lnTo>
                          <a:pt x="94" y="4"/>
                        </a:lnTo>
                        <a:lnTo>
                          <a:pt x="125" y="27"/>
                        </a:lnTo>
                        <a:lnTo>
                          <a:pt x="125" y="35"/>
                        </a:lnTo>
                        <a:lnTo>
                          <a:pt x="134" y="35"/>
                        </a:lnTo>
                        <a:lnTo>
                          <a:pt x="134" y="49"/>
                        </a:lnTo>
                        <a:lnTo>
                          <a:pt x="147" y="53"/>
                        </a:lnTo>
                        <a:lnTo>
                          <a:pt x="174" y="53"/>
                        </a:lnTo>
                        <a:lnTo>
                          <a:pt x="187" y="58"/>
                        </a:lnTo>
                        <a:lnTo>
                          <a:pt x="192" y="62"/>
                        </a:lnTo>
                        <a:lnTo>
                          <a:pt x="205" y="58"/>
                        </a:lnTo>
                        <a:lnTo>
                          <a:pt x="214" y="71"/>
                        </a:lnTo>
                        <a:lnTo>
                          <a:pt x="214" y="80"/>
                        </a:lnTo>
                        <a:lnTo>
                          <a:pt x="228" y="89"/>
                        </a:lnTo>
                        <a:lnTo>
                          <a:pt x="228" y="102"/>
                        </a:lnTo>
                        <a:lnTo>
                          <a:pt x="237" y="116"/>
                        </a:lnTo>
                        <a:lnTo>
                          <a:pt x="246" y="143"/>
                        </a:lnTo>
                        <a:lnTo>
                          <a:pt x="259" y="152"/>
                        </a:lnTo>
                        <a:lnTo>
                          <a:pt x="281" y="143"/>
                        </a:lnTo>
                        <a:lnTo>
                          <a:pt x="299" y="134"/>
                        </a:lnTo>
                        <a:lnTo>
                          <a:pt x="299" y="161"/>
                        </a:lnTo>
                        <a:lnTo>
                          <a:pt x="308" y="156"/>
                        </a:lnTo>
                        <a:lnTo>
                          <a:pt x="322" y="161"/>
                        </a:lnTo>
                        <a:lnTo>
                          <a:pt x="326" y="183"/>
                        </a:lnTo>
                        <a:lnTo>
                          <a:pt x="322" y="196"/>
                        </a:lnTo>
                        <a:lnTo>
                          <a:pt x="308" y="201"/>
                        </a:lnTo>
                        <a:lnTo>
                          <a:pt x="268" y="223"/>
                        </a:lnTo>
                        <a:lnTo>
                          <a:pt x="255" y="237"/>
                        </a:lnTo>
                        <a:lnTo>
                          <a:pt x="232" y="241"/>
                        </a:lnTo>
                        <a:lnTo>
                          <a:pt x="161" y="268"/>
                        </a:lnTo>
                        <a:lnTo>
                          <a:pt x="165" y="245"/>
                        </a:lnTo>
                        <a:lnTo>
                          <a:pt x="134" y="237"/>
                        </a:lnTo>
                        <a:lnTo>
                          <a:pt x="129" y="250"/>
                        </a:lnTo>
                        <a:lnTo>
                          <a:pt x="125" y="250"/>
                        </a:lnTo>
                        <a:lnTo>
                          <a:pt x="120" y="245"/>
                        </a:lnTo>
                        <a:lnTo>
                          <a:pt x="120" y="245"/>
                        </a:lnTo>
                        <a:lnTo>
                          <a:pt x="94" y="205"/>
                        </a:lnTo>
                        <a:lnTo>
                          <a:pt x="89" y="196"/>
                        </a:lnTo>
                        <a:lnTo>
                          <a:pt x="80" y="192"/>
                        </a:lnTo>
                        <a:lnTo>
                          <a:pt x="67" y="178"/>
                        </a:lnTo>
                        <a:lnTo>
                          <a:pt x="67" y="170"/>
                        </a:lnTo>
                        <a:lnTo>
                          <a:pt x="62" y="165"/>
                        </a:lnTo>
                        <a:lnTo>
                          <a:pt x="62" y="161"/>
                        </a:lnTo>
                        <a:lnTo>
                          <a:pt x="67" y="165"/>
                        </a:lnTo>
                        <a:lnTo>
                          <a:pt x="67" y="156"/>
                        </a:lnTo>
                        <a:lnTo>
                          <a:pt x="62" y="152"/>
                        </a:lnTo>
                        <a:lnTo>
                          <a:pt x="58" y="138"/>
                        </a:lnTo>
                        <a:lnTo>
                          <a:pt x="49" y="129"/>
                        </a:lnTo>
                        <a:lnTo>
                          <a:pt x="40" y="125"/>
                        </a:lnTo>
                        <a:lnTo>
                          <a:pt x="36" y="116"/>
                        </a:lnTo>
                        <a:lnTo>
                          <a:pt x="40" y="116"/>
                        </a:lnTo>
                        <a:lnTo>
                          <a:pt x="36" y="107"/>
                        </a:lnTo>
                        <a:lnTo>
                          <a:pt x="27" y="98"/>
                        </a:lnTo>
                        <a:lnTo>
                          <a:pt x="9" y="67"/>
                        </a:lnTo>
                        <a:lnTo>
                          <a:pt x="0" y="67"/>
                        </a:lnTo>
                        <a:lnTo>
                          <a:pt x="0" y="62"/>
                        </a:lnTo>
                        <a:lnTo>
                          <a:pt x="9" y="49"/>
                        </a:lnTo>
                        <a:close/>
                      </a:path>
                    </a:pathLst>
                  </a:custGeom>
                  <a:grpFill/>
                  <a:ln w="9525" cmpd="sng">
                    <a:solidFill>
                      <a:schemeClr val="bg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dirty="0">
                      <a:latin typeface="Delivery" panose="020F0503020204020204" pitchFamily="34" charset="0"/>
                    </a:endParaRPr>
                  </a:p>
                </p:txBody>
              </p:sp>
              <p:sp>
                <p:nvSpPr>
                  <p:cNvPr id="494" name="Freeform 151">
                    <a:extLst>
                      <a:ext uri="{FF2B5EF4-FFF2-40B4-BE49-F238E27FC236}">
                        <a16:creationId xmlns:a16="http://schemas.microsoft.com/office/drawing/2014/main" id="{8C506E42-13B1-71FD-D351-C3598981531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gray">
                  <a:xfrm>
                    <a:off x="4166" y="2757"/>
                    <a:ext cx="8" cy="9"/>
                  </a:xfrm>
                  <a:custGeom>
                    <a:avLst/>
                    <a:gdLst>
                      <a:gd name="T0" fmla="*/ 0 w 8"/>
                      <a:gd name="T1" fmla="*/ 4 h 9"/>
                      <a:gd name="T2" fmla="*/ 4 w 8"/>
                      <a:gd name="T3" fmla="*/ 0 h 9"/>
                      <a:gd name="T4" fmla="*/ 8 w 8"/>
                      <a:gd name="T5" fmla="*/ 4 h 9"/>
                      <a:gd name="T6" fmla="*/ 4 w 8"/>
                      <a:gd name="T7" fmla="*/ 9 h 9"/>
                      <a:gd name="T8" fmla="*/ 0 w 8"/>
                      <a:gd name="T9" fmla="*/ 4 h 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8" h="9">
                        <a:moveTo>
                          <a:pt x="0" y="4"/>
                        </a:moveTo>
                        <a:lnTo>
                          <a:pt x="4" y="0"/>
                        </a:lnTo>
                        <a:lnTo>
                          <a:pt x="8" y="4"/>
                        </a:lnTo>
                        <a:lnTo>
                          <a:pt x="4" y="9"/>
                        </a:lnTo>
                        <a:lnTo>
                          <a:pt x="0" y="4"/>
                        </a:lnTo>
                        <a:close/>
                      </a:path>
                    </a:pathLst>
                  </a:custGeom>
                  <a:grpFill/>
                  <a:ln w="9525" cmpd="sng">
                    <a:solidFill>
                      <a:schemeClr val="bg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dirty="0">
                      <a:latin typeface="Delivery" panose="020F0503020204020204" pitchFamily="34" charset="0"/>
                    </a:endParaRPr>
                  </a:p>
                </p:txBody>
              </p:sp>
              <p:sp>
                <p:nvSpPr>
                  <p:cNvPr id="495" name="Freeform 152">
                    <a:extLst>
                      <a:ext uri="{FF2B5EF4-FFF2-40B4-BE49-F238E27FC236}">
                        <a16:creationId xmlns:a16="http://schemas.microsoft.com/office/drawing/2014/main" id="{447115D6-9966-0820-DF4C-37AF458CDF1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gray">
                  <a:xfrm>
                    <a:off x="4143" y="2435"/>
                    <a:ext cx="107" cy="224"/>
                  </a:xfrm>
                  <a:custGeom>
                    <a:avLst/>
                    <a:gdLst>
                      <a:gd name="T0" fmla="*/ 0 w 107"/>
                      <a:gd name="T1" fmla="*/ 14 h 224"/>
                      <a:gd name="T2" fmla="*/ 5 w 107"/>
                      <a:gd name="T3" fmla="*/ 9 h 224"/>
                      <a:gd name="T4" fmla="*/ 27 w 107"/>
                      <a:gd name="T5" fmla="*/ 9 h 224"/>
                      <a:gd name="T6" fmla="*/ 36 w 107"/>
                      <a:gd name="T7" fmla="*/ 5 h 224"/>
                      <a:gd name="T8" fmla="*/ 49 w 107"/>
                      <a:gd name="T9" fmla="*/ 0 h 224"/>
                      <a:gd name="T10" fmla="*/ 67 w 107"/>
                      <a:gd name="T11" fmla="*/ 9 h 224"/>
                      <a:gd name="T12" fmla="*/ 63 w 107"/>
                      <a:gd name="T13" fmla="*/ 18 h 224"/>
                      <a:gd name="T14" fmla="*/ 81 w 107"/>
                      <a:gd name="T15" fmla="*/ 18 h 224"/>
                      <a:gd name="T16" fmla="*/ 81 w 107"/>
                      <a:gd name="T17" fmla="*/ 23 h 224"/>
                      <a:gd name="T18" fmla="*/ 76 w 107"/>
                      <a:gd name="T19" fmla="*/ 31 h 224"/>
                      <a:gd name="T20" fmla="*/ 76 w 107"/>
                      <a:gd name="T21" fmla="*/ 36 h 224"/>
                      <a:gd name="T22" fmla="*/ 67 w 107"/>
                      <a:gd name="T23" fmla="*/ 36 h 224"/>
                      <a:gd name="T24" fmla="*/ 67 w 107"/>
                      <a:gd name="T25" fmla="*/ 40 h 224"/>
                      <a:gd name="T26" fmla="*/ 54 w 107"/>
                      <a:gd name="T27" fmla="*/ 49 h 224"/>
                      <a:gd name="T28" fmla="*/ 49 w 107"/>
                      <a:gd name="T29" fmla="*/ 67 h 224"/>
                      <a:gd name="T30" fmla="*/ 63 w 107"/>
                      <a:gd name="T31" fmla="*/ 76 h 224"/>
                      <a:gd name="T32" fmla="*/ 67 w 107"/>
                      <a:gd name="T33" fmla="*/ 94 h 224"/>
                      <a:gd name="T34" fmla="*/ 98 w 107"/>
                      <a:gd name="T35" fmla="*/ 125 h 224"/>
                      <a:gd name="T36" fmla="*/ 107 w 107"/>
                      <a:gd name="T37" fmla="*/ 161 h 224"/>
                      <a:gd name="T38" fmla="*/ 107 w 107"/>
                      <a:gd name="T39" fmla="*/ 166 h 224"/>
                      <a:gd name="T40" fmla="*/ 107 w 107"/>
                      <a:gd name="T41" fmla="*/ 170 h 224"/>
                      <a:gd name="T42" fmla="*/ 103 w 107"/>
                      <a:gd name="T43" fmla="*/ 188 h 224"/>
                      <a:gd name="T44" fmla="*/ 90 w 107"/>
                      <a:gd name="T45" fmla="*/ 188 h 224"/>
                      <a:gd name="T46" fmla="*/ 81 w 107"/>
                      <a:gd name="T47" fmla="*/ 197 h 224"/>
                      <a:gd name="T48" fmla="*/ 72 w 107"/>
                      <a:gd name="T49" fmla="*/ 197 h 224"/>
                      <a:gd name="T50" fmla="*/ 67 w 107"/>
                      <a:gd name="T51" fmla="*/ 197 h 224"/>
                      <a:gd name="T52" fmla="*/ 67 w 107"/>
                      <a:gd name="T53" fmla="*/ 210 h 224"/>
                      <a:gd name="T54" fmla="*/ 58 w 107"/>
                      <a:gd name="T55" fmla="*/ 206 h 224"/>
                      <a:gd name="T56" fmla="*/ 58 w 107"/>
                      <a:gd name="T57" fmla="*/ 210 h 224"/>
                      <a:gd name="T58" fmla="*/ 49 w 107"/>
                      <a:gd name="T59" fmla="*/ 215 h 224"/>
                      <a:gd name="T60" fmla="*/ 45 w 107"/>
                      <a:gd name="T61" fmla="*/ 224 h 224"/>
                      <a:gd name="T62" fmla="*/ 36 w 107"/>
                      <a:gd name="T63" fmla="*/ 224 h 224"/>
                      <a:gd name="T64" fmla="*/ 40 w 107"/>
                      <a:gd name="T65" fmla="*/ 224 h 224"/>
                      <a:gd name="T66" fmla="*/ 40 w 107"/>
                      <a:gd name="T67" fmla="*/ 210 h 224"/>
                      <a:gd name="T68" fmla="*/ 45 w 107"/>
                      <a:gd name="T69" fmla="*/ 206 h 224"/>
                      <a:gd name="T70" fmla="*/ 36 w 107"/>
                      <a:gd name="T71" fmla="*/ 197 h 224"/>
                      <a:gd name="T72" fmla="*/ 45 w 107"/>
                      <a:gd name="T73" fmla="*/ 183 h 224"/>
                      <a:gd name="T74" fmla="*/ 58 w 107"/>
                      <a:gd name="T75" fmla="*/ 183 h 224"/>
                      <a:gd name="T76" fmla="*/ 58 w 107"/>
                      <a:gd name="T77" fmla="*/ 174 h 224"/>
                      <a:gd name="T78" fmla="*/ 67 w 107"/>
                      <a:gd name="T79" fmla="*/ 174 h 224"/>
                      <a:gd name="T80" fmla="*/ 76 w 107"/>
                      <a:gd name="T81" fmla="*/ 166 h 224"/>
                      <a:gd name="T82" fmla="*/ 76 w 107"/>
                      <a:gd name="T83" fmla="*/ 139 h 224"/>
                      <a:gd name="T84" fmla="*/ 72 w 107"/>
                      <a:gd name="T85" fmla="*/ 134 h 224"/>
                      <a:gd name="T86" fmla="*/ 67 w 107"/>
                      <a:gd name="T87" fmla="*/ 107 h 224"/>
                      <a:gd name="T88" fmla="*/ 58 w 107"/>
                      <a:gd name="T89" fmla="*/ 103 h 224"/>
                      <a:gd name="T90" fmla="*/ 40 w 107"/>
                      <a:gd name="T91" fmla="*/ 72 h 224"/>
                      <a:gd name="T92" fmla="*/ 27 w 107"/>
                      <a:gd name="T93" fmla="*/ 63 h 224"/>
                      <a:gd name="T94" fmla="*/ 27 w 107"/>
                      <a:gd name="T95" fmla="*/ 49 h 224"/>
                      <a:gd name="T96" fmla="*/ 31 w 107"/>
                      <a:gd name="T97" fmla="*/ 54 h 224"/>
                      <a:gd name="T98" fmla="*/ 36 w 107"/>
                      <a:gd name="T99" fmla="*/ 45 h 224"/>
                      <a:gd name="T100" fmla="*/ 27 w 107"/>
                      <a:gd name="T101" fmla="*/ 36 h 224"/>
                      <a:gd name="T102" fmla="*/ 14 w 107"/>
                      <a:gd name="T103" fmla="*/ 36 h 224"/>
                      <a:gd name="T104" fmla="*/ 9 w 107"/>
                      <a:gd name="T105" fmla="*/ 23 h 224"/>
                      <a:gd name="T106" fmla="*/ 0 w 107"/>
                      <a:gd name="T107" fmla="*/ 14 h 22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  <a:cxn ang="0">
                        <a:pos x="T106" y="T107"/>
                      </a:cxn>
                    </a:cxnLst>
                    <a:rect l="0" t="0" r="r" b="b"/>
                    <a:pathLst>
                      <a:path w="107" h="224">
                        <a:moveTo>
                          <a:pt x="0" y="14"/>
                        </a:moveTo>
                        <a:lnTo>
                          <a:pt x="5" y="9"/>
                        </a:lnTo>
                        <a:lnTo>
                          <a:pt x="27" y="9"/>
                        </a:lnTo>
                        <a:lnTo>
                          <a:pt x="36" y="5"/>
                        </a:lnTo>
                        <a:lnTo>
                          <a:pt x="49" y="0"/>
                        </a:lnTo>
                        <a:lnTo>
                          <a:pt x="67" y="9"/>
                        </a:lnTo>
                        <a:lnTo>
                          <a:pt x="63" y="18"/>
                        </a:lnTo>
                        <a:lnTo>
                          <a:pt x="81" y="18"/>
                        </a:lnTo>
                        <a:lnTo>
                          <a:pt x="81" y="23"/>
                        </a:lnTo>
                        <a:lnTo>
                          <a:pt x="76" y="31"/>
                        </a:lnTo>
                        <a:lnTo>
                          <a:pt x="76" y="36"/>
                        </a:lnTo>
                        <a:lnTo>
                          <a:pt x="67" y="36"/>
                        </a:lnTo>
                        <a:lnTo>
                          <a:pt x="67" y="40"/>
                        </a:lnTo>
                        <a:lnTo>
                          <a:pt x="54" y="49"/>
                        </a:lnTo>
                        <a:lnTo>
                          <a:pt x="49" y="67"/>
                        </a:lnTo>
                        <a:lnTo>
                          <a:pt x="63" y="76"/>
                        </a:lnTo>
                        <a:lnTo>
                          <a:pt x="67" y="94"/>
                        </a:lnTo>
                        <a:lnTo>
                          <a:pt x="98" y="125"/>
                        </a:lnTo>
                        <a:lnTo>
                          <a:pt x="107" y="161"/>
                        </a:lnTo>
                        <a:lnTo>
                          <a:pt x="107" y="166"/>
                        </a:lnTo>
                        <a:lnTo>
                          <a:pt x="107" y="170"/>
                        </a:lnTo>
                        <a:lnTo>
                          <a:pt x="103" y="188"/>
                        </a:lnTo>
                        <a:lnTo>
                          <a:pt x="90" y="188"/>
                        </a:lnTo>
                        <a:lnTo>
                          <a:pt x="81" y="197"/>
                        </a:lnTo>
                        <a:lnTo>
                          <a:pt x="72" y="197"/>
                        </a:lnTo>
                        <a:lnTo>
                          <a:pt x="67" y="197"/>
                        </a:lnTo>
                        <a:lnTo>
                          <a:pt x="67" y="210"/>
                        </a:lnTo>
                        <a:lnTo>
                          <a:pt x="58" y="206"/>
                        </a:lnTo>
                        <a:lnTo>
                          <a:pt x="58" y="210"/>
                        </a:lnTo>
                        <a:lnTo>
                          <a:pt x="49" y="215"/>
                        </a:lnTo>
                        <a:lnTo>
                          <a:pt x="45" y="224"/>
                        </a:lnTo>
                        <a:lnTo>
                          <a:pt x="36" y="224"/>
                        </a:lnTo>
                        <a:lnTo>
                          <a:pt x="40" y="224"/>
                        </a:lnTo>
                        <a:lnTo>
                          <a:pt x="40" y="210"/>
                        </a:lnTo>
                        <a:lnTo>
                          <a:pt x="45" y="206"/>
                        </a:lnTo>
                        <a:lnTo>
                          <a:pt x="36" y="197"/>
                        </a:lnTo>
                        <a:lnTo>
                          <a:pt x="45" y="183"/>
                        </a:lnTo>
                        <a:lnTo>
                          <a:pt x="58" y="183"/>
                        </a:lnTo>
                        <a:lnTo>
                          <a:pt x="58" y="174"/>
                        </a:lnTo>
                        <a:lnTo>
                          <a:pt x="67" y="174"/>
                        </a:lnTo>
                        <a:lnTo>
                          <a:pt x="76" y="166"/>
                        </a:lnTo>
                        <a:lnTo>
                          <a:pt x="76" y="139"/>
                        </a:lnTo>
                        <a:lnTo>
                          <a:pt x="72" y="134"/>
                        </a:lnTo>
                        <a:lnTo>
                          <a:pt x="67" y="107"/>
                        </a:lnTo>
                        <a:lnTo>
                          <a:pt x="58" y="103"/>
                        </a:lnTo>
                        <a:lnTo>
                          <a:pt x="40" y="72"/>
                        </a:lnTo>
                        <a:lnTo>
                          <a:pt x="27" y="63"/>
                        </a:lnTo>
                        <a:lnTo>
                          <a:pt x="27" y="49"/>
                        </a:lnTo>
                        <a:lnTo>
                          <a:pt x="31" y="54"/>
                        </a:lnTo>
                        <a:lnTo>
                          <a:pt x="36" y="45"/>
                        </a:lnTo>
                        <a:lnTo>
                          <a:pt x="27" y="36"/>
                        </a:lnTo>
                        <a:lnTo>
                          <a:pt x="14" y="36"/>
                        </a:lnTo>
                        <a:lnTo>
                          <a:pt x="9" y="23"/>
                        </a:lnTo>
                        <a:lnTo>
                          <a:pt x="0" y="14"/>
                        </a:lnTo>
                        <a:close/>
                      </a:path>
                    </a:pathLst>
                  </a:custGeom>
                  <a:grpFill/>
                  <a:ln w="9525" cmpd="sng">
                    <a:solidFill>
                      <a:schemeClr val="bg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dirty="0">
                      <a:latin typeface="Delivery" panose="020F0503020204020204" pitchFamily="34" charset="0"/>
                    </a:endParaRPr>
                  </a:p>
                </p:txBody>
              </p:sp>
              <p:sp>
                <p:nvSpPr>
                  <p:cNvPr id="496" name="Freeform 153">
                    <a:extLst>
                      <a:ext uri="{FF2B5EF4-FFF2-40B4-BE49-F238E27FC236}">
                        <a16:creationId xmlns:a16="http://schemas.microsoft.com/office/drawing/2014/main" id="{5CB58A7F-4F94-43E5-0603-637A2ADB5D7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gray">
                  <a:xfrm>
                    <a:off x="3192" y="2198"/>
                    <a:ext cx="102" cy="90"/>
                  </a:xfrm>
                  <a:custGeom>
                    <a:avLst/>
                    <a:gdLst>
                      <a:gd name="T0" fmla="*/ 0 w 102"/>
                      <a:gd name="T1" fmla="*/ 27 h 90"/>
                      <a:gd name="T2" fmla="*/ 0 w 102"/>
                      <a:gd name="T3" fmla="*/ 36 h 90"/>
                      <a:gd name="T4" fmla="*/ 4 w 102"/>
                      <a:gd name="T5" fmla="*/ 41 h 90"/>
                      <a:gd name="T6" fmla="*/ 0 w 102"/>
                      <a:gd name="T7" fmla="*/ 45 h 90"/>
                      <a:gd name="T8" fmla="*/ 9 w 102"/>
                      <a:gd name="T9" fmla="*/ 45 h 90"/>
                      <a:gd name="T10" fmla="*/ 13 w 102"/>
                      <a:gd name="T11" fmla="*/ 54 h 90"/>
                      <a:gd name="T12" fmla="*/ 4 w 102"/>
                      <a:gd name="T13" fmla="*/ 67 h 90"/>
                      <a:gd name="T14" fmla="*/ 4 w 102"/>
                      <a:gd name="T15" fmla="*/ 81 h 90"/>
                      <a:gd name="T16" fmla="*/ 18 w 102"/>
                      <a:gd name="T17" fmla="*/ 90 h 90"/>
                      <a:gd name="T18" fmla="*/ 35 w 102"/>
                      <a:gd name="T19" fmla="*/ 76 h 90"/>
                      <a:gd name="T20" fmla="*/ 40 w 102"/>
                      <a:gd name="T21" fmla="*/ 72 h 90"/>
                      <a:gd name="T22" fmla="*/ 44 w 102"/>
                      <a:gd name="T23" fmla="*/ 72 h 90"/>
                      <a:gd name="T24" fmla="*/ 80 w 102"/>
                      <a:gd name="T25" fmla="*/ 45 h 90"/>
                      <a:gd name="T26" fmla="*/ 85 w 102"/>
                      <a:gd name="T27" fmla="*/ 18 h 90"/>
                      <a:gd name="T28" fmla="*/ 98 w 102"/>
                      <a:gd name="T29" fmla="*/ 9 h 90"/>
                      <a:gd name="T30" fmla="*/ 102 w 102"/>
                      <a:gd name="T31" fmla="*/ 5 h 90"/>
                      <a:gd name="T32" fmla="*/ 94 w 102"/>
                      <a:gd name="T33" fmla="*/ 0 h 90"/>
                      <a:gd name="T34" fmla="*/ 71 w 102"/>
                      <a:gd name="T35" fmla="*/ 5 h 90"/>
                      <a:gd name="T36" fmla="*/ 58 w 102"/>
                      <a:gd name="T37" fmla="*/ 9 h 90"/>
                      <a:gd name="T38" fmla="*/ 40 w 102"/>
                      <a:gd name="T39" fmla="*/ 5 h 90"/>
                      <a:gd name="T40" fmla="*/ 18 w 102"/>
                      <a:gd name="T41" fmla="*/ 9 h 90"/>
                      <a:gd name="T42" fmla="*/ 18 w 102"/>
                      <a:gd name="T43" fmla="*/ 18 h 90"/>
                      <a:gd name="T44" fmla="*/ 9 w 102"/>
                      <a:gd name="T45" fmla="*/ 27 h 90"/>
                      <a:gd name="T46" fmla="*/ 0 w 102"/>
                      <a:gd name="T47" fmla="*/ 27 h 9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</a:cxnLst>
                    <a:rect l="0" t="0" r="r" b="b"/>
                    <a:pathLst>
                      <a:path w="102" h="90">
                        <a:moveTo>
                          <a:pt x="0" y="27"/>
                        </a:moveTo>
                        <a:lnTo>
                          <a:pt x="0" y="36"/>
                        </a:lnTo>
                        <a:lnTo>
                          <a:pt x="4" y="41"/>
                        </a:lnTo>
                        <a:lnTo>
                          <a:pt x="0" y="45"/>
                        </a:lnTo>
                        <a:lnTo>
                          <a:pt x="9" y="45"/>
                        </a:lnTo>
                        <a:lnTo>
                          <a:pt x="13" y="54"/>
                        </a:lnTo>
                        <a:lnTo>
                          <a:pt x="4" y="67"/>
                        </a:lnTo>
                        <a:lnTo>
                          <a:pt x="4" y="81"/>
                        </a:lnTo>
                        <a:lnTo>
                          <a:pt x="18" y="90"/>
                        </a:lnTo>
                        <a:lnTo>
                          <a:pt x="35" y="76"/>
                        </a:lnTo>
                        <a:lnTo>
                          <a:pt x="40" y="72"/>
                        </a:lnTo>
                        <a:lnTo>
                          <a:pt x="44" y="72"/>
                        </a:lnTo>
                        <a:lnTo>
                          <a:pt x="80" y="45"/>
                        </a:lnTo>
                        <a:lnTo>
                          <a:pt x="85" y="18"/>
                        </a:lnTo>
                        <a:lnTo>
                          <a:pt x="98" y="9"/>
                        </a:lnTo>
                        <a:lnTo>
                          <a:pt x="102" y="5"/>
                        </a:lnTo>
                        <a:lnTo>
                          <a:pt x="94" y="0"/>
                        </a:lnTo>
                        <a:lnTo>
                          <a:pt x="71" y="5"/>
                        </a:lnTo>
                        <a:lnTo>
                          <a:pt x="58" y="9"/>
                        </a:lnTo>
                        <a:lnTo>
                          <a:pt x="40" y="5"/>
                        </a:lnTo>
                        <a:lnTo>
                          <a:pt x="18" y="9"/>
                        </a:lnTo>
                        <a:lnTo>
                          <a:pt x="18" y="18"/>
                        </a:lnTo>
                        <a:lnTo>
                          <a:pt x="9" y="27"/>
                        </a:lnTo>
                        <a:lnTo>
                          <a:pt x="0" y="27"/>
                        </a:lnTo>
                        <a:close/>
                      </a:path>
                    </a:pathLst>
                  </a:custGeom>
                  <a:grpFill/>
                  <a:ln w="9525" cmpd="sng">
                    <a:solidFill>
                      <a:schemeClr val="bg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dirty="0">
                      <a:latin typeface="Delivery" panose="020F0503020204020204" pitchFamily="34" charset="0"/>
                    </a:endParaRPr>
                  </a:p>
                </p:txBody>
              </p:sp>
              <p:sp>
                <p:nvSpPr>
                  <p:cNvPr id="497" name="Freeform 154">
                    <a:extLst>
                      <a:ext uri="{FF2B5EF4-FFF2-40B4-BE49-F238E27FC236}">
                        <a16:creationId xmlns:a16="http://schemas.microsoft.com/office/drawing/2014/main" id="{B2435704-4D3F-985D-44DE-B1218CCC564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gray">
                  <a:xfrm>
                    <a:off x="3647" y="2122"/>
                    <a:ext cx="112" cy="85"/>
                  </a:xfrm>
                  <a:custGeom>
                    <a:avLst/>
                    <a:gdLst>
                      <a:gd name="T0" fmla="*/ 54 w 112"/>
                      <a:gd name="T1" fmla="*/ 18 h 85"/>
                      <a:gd name="T2" fmla="*/ 50 w 112"/>
                      <a:gd name="T3" fmla="*/ 18 h 85"/>
                      <a:gd name="T4" fmla="*/ 45 w 112"/>
                      <a:gd name="T5" fmla="*/ 18 h 85"/>
                      <a:gd name="T6" fmla="*/ 45 w 112"/>
                      <a:gd name="T7" fmla="*/ 9 h 85"/>
                      <a:gd name="T8" fmla="*/ 45 w 112"/>
                      <a:gd name="T9" fmla="*/ 9 h 85"/>
                      <a:gd name="T10" fmla="*/ 45 w 112"/>
                      <a:gd name="T11" fmla="*/ 0 h 85"/>
                      <a:gd name="T12" fmla="*/ 41 w 112"/>
                      <a:gd name="T13" fmla="*/ 0 h 85"/>
                      <a:gd name="T14" fmla="*/ 41 w 112"/>
                      <a:gd name="T15" fmla="*/ 5 h 85"/>
                      <a:gd name="T16" fmla="*/ 27 w 112"/>
                      <a:gd name="T17" fmla="*/ 5 h 85"/>
                      <a:gd name="T18" fmla="*/ 32 w 112"/>
                      <a:gd name="T19" fmla="*/ 9 h 85"/>
                      <a:gd name="T20" fmla="*/ 23 w 112"/>
                      <a:gd name="T21" fmla="*/ 18 h 85"/>
                      <a:gd name="T22" fmla="*/ 9 w 112"/>
                      <a:gd name="T23" fmla="*/ 27 h 85"/>
                      <a:gd name="T24" fmla="*/ 9 w 112"/>
                      <a:gd name="T25" fmla="*/ 27 h 85"/>
                      <a:gd name="T26" fmla="*/ 5 w 112"/>
                      <a:gd name="T27" fmla="*/ 32 h 85"/>
                      <a:gd name="T28" fmla="*/ 0 w 112"/>
                      <a:gd name="T29" fmla="*/ 36 h 85"/>
                      <a:gd name="T30" fmla="*/ 5 w 112"/>
                      <a:gd name="T31" fmla="*/ 41 h 85"/>
                      <a:gd name="T32" fmla="*/ 5 w 112"/>
                      <a:gd name="T33" fmla="*/ 41 h 85"/>
                      <a:gd name="T34" fmla="*/ 9 w 112"/>
                      <a:gd name="T35" fmla="*/ 45 h 85"/>
                      <a:gd name="T36" fmla="*/ 14 w 112"/>
                      <a:gd name="T37" fmla="*/ 45 h 85"/>
                      <a:gd name="T38" fmla="*/ 9 w 112"/>
                      <a:gd name="T39" fmla="*/ 54 h 85"/>
                      <a:gd name="T40" fmla="*/ 14 w 112"/>
                      <a:gd name="T41" fmla="*/ 58 h 85"/>
                      <a:gd name="T42" fmla="*/ 9 w 112"/>
                      <a:gd name="T43" fmla="*/ 67 h 85"/>
                      <a:gd name="T44" fmla="*/ 5 w 112"/>
                      <a:gd name="T45" fmla="*/ 76 h 85"/>
                      <a:gd name="T46" fmla="*/ 9 w 112"/>
                      <a:gd name="T47" fmla="*/ 76 h 85"/>
                      <a:gd name="T48" fmla="*/ 23 w 112"/>
                      <a:gd name="T49" fmla="*/ 72 h 85"/>
                      <a:gd name="T50" fmla="*/ 36 w 112"/>
                      <a:gd name="T51" fmla="*/ 67 h 85"/>
                      <a:gd name="T52" fmla="*/ 41 w 112"/>
                      <a:gd name="T53" fmla="*/ 67 h 85"/>
                      <a:gd name="T54" fmla="*/ 54 w 112"/>
                      <a:gd name="T55" fmla="*/ 50 h 85"/>
                      <a:gd name="T56" fmla="*/ 58 w 112"/>
                      <a:gd name="T57" fmla="*/ 54 h 85"/>
                      <a:gd name="T58" fmla="*/ 63 w 112"/>
                      <a:gd name="T59" fmla="*/ 67 h 85"/>
                      <a:gd name="T60" fmla="*/ 58 w 112"/>
                      <a:gd name="T61" fmla="*/ 85 h 85"/>
                      <a:gd name="T62" fmla="*/ 81 w 112"/>
                      <a:gd name="T63" fmla="*/ 72 h 85"/>
                      <a:gd name="T64" fmla="*/ 108 w 112"/>
                      <a:gd name="T65" fmla="*/ 76 h 85"/>
                      <a:gd name="T66" fmla="*/ 112 w 112"/>
                      <a:gd name="T67" fmla="*/ 72 h 85"/>
                      <a:gd name="T68" fmla="*/ 112 w 112"/>
                      <a:gd name="T69" fmla="*/ 67 h 85"/>
                      <a:gd name="T70" fmla="*/ 108 w 112"/>
                      <a:gd name="T71" fmla="*/ 67 h 85"/>
                      <a:gd name="T72" fmla="*/ 108 w 112"/>
                      <a:gd name="T73" fmla="*/ 54 h 85"/>
                      <a:gd name="T74" fmla="*/ 90 w 112"/>
                      <a:gd name="T75" fmla="*/ 50 h 85"/>
                      <a:gd name="T76" fmla="*/ 90 w 112"/>
                      <a:gd name="T77" fmla="*/ 32 h 85"/>
                      <a:gd name="T78" fmla="*/ 81 w 112"/>
                      <a:gd name="T79" fmla="*/ 32 h 85"/>
                      <a:gd name="T80" fmla="*/ 76 w 112"/>
                      <a:gd name="T81" fmla="*/ 36 h 85"/>
                      <a:gd name="T82" fmla="*/ 63 w 112"/>
                      <a:gd name="T83" fmla="*/ 36 h 85"/>
                      <a:gd name="T84" fmla="*/ 63 w 112"/>
                      <a:gd name="T85" fmla="*/ 32 h 85"/>
                      <a:gd name="T86" fmla="*/ 58 w 112"/>
                      <a:gd name="T87" fmla="*/ 32 h 85"/>
                      <a:gd name="T88" fmla="*/ 54 w 112"/>
                      <a:gd name="T89" fmla="*/ 36 h 85"/>
                      <a:gd name="T90" fmla="*/ 50 w 112"/>
                      <a:gd name="T91" fmla="*/ 32 h 85"/>
                      <a:gd name="T92" fmla="*/ 45 w 112"/>
                      <a:gd name="T93" fmla="*/ 32 h 85"/>
                      <a:gd name="T94" fmla="*/ 41 w 112"/>
                      <a:gd name="T95" fmla="*/ 32 h 85"/>
                      <a:gd name="T96" fmla="*/ 27 w 112"/>
                      <a:gd name="T97" fmla="*/ 32 h 85"/>
                      <a:gd name="T98" fmla="*/ 27 w 112"/>
                      <a:gd name="T99" fmla="*/ 27 h 85"/>
                      <a:gd name="T100" fmla="*/ 32 w 112"/>
                      <a:gd name="T101" fmla="*/ 23 h 85"/>
                      <a:gd name="T102" fmla="*/ 32 w 112"/>
                      <a:gd name="T103" fmla="*/ 18 h 85"/>
                      <a:gd name="T104" fmla="*/ 41 w 112"/>
                      <a:gd name="T105" fmla="*/ 18 h 85"/>
                      <a:gd name="T106" fmla="*/ 45 w 112"/>
                      <a:gd name="T107" fmla="*/ 23 h 85"/>
                      <a:gd name="T108" fmla="*/ 45 w 112"/>
                      <a:gd name="T109" fmla="*/ 27 h 85"/>
                      <a:gd name="T110" fmla="*/ 50 w 112"/>
                      <a:gd name="T111" fmla="*/ 27 h 85"/>
                      <a:gd name="T112" fmla="*/ 50 w 112"/>
                      <a:gd name="T113" fmla="*/ 23 h 85"/>
                      <a:gd name="T114" fmla="*/ 54 w 112"/>
                      <a:gd name="T115" fmla="*/ 18 h 8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  <a:cxn ang="0">
                        <a:pos x="T106" y="T107"/>
                      </a:cxn>
                      <a:cxn ang="0">
                        <a:pos x="T108" y="T109"/>
                      </a:cxn>
                      <a:cxn ang="0">
                        <a:pos x="T110" y="T111"/>
                      </a:cxn>
                      <a:cxn ang="0">
                        <a:pos x="T112" y="T113"/>
                      </a:cxn>
                      <a:cxn ang="0">
                        <a:pos x="T114" y="T115"/>
                      </a:cxn>
                    </a:cxnLst>
                    <a:rect l="0" t="0" r="r" b="b"/>
                    <a:pathLst>
                      <a:path w="112" h="85">
                        <a:moveTo>
                          <a:pt x="54" y="18"/>
                        </a:moveTo>
                        <a:lnTo>
                          <a:pt x="50" y="18"/>
                        </a:lnTo>
                        <a:lnTo>
                          <a:pt x="45" y="18"/>
                        </a:lnTo>
                        <a:lnTo>
                          <a:pt x="45" y="9"/>
                        </a:lnTo>
                        <a:lnTo>
                          <a:pt x="45" y="9"/>
                        </a:lnTo>
                        <a:lnTo>
                          <a:pt x="45" y="0"/>
                        </a:lnTo>
                        <a:lnTo>
                          <a:pt x="41" y="0"/>
                        </a:lnTo>
                        <a:lnTo>
                          <a:pt x="41" y="5"/>
                        </a:lnTo>
                        <a:lnTo>
                          <a:pt x="27" y="5"/>
                        </a:lnTo>
                        <a:lnTo>
                          <a:pt x="32" y="9"/>
                        </a:lnTo>
                        <a:lnTo>
                          <a:pt x="23" y="18"/>
                        </a:lnTo>
                        <a:lnTo>
                          <a:pt x="9" y="27"/>
                        </a:lnTo>
                        <a:lnTo>
                          <a:pt x="9" y="27"/>
                        </a:lnTo>
                        <a:lnTo>
                          <a:pt x="5" y="32"/>
                        </a:lnTo>
                        <a:lnTo>
                          <a:pt x="0" y="36"/>
                        </a:lnTo>
                        <a:lnTo>
                          <a:pt x="5" y="41"/>
                        </a:lnTo>
                        <a:lnTo>
                          <a:pt x="5" y="41"/>
                        </a:lnTo>
                        <a:lnTo>
                          <a:pt x="9" y="45"/>
                        </a:lnTo>
                        <a:lnTo>
                          <a:pt x="14" y="45"/>
                        </a:lnTo>
                        <a:lnTo>
                          <a:pt x="9" y="54"/>
                        </a:lnTo>
                        <a:lnTo>
                          <a:pt x="14" y="58"/>
                        </a:lnTo>
                        <a:lnTo>
                          <a:pt x="9" y="67"/>
                        </a:lnTo>
                        <a:lnTo>
                          <a:pt x="5" y="76"/>
                        </a:lnTo>
                        <a:lnTo>
                          <a:pt x="9" y="76"/>
                        </a:lnTo>
                        <a:lnTo>
                          <a:pt x="23" y="72"/>
                        </a:lnTo>
                        <a:lnTo>
                          <a:pt x="36" y="67"/>
                        </a:lnTo>
                        <a:lnTo>
                          <a:pt x="41" y="67"/>
                        </a:lnTo>
                        <a:lnTo>
                          <a:pt x="54" y="50"/>
                        </a:lnTo>
                        <a:lnTo>
                          <a:pt x="58" y="54"/>
                        </a:lnTo>
                        <a:lnTo>
                          <a:pt x="63" y="67"/>
                        </a:lnTo>
                        <a:lnTo>
                          <a:pt x="58" y="85"/>
                        </a:lnTo>
                        <a:lnTo>
                          <a:pt x="81" y="72"/>
                        </a:lnTo>
                        <a:lnTo>
                          <a:pt x="108" y="76"/>
                        </a:lnTo>
                        <a:lnTo>
                          <a:pt x="112" y="72"/>
                        </a:lnTo>
                        <a:lnTo>
                          <a:pt x="112" y="67"/>
                        </a:lnTo>
                        <a:lnTo>
                          <a:pt x="108" y="67"/>
                        </a:lnTo>
                        <a:lnTo>
                          <a:pt x="108" y="54"/>
                        </a:lnTo>
                        <a:lnTo>
                          <a:pt x="90" y="50"/>
                        </a:lnTo>
                        <a:lnTo>
                          <a:pt x="90" y="32"/>
                        </a:lnTo>
                        <a:lnTo>
                          <a:pt x="81" y="32"/>
                        </a:lnTo>
                        <a:lnTo>
                          <a:pt x="76" y="36"/>
                        </a:lnTo>
                        <a:lnTo>
                          <a:pt x="63" y="36"/>
                        </a:lnTo>
                        <a:lnTo>
                          <a:pt x="63" y="32"/>
                        </a:lnTo>
                        <a:lnTo>
                          <a:pt x="58" y="32"/>
                        </a:lnTo>
                        <a:lnTo>
                          <a:pt x="54" y="36"/>
                        </a:lnTo>
                        <a:lnTo>
                          <a:pt x="50" y="32"/>
                        </a:lnTo>
                        <a:lnTo>
                          <a:pt x="45" y="32"/>
                        </a:lnTo>
                        <a:lnTo>
                          <a:pt x="41" y="32"/>
                        </a:lnTo>
                        <a:lnTo>
                          <a:pt x="27" y="32"/>
                        </a:lnTo>
                        <a:lnTo>
                          <a:pt x="27" y="27"/>
                        </a:lnTo>
                        <a:lnTo>
                          <a:pt x="32" y="23"/>
                        </a:lnTo>
                        <a:lnTo>
                          <a:pt x="32" y="18"/>
                        </a:lnTo>
                        <a:lnTo>
                          <a:pt x="41" y="18"/>
                        </a:lnTo>
                        <a:lnTo>
                          <a:pt x="45" y="23"/>
                        </a:lnTo>
                        <a:lnTo>
                          <a:pt x="45" y="27"/>
                        </a:lnTo>
                        <a:lnTo>
                          <a:pt x="50" y="27"/>
                        </a:lnTo>
                        <a:lnTo>
                          <a:pt x="50" y="23"/>
                        </a:lnTo>
                        <a:lnTo>
                          <a:pt x="54" y="18"/>
                        </a:lnTo>
                        <a:close/>
                      </a:path>
                    </a:pathLst>
                  </a:custGeom>
                  <a:grpFill/>
                  <a:ln w="9525" cmpd="sng">
                    <a:solidFill>
                      <a:schemeClr val="bg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dirty="0">
                      <a:latin typeface="Delivery" panose="020F0503020204020204" pitchFamily="34" charset="0"/>
                    </a:endParaRPr>
                  </a:p>
                </p:txBody>
              </p:sp>
              <p:sp>
                <p:nvSpPr>
                  <p:cNvPr id="498" name="Freeform 155">
                    <a:extLst>
                      <a:ext uri="{FF2B5EF4-FFF2-40B4-BE49-F238E27FC236}">
                        <a16:creationId xmlns:a16="http://schemas.microsoft.com/office/drawing/2014/main" id="{BEB35638-26D8-B7D9-0E8F-DB9C6C61334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gray">
                  <a:xfrm>
                    <a:off x="4076" y="2480"/>
                    <a:ext cx="116" cy="219"/>
                  </a:xfrm>
                  <a:custGeom>
                    <a:avLst/>
                    <a:gdLst>
                      <a:gd name="T0" fmla="*/ 18 w 116"/>
                      <a:gd name="T1" fmla="*/ 156 h 219"/>
                      <a:gd name="T2" fmla="*/ 23 w 116"/>
                      <a:gd name="T3" fmla="*/ 147 h 219"/>
                      <a:gd name="T4" fmla="*/ 27 w 116"/>
                      <a:gd name="T5" fmla="*/ 143 h 219"/>
                      <a:gd name="T6" fmla="*/ 31 w 116"/>
                      <a:gd name="T7" fmla="*/ 134 h 219"/>
                      <a:gd name="T8" fmla="*/ 27 w 116"/>
                      <a:gd name="T9" fmla="*/ 121 h 219"/>
                      <a:gd name="T10" fmla="*/ 31 w 116"/>
                      <a:gd name="T11" fmla="*/ 103 h 219"/>
                      <a:gd name="T12" fmla="*/ 14 w 116"/>
                      <a:gd name="T13" fmla="*/ 85 h 219"/>
                      <a:gd name="T14" fmla="*/ 9 w 116"/>
                      <a:gd name="T15" fmla="*/ 80 h 219"/>
                      <a:gd name="T16" fmla="*/ 18 w 116"/>
                      <a:gd name="T17" fmla="*/ 71 h 219"/>
                      <a:gd name="T18" fmla="*/ 14 w 116"/>
                      <a:gd name="T19" fmla="*/ 58 h 219"/>
                      <a:gd name="T20" fmla="*/ 5 w 116"/>
                      <a:gd name="T21" fmla="*/ 49 h 219"/>
                      <a:gd name="T22" fmla="*/ 5 w 116"/>
                      <a:gd name="T23" fmla="*/ 36 h 219"/>
                      <a:gd name="T24" fmla="*/ 0 w 116"/>
                      <a:gd name="T25" fmla="*/ 31 h 219"/>
                      <a:gd name="T26" fmla="*/ 9 w 116"/>
                      <a:gd name="T27" fmla="*/ 13 h 219"/>
                      <a:gd name="T28" fmla="*/ 18 w 116"/>
                      <a:gd name="T29" fmla="*/ 9 h 219"/>
                      <a:gd name="T30" fmla="*/ 31 w 116"/>
                      <a:gd name="T31" fmla="*/ 0 h 219"/>
                      <a:gd name="T32" fmla="*/ 40 w 116"/>
                      <a:gd name="T33" fmla="*/ 0 h 219"/>
                      <a:gd name="T34" fmla="*/ 49 w 116"/>
                      <a:gd name="T35" fmla="*/ 4 h 219"/>
                      <a:gd name="T36" fmla="*/ 45 w 116"/>
                      <a:gd name="T37" fmla="*/ 9 h 219"/>
                      <a:gd name="T38" fmla="*/ 54 w 116"/>
                      <a:gd name="T39" fmla="*/ 13 h 219"/>
                      <a:gd name="T40" fmla="*/ 54 w 116"/>
                      <a:gd name="T41" fmla="*/ 49 h 219"/>
                      <a:gd name="T42" fmla="*/ 67 w 116"/>
                      <a:gd name="T43" fmla="*/ 36 h 219"/>
                      <a:gd name="T44" fmla="*/ 76 w 116"/>
                      <a:gd name="T45" fmla="*/ 40 h 219"/>
                      <a:gd name="T46" fmla="*/ 85 w 116"/>
                      <a:gd name="T47" fmla="*/ 31 h 219"/>
                      <a:gd name="T48" fmla="*/ 94 w 116"/>
                      <a:gd name="T49" fmla="*/ 31 h 219"/>
                      <a:gd name="T50" fmla="*/ 103 w 116"/>
                      <a:gd name="T51" fmla="*/ 58 h 219"/>
                      <a:gd name="T52" fmla="*/ 116 w 116"/>
                      <a:gd name="T53" fmla="*/ 71 h 219"/>
                      <a:gd name="T54" fmla="*/ 107 w 116"/>
                      <a:gd name="T55" fmla="*/ 89 h 219"/>
                      <a:gd name="T56" fmla="*/ 81 w 116"/>
                      <a:gd name="T57" fmla="*/ 94 h 219"/>
                      <a:gd name="T58" fmla="*/ 72 w 116"/>
                      <a:gd name="T59" fmla="*/ 107 h 219"/>
                      <a:gd name="T60" fmla="*/ 81 w 116"/>
                      <a:gd name="T61" fmla="*/ 125 h 219"/>
                      <a:gd name="T62" fmla="*/ 81 w 116"/>
                      <a:gd name="T63" fmla="*/ 134 h 219"/>
                      <a:gd name="T64" fmla="*/ 72 w 116"/>
                      <a:gd name="T65" fmla="*/ 129 h 219"/>
                      <a:gd name="T66" fmla="*/ 63 w 116"/>
                      <a:gd name="T67" fmla="*/ 121 h 219"/>
                      <a:gd name="T68" fmla="*/ 49 w 116"/>
                      <a:gd name="T69" fmla="*/ 121 h 219"/>
                      <a:gd name="T70" fmla="*/ 49 w 116"/>
                      <a:gd name="T71" fmla="*/ 107 h 219"/>
                      <a:gd name="T72" fmla="*/ 40 w 116"/>
                      <a:gd name="T73" fmla="*/ 107 h 219"/>
                      <a:gd name="T74" fmla="*/ 40 w 116"/>
                      <a:gd name="T75" fmla="*/ 125 h 219"/>
                      <a:gd name="T76" fmla="*/ 31 w 116"/>
                      <a:gd name="T77" fmla="*/ 138 h 219"/>
                      <a:gd name="T78" fmla="*/ 27 w 116"/>
                      <a:gd name="T79" fmla="*/ 170 h 219"/>
                      <a:gd name="T80" fmla="*/ 36 w 116"/>
                      <a:gd name="T81" fmla="*/ 170 h 219"/>
                      <a:gd name="T82" fmla="*/ 45 w 116"/>
                      <a:gd name="T83" fmla="*/ 183 h 219"/>
                      <a:gd name="T84" fmla="*/ 49 w 116"/>
                      <a:gd name="T85" fmla="*/ 196 h 219"/>
                      <a:gd name="T86" fmla="*/ 58 w 116"/>
                      <a:gd name="T87" fmla="*/ 201 h 219"/>
                      <a:gd name="T88" fmla="*/ 67 w 116"/>
                      <a:gd name="T89" fmla="*/ 210 h 219"/>
                      <a:gd name="T90" fmla="*/ 63 w 116"/>
                      <a:gd name="T91" fmla="*/ 219 h 219"/>
                      <a:gd name="T92" fmla="*/ 54 w 116"/>
                      <a:gd name="T93" fmla="*/ 219 h 219"/>
                      <a:gd name="T94" fmla="*/ 45 w 116"/>
                      <a:gd name="T95" fmla="*/ 205 h 219"/>
                      <a:gd name="T96" fmla="*/ 40 w 116"/>
                      <a:gd name="T97" fmla="*/ 210 h 219"/>
                      <a:gd name="T98" fmla="*/ 31 w 116"/>
                      <a:gd name="T99" fmla="*/ 205 h 219"/>
                      <a:gd name="T100" fmla="*/ 27 w 116"/>
                      <a:gd name="T101" fmla="*/ 196 h 219"/>
                      <a:gd name="T102" fmla="*/ 23 w 116"/>
                      <a:gd name="T103" fmla="*/ 201 h 219"/>
                      <a:gd name="T104" fmla="*/ 18 w 116"/>
                      <a:gd name="T105" fmla="*/ 196 h 219"/>
                      <a:gd name="T106" fmla="*/ 23 w 116"/>
                      <a:gd name="T107" fmla="*/ 192 h 219"/>
                      <a:gd name="T108" fmla="*/ 18 w 116"/>
                      <a:gd name="T109" fmla="*/ 188 h 219"/>
                      <a:gd name="T110" fmla="*/ 14 w 116"/>
                      <a:gd name="T111" fmla="*/ 192 h 219"/>
                      <a:gd name="T112" fmla="*/ 9 w 116"/>
                      <a:gd name="T113" fmla="*/ 183 h 219"/>
                      <a:gd name="T114" fmla="*/ 14 w 116"/>
                      <a:gd name="T115" fmla="*/ 170 h 219"/>
                      <a:gd name="T116" fmla="*/ 18 w 116"/>
                      <a:gd name="T117" fmla="*/ 156 h 21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  <a:cxn ang="0">
                        <a:pos x="T106" y="T107"/>
                      </a:cxn>
                      <a:cxn ang="0">
                        <a:pos x="T108" y="T109"/>
                      </a:cxn>
                      <a:cxn ang="0">
                        <a:pos x="T110" y="T111"/>
                      </a:cxn>
                      <a:cxn ang="0">
                        <a:pos x="T112" y="T113"/>
                      </a:cxn>
                      <a:cxn ang="0">
                        <a:pos x="T114" y="T115"/>
                      </a:cxn>
                      <a:cxn ang="0">
                        <a:pos x="T116" y="T117"/>
                      </a:cxn>
                    </a:cxnLst>
                    <a:rect l="0" t="0" r="r" b="b"/>
                    <a:pathLst>
                      <a:path w="116" h="219">
                        <a:moveTo>
                          <a:pt x="18" y="156"/>
                        </a:moveTo>
                        <a:lnTo>
                          <a:pt x="23" y="147"/>
                        </a:lnTo>
                        <a:lnTo>
                          <a:pt x="27" y="143"/>
                        </a:lnTo>
                        <a:lnTo>
                          <a:pt x="31" y="134"/>
                        </a:lnTo>
                        <a:lnTo>
                          <a:pt x="27" y="121"/>
                        </a:lnTo>
                        <a:lnTo>
                          <a:pt x="31" y="103"/>
                        </a:lnTo>
                        <a:lnTo>
                          <a:pt x="14" y="85"/>
                        </a:lnTo>
                        <a:lnTo>
                          <a:pt x="9" y="80"/>
                        </a:lnTo>
                        <a:lnTo>
                          <a:pt x="18" y="71"/>
                        </a:lnTo>
                        <a:lnTo>
                          <a:pt x="14" y="58"/>
                        </a:lnTo>
                        <a:lnTo>
                          <a:pt x="5" y="49"/>
                        </a:lnTo>
                        <a:lnTo>
                          <a:pt x="5" y="36"/>
                        </a:lnTo>
                        <a:lnTo>
                          <a:pt x="0" y="31"/>
                        </a:lnTo>
                        <a:lnTo>
                          <a:pt x="9" y="13"/>
                        </a:lnTo>
                        <a:lnTo>
                          <a:pt x="18" y="9"/>
                        </a:lnTo>
                        <a:lnTo>
                          <a:pt x="31" y="0"/>
                        </a:lnTo>
                        <a:lnTo>
                          <a:pt x="40" y="0"/>
                        </a:lnTo>
                        <a:lnTo>
                          <a:pt x="49" y="4"/>
                        </a:lnTo>
                        <a:lnTo>
                          <a:pt x="45" y="9"/>
                        </a:lnTo>
                        <a:lnTo>
                          <a:pt x="54" y="13"/>
                        </a:lnTo>
                        <a:lnTo>
                          <a:pt x="54" y="49"/>
                        </a:lnTo>
                        <a:lnTo>
                          <a:pt x="67" y="36"/>
                        </a:lnTo>
                        <a:lnTo>
                          <a:pt x="76" y="40"/>
                        </a:lnTo>
                        <a:lnTo>
                          <a:pt x="85" y="31"/>
                        </a:lnTo>
                        <a:lnTo>
                          <a:pt x="94" y="31"/>
                        </a:lnTo>
                        <a:lnTo>
                          <a:pt x="103" y="58"/>
                        </a:lnTo>
                        <a:lnTo>
                          <a:pt x="116" y="71"/>
                        </a:lnTo>
                        <a:lnTo>
                          <a:pt x="107" y="89"/>
                        </a:lnTo>
                        <a:lnTo>
                          <a:pt x="81" y="94"/>
                        </a:lnTo>
                        <a:lnTo>
                          <a:pt x="72" y="107"/>
                        </a:lnTo>
                        <a:lnTo>
                          <a:pt x="81" y="125"/>
                        </a:lnTo>
                        <a:lnTo>
                          <a:pt x="81" y="134"/>
                        </a:lnTo>
                        <a:lnTo>
                          <a:pt x="72" y="129"/>
                        </a:lnTo>
                        <a:lnTo>
                          <a:pt x="63" y="121"/>
                        </a:lnTo>
                        <a:lnTo>
                          <a:pt x="49" y="121"/>
                        </a:lnTo>
                        <a:lnTo>
                          <a:pt x="49" y="107"/>
                        </a:lnTo>
                        <a:lnTo>
                          <a:pt x="40" y="107"/>
                        </a:lnTo>
                        <a:lnTo>
                          <a:pt x="40" y="125"/>
                        </a:lnTo>
                        <a:lnTo>
                          <a:pt x="31" y="138"/>
                        </a:lnTo>
                        <a:lnTo>
                          <a:pt x="27" y="170"/>
                        </a:lnTo>
                        <a:lnTo>
                          <a:pt x="36" y="170"/>
                        </a:lnTo>
                        <a:lnTo>
                          <a:pt x="45" y="183"/>
                        </a:lnTo>
                        <a:lnTo>
                          <a:pt x="49" y="196"/>
                        </a:lnTo>
                        <a:lnTo>
                          <a:pt x="58" y="201"/>
                        </a:lnTo>
                        <a:lnTo>
                          <a:pt x="67" y="210"/>
                        </a:lnTo>
                        <a:lnTo>
                          <a:pt x="63" y="219"/>
                        </a:lnTo>
                        <a:lnTo>
                          <a:pt x="54" y="219"/>
                        </a:lnTo>
                        <a:lnTo>
                          <a:pt x="45" y="205"/>
                        </a:lnTo>
                        <a:lnTo>
                          <a:pt x="40" y="210"/>
                        </a:lnTo>
                        <a:lnTo>
                          <a:pt x="31" y="205"/>
                        </a:lnTo>
                        <a:lnTo>
                          <a:pt x="27" y="196"/>
                        </a:lnTo>
                        <a:lnTo>
                          <a:pt x="23" y="201"/>
                        </a:lnTo>
                        <a:lnTo>
                          <a:pt x="18" y="196"/>
                        </a:lnTo>
                        <a:lnTo>
                          <a:pt x="23" y="192"/>
                        </a:lnTo>
                        <a:lnTo>
                          <a:pt x="18" y="188"/>
                        </a:lnTo>
                        <a:lnTo>
                          <a:pt x="14" y="192"/>
                        </a:lnTo>
                        <a:lnTo>
                          <a:pt x="9" y="183"/>
                        </a:lnTo>
                        <a:lnTo>
                          <a:pt x="14" y="170"/>
                        </a:lnTo>
                        <a:lnTo>
                          <a:pt x="18" y="156"/>
                        </a:lnTo>
                        <a:close/>
                      </a:path>
                    </a:pathLst>
                  </a:custGeom>
                  <a:grpFill/>
                  <a:ln w="9525" cmpd="sng">
                    <a:solidFill>
                      <a:schemeClr val="bg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dirty="0">
                      <a:latin typeface="Delivery" panose="020F0503020204020204" pitchFamily="34" charset="0"/>
                    </a:endParaRPr>
                  </a:p>
                </p:txBody>
              </p:sp>
              <p:sp>
                <p:nvSpPr>
                  <p:cNvPr id="499" name="Freeform 156">
                    <a:extLst>
                      <a:ext uri="{FF2B5EF4-FFF2-40B4-BE49-F238E27FC236}">
                        <a16:creationId xmlns:a16="http://schemas.microsoft.com/office/drawing/2014/main" id="{EF64F3F4-61FB-EFAD-BC77-6B2E7113A8D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gray">
                  <a:xfrm>
                    <a:off x="3411" y="2390"/>
                    <a:ext cx="80" cy="50"/>
                  </a:xfrm>
                  <a:custGeom>
                    <a:avLst/>
                    <a:gdLst>
                      <a:gd name="T0" fmla="*/ 0 w 80"/>
                      <a:gd name="T1" fmla="*/ 14 h 50"/>
                      <a:gd name="T2" fmla="*/ 9 w 80"/>
                      <a:gd name="T3" fmla="*/ 18 h 50"/>
                      <a:gd name="T4" fmla="*/ 13 w 80"/>
                      <a:gd name="T5" fmla="*/ 18 h 50"/>
                      <a:gd name="T6" fmla="*/ 26 w 80"/>
                      <a:gd name="T7" fmla="*/ 23 h 50"/>
                      <a:gd name="T8" fmla="*/ 40 w 80"/>
                      <a:gd name="T9" fmla="*/ 23 h 50"/>
                      <a:gd name="T10" fmla="*/ 44 w 80"/>
                      <a:gd name="T11" fmla="*/ 32 h 50"/>
                      <a:gd name="T12" fmla="*/ 49 w 80"/>
                      <a:gd name="T13" fmla="*/ 27 h 50"/>
                      <a:gd name="T14" fmla="*/ 49 w 80"/>
                      <a:gd name="T15" fmla="*/ 23 h 50"/>
                      <a:gd name="T16" fmla="*/ 53 w 80"/>
                      <a:gd name="T17" fmla="*/ 23 h 50"/>
                      <a:gd name="T18" fmla="*/ 71 w 80"/>
                      <a:gd name="T19" fmla="*/ 0 h 50"/>
                      <a:gd name="T20" fmla="*/ 76 w 80"/>
                      <a:gd name="T21" fmla="*/ 0 h 50"/>
                      <a:gd name="T22" fmla="*/ 80 w 80"/>
                      <a:gd name="T23" fmla="*/ 5 h 50"/>
                      <a:gd name="T24" fmla="*/ 76 w 80"/>
                      <a:gd name="T25" fmla="*/ 14 h 50"/>
                      <a:gd name="T26" fmla="*/ 76 w 80"/>
                      <a:gd name="T27" fmla="*/ 14 h 50"/>
                      <a:gd name="T28" fmla="*/ 71 w 80"/>
                      <a:gd name="T29" fmla="*/ 18 h 50"/>
                      <a:gd name="T30" fmla="*/ 62 w 80"/>
                      <a:gd name="T31" fmla="*/ 32 h 50"/>
                      <a:gd name="T32" fmla="*/ 44 w 80"/>
                      <a:gd name="T33" fmla="*/ 41 h 50"/>
                      <a:gd name="T34" fmla="*/ 22 w 80"/>
                      <a:gd name="T35" fmla="*/ 50 h 50"/>
                      <a:gd name="T36" fmla="*/ 9 w 80"/>
                      <a:gd name="T37" fmla="*/ 41 h 50"/>
                      <a:gd name="T38" fmla="*/ 0 w 80"/>
                      <a:gd name="T39" fmla="*/ 14 h 5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80" h="50">
                        <a:moveTo>
                          <a:pt x="0" y="14"/>
                        </a:moveTo>
                        <a:lnTo>
                          <a:pt x="9" y="18"/>
                        </a:lnTo>
                        <a:lnTo>
                          <a:pt x="13" y="18"/>
                        </a:lnTo>
                        <a:lnTo>
                          <a:pt x="26" y="23"/>
                        </a:lnTo>
                        <a:lnTo>
                          <a:pt x="40" y="23"/>
                        </a:lnTo>
                        <a:lnTo>
                          <a:pt x="44" y="32"/>
                        </a:lnTo>
                        <a:lnTo>
                          <a:pt x="49" y="27"/>
                        </a:lnTo>
                        <a:lnTo>
                          <a:pt x="49" y="23"/>
                        </a:lnTo>
                        <a:lnTo>
                          <a:pt x="53" y="23"/>
                        </a:lnTo>
                        <a:lnTo>
                          <a:pt x="71" y="0"/>
                        </a:lnTo>
                        <a:lnTo>
                          <a:pt x="76" y="0"/>
                        </a:lnTo>
                        <a:lnTo>
                          <a:pt x="80" y="5"/>
                        </a:lnTo>
                        <a:lnTo>
                          <a:pt x="76" y="14"/>
                        </a:lnTo>
                        <a:lnTo>
                          <a:pt x="76" y="14"/>
                        </a:lnTo>
                        <a:lnTo>
                          <a:pt x="71" y="18"/>
                        </a:lnTo>
                        <a:lnTo>
                          <a:pt x="62" y="32"/>
                        </a:lnTo>
                        <a:lnTo>
                          <a:pt x="44" y="41"/>
                        </a:lnTo>
                        <a:lnTo>
                          <a:pt x="22" y="50"/>
                        </a:lnTo>
                        <a:lnTo>
                          <a:pt x="9" y="41"/>
                        </a:lnTo>
                        <a:lnTo>
                          <a:pt x="0" y="14"/>
                        </a:lnTo>
                        <a:close/>
                      </a:path>
                    </a:pathLst>
                  </a:custGeom>
                  <a:grpFill/>
                  <a:ln w="9525" cmpd="sng">
                    <a:solidFill>
                      <a:schemeClr val="bg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dirty="0">
                      <a:latin typeface="Delivery" panose="020F0503020204020204" pitchFamily="34" charset="0"/>
                    </a:endParaRPr>
                  </a:p>
                </p:txBody>
              </p:sp>
              <p:sp>
                <p:nvSpPr>
                  <p:cNvPr id="500" name="Freeform 157">
                    <a:extLst>
                      <a:ext uri="{FF2B5EF4-FFF2-40B4-BE49-F238E27FC236}">
                        <a16:creationId xmlns:a16="http://schemas.microsoft.com/office/drawing/2014/main" id="{A7DA0537-4D9B-FA57-CCEF-2EA1A0ADB09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gray">
                  <a:xfrm>
                    <a:off x="3437" y="2091"/>
                    <a:ext cx="197" cy="143"/>
                  </a:xfrm>
                  <a:custGeom>
                    <a:avLst/>
                    <a:gdLst>
                      <a:gd name="T0" fmla="*/ 5 w 197"/>
                      <a:gd name="T1" fmla="*/ 31 h 143"/>
                      <a:gd name="T2" fmla="*/ 18 w 197"/>
                      <a:gd name="T3" fmla="*/ 9 h 143"/>
                      <a:gd name="T4" fmla="*/ 32 w 197"/>
                      <a:gd name="T5" fmla="*/ 31 h 143"/>
                      <a:gd name="T6" fmla="*/ 9 w 197"/>
                      <a:gd name="T7" fmla="*/ 40 h 143"/>
                      <a:gd name="T8" fmla="*/ 0 w 197"/>
                      <a:gd name="T9" fmla="*/ 49 h 143"/>
                      <a:gd name="T10" fmla="*/ 9 w 197"/>
                      <a:gd name="T11" fmla="*/ 54 h 143"/>
                      <a:gd name="T12" fmla="*/ 18 w 197"/>
                      <a:gd name="T13" fmla="*/ 67 h 143"/>
                      <a:gd name="T14" fmla="*/ 5 w 197"/>
                      <a:gd name="T15" fmla="*/ 67 h 143"/>
                      <a:gd name="T16" fmla="*/ 14 w 197"/>
                      <a:gd name="T17" fmla="*/ 72 h 143"/>
                      <a:gd name="T18" fmla="*/ 18 w 197"/>
                      <a:gd name="T19" fmla="*/ 98 h 143"/>
                      <a:gd name="T20" fmla="*/ 32 w 197"/>
                      <a:gd name="T21" fmla="*/ 103 h 143"/>
                      <a:gd name="T22" fmla="*/ 54 w 197"/>
                      <a:gd name="T23" fmla="*/ 94 h 143"/>
                      <a:gd name="T24" fmla="*/ 72 w 197"/>
                      <a:gd name="T25" fmla="*/ 94 h 143"/>
                      <a:gd name="T26" fmla="*/ 108 w 197"/>
                      <a:gd name="T27" fmla="*/ 116 h 143"/>
                      <a:gd name="T28" fmla="*/ 121 w 197"/>
                      <a:gd name="T29" fmla="*/ 134 h 143"/>
                      <a:gd name="T30" fmla="*/ 139 w 197"/>
                      <a:gd name="T31" fmla="*/ 143 h 143"/>
                      <a:gd name="T32" fmla="*/ 170 w 197"/>
                      <a:gd name="T33" fmla="*/ 125 h 143"/>
                      <a:gd name="T34" fmla="*/ 188 w 197"/>
                      <a:gd name="T35" fmla="*/ 103 h 143"/>
                      <a:gd name="T36" fmla="*/ 197 w 197"/>
                      <a:gd name="T37" fmla="*/ 103 h 143"/>
                      <a:gd name="T38" fmla="*/ 188 w 197"/>
                      <a:gd name="T39" fmla="*/ 89 h 143"/>
                      <a:gd name="T40" fmla="*/ 175 w 197"/>
                      <a:gd name="T41" fmla="*/ 81 h 143"/>
                      <a:gd name="T42" fmla="*/ 152 w 197"/>
                      <a:gd name="T43" fmla="*/ 63 h 143"/>
                      <a:gd name="T44" fmla="*/ 134 w 197"/>
                      <a:gd name="T45" fmla="*/ 45 h 143"/>
                      <a:gd name="T46" fmla="*/ 130 w 197"/>
                      <a:gd name="T47" fmla="*/ 27 h 143"/>
                      <a:gd name="T48" fmla="*/ 108 w 197"/>
                      <a:gd name="T49" fmla="*/ 31 h 143"/>
                      <a:gd name="T50" fmla="*/ 108 w 197"/>
                      <a:gd name="T51" fmla="*/ 13 h 143"/>
                      <a:gd name="T52" fmla="*/ 99 w 197"/>
                      <a:gd name="T53" fmla="*/ 5 h 143"/>
                      <a:gd name="T54" fmla="*/ 81 w 197"/>
                      <a:gd name="T55" fmla="*/ 5 h 143"/>
                      <a:gd name="T56" fmla="*/ 81 w 197"/>
                      <a:gd name="T57" fmla="*/ 13 h 143"/>
                      <a:gd name="T58" fmla="*/ 72 w 197"/>
                      <a:gd name="T59" fmla="*/ 9 h 143"/>
                      <a:gd name="T60" fmla="*/ 67 w 197"/>
                      <a:gd name="T61" fmla="*/ 13 h 143"/>
                      <a:gd name="T62" fmla="*/ 63 w 197"/>
                      <a:gd name="T63" fmla="*/ 22 h 143"/>
                      <a:gd name="T64" fmla="*/ 59 w 197"/>
                      <a:gd name="T65" fmla="*/ 27 h 143"/>
                      <a:gd name="T66" fmla="*/ 41 w 197"/>
                      <a:gd name="T67" fmla="*/ 27 h 143"/>
                      <a:gd name="T68" fmla="*/ 32 w 197"/>
                      <a:gd name="T69" fmla="*/ 13 h 143"/>
                      <a:gd name="T70" fmla="*/ 9 w 197"/>
                      <a:gd name="T71" fmla="*/ 9 h 143"/>
                      <a:gd name="T72" fmla="*/ 0 w 197"/>
                      <a:gd name="T73" fmla="*/ 18 h 14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</a:cxnLst>
                    <a:rect l="0" t="0" r="r" b="b"/>
                    <a:pathLst>
                      <a:path w="197" h="143">
                        <a:moveTo>
                          <a:pt x="0" y="18"/>
                        </a:moveTo>
                        <a:lnTo>
                          <a:pt x="5" y="31"/>
                        </a:lnTo>
                        <a:lnTo>
                          <a:pt x="5" y="13"/>
                        </a:lnTo>
                        <a:lnTo>
                          <a:pt x="18" y="9"/>
                        </a:lnTo>
                        <a:lnTo>
                          <a:pt x="23" y="22"/>
                        </a:lnTo>
                        <a:lnTo>
                          <a:pt x="32" y="31"/>
                        </a:lnTo>
                        <a:lnTo>
                          <a:pt x="23" y="36"/>
                        </a:lnTo>
                        <a:lnTo>
                          <a:pt x="9" y="40"/>
                        </a:lnTo>
                        <a:lnTo>
                          <a:pt x="5" y="36"/>
                        </a:lnTo>
                        <a:lnTo>
                          <a:pt x="0" y="49"/>
                        </a:lnTo>
                        <a:lnTo>
                          <a:pt x="5" y="58"/>
                        </a:lnTo>
                        <a:lnTo>
                          <a:pt x="9" y="54"/>
                        </a:lnTo>
                        <a:lnTo>
                          <a:pt x="18" y="54"/>
                        </a:lnTo>
                        <a:lnTo>
                          <a:pt x="18" y="67"/>
                        </a:lnTo>
                        <a:lnTo>
                          <a:pt x="9" y="63"/>
                        </a:lnTo>
                        <a:lnTo>
                          <a:pt x="5" y="67"/>
                        </a:lnTo>
                        <a:lnTo>
                          <a:pt x="9" y="72"/>
                        </a:lnTo>
                        <a:lnTo>
                          <a:pt x="14" y="72"/>
                        </a:lnTo>
                        <a:lnTo>
                          <a:pt x="18" y="76"/>
                        </a:lnTo>
                        <a:lnTo>
                          <a:pt x="18" y="98"/>
                        </a:lnTo>
                        <a:lnTo>
                          <a:pt x="23" y="107"/>
                        </a:lnTo>
                        <a:lnTo>
                          <a:pt x="32" y="103"/>
                        </a:lnTo>
                        <a:lnTo>
                          <a:pt x="41" y="94"/>
                        </a:lnTo>
                        <a:lnTo>
                          <a:pt x="54" y="94"/>
                        </a:lnTo>
                        <a:lnTo>
                          <a:pt x="63" y="85"/>
                        </a:lnTo>
                        <a:lnTo>
                          <a:pt x="72" y="94"/>
                        </a:lnTo>
                        <a:lnTo>
                          <a:pt x="94" y="98"/>
                        </a:lnTo>
                        <a:lnTo>
                          <a:pt x="108" y="116"/>
                        </a:lnTo>
                        <a:lnTo>
                          <a:pt x="121" y="116"/>
                        </a:lnTo>
                        <a:lnTo>
                          <a:pt x="121" y="134"/>
                        </a:lnTo>
                        <a:lnTo>
                          <a:pt x="134" y="134"/>
                        </a:lnTo>
                        <a:lnTo>
                          <a:pt x="139" y="143"/>
                        </a:lnTo>
                        <a:lnTo>
                          <a:pt x="152" y="130"/>
                        </a:lnTo>
                        <a:lnTo>
                          <a:pt x="170" y="125"/>
                        </a:lnTo>
                        <a:lnTo>
                          <a:pt x="179" y="107"/>
                        </a:lnTo>
                        <a:lnTo>
                          <a:pt x="188" y="103"/>
                        </a:lnTo>
                        <a:lnTo>
                          <a:pt x="197" y="107"/>
                        </a:lnTo>
                        <a:lnTo>
                          <a:pt x="197" y="103"/>
                        </a:lnTo>
                        <a:lnTo>
                          <a:pt x="197" y="94"/>
                        </a:lnTo>
                        <a:lnTo>
                          <a:pt x="188" y="89"/>
                        </a:lnTo>
                        <a:lnTo>
                          <a:pt x="184" y="89"/>
                        </a:lnTo>
                        <a:lnTo>
                          <a:pt x="175" y="81"/>
                        </a:lnTo>
                        <a:lnTo>
                          <a:pt x="166" y="76"/>
                        </a:lnTo>
                        <a:lnTo>
                          <a:pt x="152" y="63"/>
                        </a:lnTo>
                        <a:lnTo>
                          <a:pt x="143" y="54"/>
                        </a:lnTo>
                        <a:lnTo>
                          <a:pt x="134" y="45"/>
                        </a:lnTo>
                        <a:lnTo>
                          <a:pt x="134" y="36"/>
                        </a:lnTo>
                        <a:lnTo>
                          <a:pt x="130" y="27"/>
                        </a:lnTo>
                        <a:lnTo>
                          <a:pt x="126" y="31"/>
                        </a:lnTo>
                        <a:lnTo>
                          <a:pt x="108" y="31"/>
                        </a:lnTo>
                        <a:lnTo>
                          <a:pt x="103" y="18"/>
                        </a:lnTo>
                        <a:lnTo>
                          <a:pt x="108" y="13"/>
                        </a:lnTo>
                        <a:lnTo>
                          <a:pt x="108" y="9"/>
                        </a:lnTo>
                        <a:lnTo>
                          <a:pt x="99" y="5"/>
                        </a:lnTo>
                        <a:lnTo>
                          <a:pt x="81" y="0"/>
                        </a:lnTo>
                        <a:lnTo>
                          <a:pt x="81" y="5"/>
                        </a:lnTo>
                        <a:lnTo>
                          <a:pt x="85" y="9"/>
                        </a:lnTo>
                        <a:lnTo>
                          <a:pt x="81" y="13"/>
                        </a:lnTo>
                        <a:lnTo>
                          <a:pt x="76" y="5"/>
                        </a:lnTo>
                        <a:lnTo>
                          <a:pt x="72" y="9"/>
                        </a:lnTo>
                        <a:lnTo>
                          <a:pt x="72" y="13"/>
                        </a:lnTo>
                        <a:lnTo>
                          <a:pt x="67" y="13"/>
                        </a:lnTo>
                        <a:lnTo>
                          <a:pt x="63" y="18"/>
                        </a:lnTo>
                        <a:lnTo>
                          <a:pt x="63" y="22"/>
                        </a:lnTo>
                        <a:lnTo>
                          <a:pt x="63" y="27"/>
                        </a:lnTo>
                        <a:lnTo>
                          <a:pt x="59" y="27"/>
                        </a:lnTo>
                        <a:lnTo>
                          <a:pt x="45" y="27"/>
                        </a:lnTo>
                        <a:lnTo>
                          <a:pt x="41" y="27"/>
                        </a:lnTo>
                        <a:lnTo>
                          <a:pt x="36" y="22"/>
                        </a:lnTo>
                        <a:lnTo>
                          <a:pt x="32" y="13"/>
                        </a:lnTo>
                        <a:lnTo>
                          <a:pt x="23" y="5"/>
                        </a:lnTo>
                        <a:lnTo>
                          <a:pt x="9" y="9"/>
                        </a:lnTo>
                        <a:lnTo>
                          <a:pt x="0" y="13"/>
                        </a:lnTo>
                        <a:lnTo>
                          <a:pt x="0" y="18"/>
                        </a:lnTo>
                        <a:close/>
                      </a:path>
                    </a:pathLst>
                  </a:custGeom>
                  <a:grpFill/>
                  <a:ln w="9525" cmpd="sng">
                    <a:solidFill>
                      <a:schemeClr val="bg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dirty="0">
                      <a:latin typeface="Delivery" panose="020F0503020204020204" pitchFamily="34" charset="0"/>
                    </a:endParaRPr>
                  </a:p>
                </p:txBody>
              </p:sp>
              <p:sp>
                <p:nvSpPr>
                  <p:cNvPr id="501" name="Freeform 158">
                    <a:extLst>
                      <a:ext uri="{FF2B5EF4-FFF2-40B4-BE49-F238E27FC236}">
                        <a16:creationId xmlns:a16="http://schemas.microsoft.com/office/drawing/2014/main" id="{DC9E60CE-A628-2F0C-5985-4A73E90A669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gray">
                  <a:xfrm>
                    <a:off x="3482" y="2033"/>
                    <a:ext cx="250" cy="165"/>
                  </a:xfrm>
                  <a:custGeom>
                    <a:avLst/>
                    <a:gdLst>
                      <a:gd name="T0" fmla="*/ 0 w 250"/>
                      <a:gd name="T1" fmla="*/ 13 h 165"/>
                      <a:gd name="T2" fmla="*/ 36 w 250"/>
                      <a:gd name="T3" fmla="*/ 9 h 165"/>
                      <a:gd name="T4" fmla="*/ 45 w 250"/>
                      <a:gd name="T5" fmla="*/ 40 h 165"/>
                      <a:gd name="T6" fmla="*/ 49 w 250"/>
                      <a:gd name="T7" fmla="*/ 40 h 165"/>
                      <a:gd name="T8" fmla="*/ 63 w 250"/>
                      <a:gd name="T9" fmla="*/ 45 h 165"/>
                      <a:gd name="T10" fmla="*/ 76 w 250"/>
                      <a:gd name="T11" fmla="*/ 31 h 165"/>
                      <a:gd name="T12" fmla="*/ 89 w 250"/>
                      <a:gd name="T13" fmla="*/ 40 h 165"/>
                      <a:gd name="T14" fmla="*/ 125 w 250"/>
                      <a:gd name="T15" fmla="*/ 36 h 165"/>
                      <a:gd name="T16" fmla="*/ 139 w 250"/>
                      <a:gd name="T17" fmla="*/ 54 h 165"/>
                      <a:gd name="T18" fmla="*/ 143 w 250"/>
                      <a:gd name="T19" fmla="*/ 67 h 165"/>
                      <a:gd name="T20" fmla="*/ 139 w 250"/>
                      <a:gd name="T21" fmla="*/ 76 h 165"/>
                      <a:gd name="T22" fmla="*/ 152 w 250"/>
                      <a:gd name="T23" fmla="*/ 85 h 165"/>
                      <a:gd name="T24" fmla="*/ 188 w 250"/>
                      <a:gd name="T25" fmla="*/ 85 h 165"/>
                      <a:gd name="T26" fmla="*/ 219 w 250"/>
                      <a:gd name="T27" fmla="*/ 63 h 165"/>
                      <a:gd name="T28" fmla="*/ 223 w 250"/>
                      <a:gd name="T29" fmla="*/ 71 h 165"/>
                      <a:gd name="T30" fmla="*/ 210 w 250"/>
                      <a:gd name="T31" fmla="*/ 85 h 165"/>
                      <a:gd name="T32" fmla="*/ 215 w 250"/>
                      <a:gd name="T33" fmla="*/ 89 h 165"/>
                      <a:gd name="T34" fmla="*/ 232 w 250"/>
                      <a:gd name="T35" fmla="*/ 89 h 165"/>
                      <a:gd name="T36" fmla="*/ 250 w 250"/>
                      <a:gd name="T37" fmla="*/ 94 h 165"/>
                      <a:gd name="T38" fmla="*/ 246 w 250"/>
                      <a:gd name="T39" fmla="*/ 103 h 165"/>
                      <a:gd name="T40" fmla="*/ 237 w 250"/>
                      <a:gd name="T41" fmla="*/ 103 h 165"/>
                      <a:gd name="T42" fmla="*/ 223 w 250"/>
                      <a:gd name="T43" fmla="*/ 103 h 165"/>
                      <a:gd name="T44" fmla="*/ 223 w 250"/>
                      <a:gd name="T45" fmla="*/ 116 h 165"/>
                      <a:gd name="T46" fmla="*/ 219 w 250"/>
                      <a:gd name="T47" fmla="*/ 107 h 165"/>
                      <a:gd name="T48" fmla="*/ 210 w 250"/>
                      <a:gd name="T49" fmla="*/ 107 h 165"/>
                      <a:gd name="T50" fmla="*/ 210 w 250"/>
                      <a:gd name="T51" fmla="*/ 98 h 165"/>
                      <a:gd name="T52" fmla="*/ 206 w 250"/>
                      <a:gd name="T53" fmla="*/ 89 h 165"/>
                      <a:gd name="T54" fmla="*/ 192 w 250"/>
                      <a:gd name="T55" fmla="*/ 94 h 165"/>
                      <a:gd name="T56" fmla="*/ 188 w 250"/>
                      <a:gd name="T57" fmla="*/ 107 h 165"/>
                      <a:gd name="T58" fmla="*/ 174 w 250"/>
                      <a:gd name="T59" fmla="*/ 116 h 165"/>
                      <a:gd name="T60" fmla="*/ 165 w 250"/>
                      <a:gd name="T61" fmla="*/ 125 h 165"/>
                      <a:gd name="T62" fmla="*/ 170 w 250"/>
                      <a:gd name="T63" fmla="*/ 130 h 165"/>
                      <a:gd name="T64" fmla="*/ 179 w 250"/>
                      <a:gd name="T65" fmla="*/ 134 h 165"/>
                      <a:gd name="T66" fmla="*/ 179 w 250"/>
                      <a:gd name="T67" fmla="*/ 147 h 165"/>
                      <a:gd name="T68" fmla="*/ 170 w 250"/>
                      <a:gd name="T69" fmla="*/ 165 h 165"/>
                      <a:gd name="T70" fmla="*/ 152 w 250"/>
                      <a:gd name="T71" fmla="*/ 161 h 165"/>
                      <a:gd name="T72" fmla="*/ 143 w 250"/>
                      <a:gd name="T73" fmla="*/ 147 h 165"/>
                      <a:gd name="T74" fmla="*/ 130 w 250"/>
                      <a:gd name="T75" fmla="*/ 139 h 165"/>
                      <a:gd name="T76" fmla="*/ 107 w 250"/>
                      <a:gd name="T77" fmla="*/ 121 h 165"/>
                      <a:gd name="T78" fmla="*/ 89 w 250"/>
                      <a:gd name="T79" fmla="*/ 103 h 165"/>
                      <a:gd name="T80" fmla="*/ 85 w 250"/>
                      <a:gd name="T81" fmla="*/ 85 h 165"/>
                      <a:gd name="T82" fmla="*/ 63 w 250"/>
                      <a:gd name="T83" fmla="*/ 89 h 165"/>
                      <a:gd name="T84" fmla="*/ 63 w 250"/>
                      <a:gd name="T85" fmla="*/ 71 h 165"/>
                      <a:gd name="T86" fmla="*/ 54 w 250"/>
                      <a:gd name="T87" fmla="*/ 63 h 165"/>
                      <a:gd name="T88" fmla="*/ 36 w 250"/>
                      <a:gd name="T89" fmla="*/ 63 h 165"/>
                      <a:gd name="T90" fmla="*/ 36 w 250"/>
                      <a:gd name="T91" fmla="*/ 71 h 165"/>
                      <a:gd name="T92" fmla="*/ 27 w 250"/>
                      <a:gd name="T93" fmla="*/ 67 h 165"/>
                      <a:gd name="T94" fmla="*/ 22 w 250"/>
                      <a:gd name="T95" fmla="*/ 71 h 165"/>
                      <a:gd name="T96" fmla="*/ 18 w 250"/>
                      <a:gd name="T97" fmla="*/ 80 h 165"/>
                      <a:gd name="T98" fmla="*/ 14 w 250"/>
                      <a:gd name="T99" fmla="*/ 85 h 16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</a:cxnLst>
                    <a:rect l="0" t="0" r="r" b="b"/>
                    <a:pathLst>
                      <a:path w="250" h="165">
                        <a:moveTo>
                          <a:pt x="0" y="85"/>
                        </a:moveTo>
                        <a:lnTo>
                          <a:pt x="0" y="13"/>
                        </a:lnTo>
                        <a:lnTo>
                          <a:pt x="40" y="0"/>
                        </a:lnTo>
                        <a:lnTo>
                          <a:pt x="36" y="9"/>
                        </a:lnTo>
                        <a:lnTo>
                          <a:pt x="36" y="40"/>
                        </a:lnTo>
                        <a:lnTo>
                          <a:pt x="45" y="40"/>
                        </a:lnTo>
                        <a:lnTo>
                          <a:pt x="45" y="49"/>
                        </a:lnTo>
                        <a:lnTo>
                          <a:pt x="49" y="40"/>
                        </a:lnTo>
                        <a:lnTo>
                          <a:pt x="58" y="40"/>
                        </a:lnTo>
                        <a:lnTo>
                          <a:pt x="63" y="45"/>
                        </a:lnTo>
                        <a:lnTo>
                          <a:pt x="72" y="31"/>
                        </a:lnTo>
                        <a:lnTo>
                          <a:pt x="76" y="31"/>
                        </a:lnTo>
                        <a:lnTo>
                          <a:pt x="81" y="27"/>
                        </a:lnTo>
                        <a:lnTo>
                          <a:pt x="89" y="40"/>
                        </a:lnTo>
                        <a:lnTo>
                          <a:pt x="121" y="40"/>
                        </a:lnTo>
                        <a:lnTo>
                          <a:pt x="125" y="36"/>
                        </a:lnTo>
                        <a:lnTo>
                          <a:pt x="134" y="45"/>
                        </a:lnTo>
                        <a:lnTo>
                          <a:pt x="139" y="54"/>
                        </a:lnTo>
                        <a:lnTo>
                          <a:pt x="143" y="54"/>
                        </a:lnTo>
                        <a:lnTo>
                          <a:pt x="143" y="67"/>
                        </a:lnTo>
                        <a:lnTo>
                          <a:pt x="139" y="67"/>
                        </a:lnTo>
                        <a:lnTo>
                          <a:pt x="139" y="76"/>
                        </a:lnTo>
                        <a:lnTo>
                          <a:pt x="152" y="76"/>
                        </a:lnTo>
                        <a:lnTo>
                          <a:pt x="152" y="85"/>
                        </a:lnTo>
                        <a:lnTo>
                          <a:pt x="183" y="89"/>
                        </a:lnTo>
                        <a:lnTo>
                          <a:pt x="188" y="85"/>
                        </a:lnTo>
                        <a:lnTo>
                          <a:pt x="206" y="67"/>
                        </a:lnTo>
                        <a:lnTo>
                          <a:pt x="219" y="63"/>
                        </a:lnTo>
                        <a:lnTo>
                          <a:pt x="223" y="67"/>
                        </a:lnTo>
                        <a:lnTo>
                          <a:pt x="223" y="71"/>
                        </a:lnTo>
                        <a:lnTo>
                          <a:pt x="210" y="80"/>
                        </a:lnTo>
                        <a:lnTo>
                          <a:pt x="210" y="85"/>
                        </a:lnTo>
                        <a:lnTo>
                          <a:pt x="215" y="85"/>
                        </a:lnTo>
                        <a:lnTo>
                          <a:pt x="215" y="89"/>
                        </a:lnTo>
                        <a:lnTo>
                          <a:pt x="228" y="85"/>
                        </a:lnTo>
                        <a:lnTo>
                          <a:pt x="232" y="89"/>
                        </a:lnTo>
                        <a:lnTo>
                          <a:pt x="241" y="94"/>
                        </a:lnTo>
                        <a:lnTo>
                          <a:pt x="250" y="94"/>
                        </a:lnTo>
                        <a:lnTo>
                          <a:pt x="250" y="98"/>
                        </a:lnTo>
                        <a:lnTo>
                          <a:pt x="246" y="103"/>
                        </a:lnTo>
                        <a:lnTo>
                          <a:pt x="241" y="98"/>
                        </a:lnTo>
                        <a:lnTo>
                          <a:pt x="237" y="103"/>
                        </a:lnTo>
                        <a:lnTo>
                          <a:pt x="232" y="107"/>
                        </a:lnTo>
                        <a:lnTo>
                          <a:pt x="223" y="103"/>
                        </a:lnTo>
                        <a:lnTo>
                          <a:pt x="223" y="107"/>
                        </a:lnTo>
                        <a:lnTo>
                          <a:pt x="223" y="116"/>
                        </a:lnTo>
                        <a:lnTo>
                          <a:pt x="219" y="116"/>
                        </a:lnTo>
                        <a:lnTo>
                          <a:pt x="219" y="107"/>
                        </a:lnTo>
                        <a:lnTo>
                          <a:pt x="215" y="107"/>
                        </a:lnTo>
                        <a:lnTo>
                          <a:pt x="210" y="107"/>
                        </a:lnTo>
                        <a:lnTo>
                          <a:pt x="210" y="98"/>
                        </a:lnTo>
                        <a:lnTo>
                          <a:pt x="210" y="98"/>
                        </a:lnTo>
                        <a:lnTo>
                          <a:pt x="210" y="89"/>
                        </a:lnTo>
                        <a:lnTo>
                          <a:pt x="206" y="89"/>
                        </a:lnTo>
                        <a:lnTo>
                          <a:pt x="206" y="94"/>
                        </a:lnTo>
                        <a:lnTo>
                          <a:pt x="192" y="94"/>
                        </a:lnTo>
                        <a:lnTo>
                          <a:pt x="197" y="98"/>
                        </a:lnTo>
                        <a:lnTo>
                          <a:pt x="188" y="107"/>
                        </a:lnTo>
                        <a:lnTo>
                          <a:pt x="174" y="116"/>
                        </a:lnTo>
                        <a:lnTo>
                          <a:pt x="174" y="116"/>
                        </a:lnTo>
                        <a:lnTo>
                          <a:pt x="170" y="121"/>
                        </a:lnTo>
                        <a:lnTo>
                          <a:pt x="165" y="125"/>
                        </a:lnTo>
                        <a:lnTo>
                          <a:pt x="170" y="130"/>
                        </a:lnTo>
                        <a:lnTo>
                          <a:pt x="170" y="130"/>
                        </a:lnTo>
                        <a:lnTo>
                          <a:pt x="174" y="134"/>
                        </a:lnTo>
                        <a:lnTo>
                          <a:pt x="179" y="134"/>
                        </a:lnTo>
                        <a:lnTo>
                          <a:pt x="174" y="143"/>
                        </a:lnTo>
                        <a:lnTo>
                          <a:pt x="179" y="147"/>
                        </a:lnTo>
                        <a:lnTo>
                          <a:pt x="174" y="156"/>
                        </a:lnTo>
                        <a:lnTo>
                          <a:pt x="170" y="165"/>
                        </a:lnTo>
                        <a:lnTo>
                          <a:pt x="152" y="165"/>
                        </a:lnTo>
                        <a:lnTo>
                          <a:pt x="152" y="161"/>
                        </a:lnTo>
                        <a:lnTo>
                          <a:pt x="152" y="152"/>
                        </a:lnTo>
                        <a:lnTo>
                          <a:pt x="143" y="147"/>
                        </a:lnTo>
                        <a:lnTo>
                          <a:pt x="139" y="147"/>
                        </a:lnTo>
                        <a:lnTo>
                          <a:pt x="130" y="139"/>
                        </a:lnTo>
                        <a:lnTo>
                          <a:pt x="121" y="134"/>
                        </a:lnTo>
                        <a:lnTo>
                          <a:pt x="107" y="121"/>
                        </a:lnTo>
                        <a:lnTo>
                          <a:pt x="98" y="112"/>
                        </a:lnTo>
                        <a:lnTo>
                          <a:pt x="89" y="103"/>
                        </a:lnTo>
                        <a:lnTo>
                          <a:pt x="89" y="94"/>
                        </a:lnTo>
                        <a:lnTo>
                          <a:pt x="85" y="85"/>
                        </a:lnTo>
                        <a:lnTo>
                          <a:pt x="81" y="89"/>
                        </a:lnTo>
                        <a:lnTo>
                          <a:pt x="63" y="89"/>
                        </a:lnTo>
                        <a:lnTo>
                          <a:pt x="58" y="76"/>
                        </a:lnTo>
                        <a:lnTo>
                          <a:pt x="63" y="71"/>
                        </a:lnTo>
                        <a:lnTo>
                          <a:pt x="63" y="67"/>
                        </a:lnTo>
                        <a:lnTo>
                          <a:pt x="54" y="63"/>
                        </a:lnTo>
                        <a:lnTo>
                          <a:pt x="36" y="58"/>
                        </a:lnTo>
                        <a:lnTo>
                          <a:pt x="36" y="63"/>
                        </a:lnTo>
                        <a:lnTo>
                          <a:pt x="40" y="67"/>
                        </a:lnTo>
                        <a:lnTo>
                          <a:pt x="36" y="71"/>
                        </a:lnTo>
                        <a:lnTo>
                          <a:pt x="31" y="63"/>
                        </a:lnTo>
                        <a:lnTo>
                          <a:pt x="27" y="67"/>
                        </a:lnTo>
                        <a:lnTo>
                          <a:pt x="27" y="71"/>
                        </a:lnTo>
                        <a:lnTo>
                          <a:pt x="22" y="71"/>
                        </a:lnTo>
                        <a:lnTo>
                          <a:pt x="18" y="76"/>
                        </a:lnTo>
                        <a:lnTo>
                          <a:pt x="18" y="80"/>
                        </a:lnTo>
                        <a:lnTo>
                          <a:pt x="18" y="85"/>
                        </a:lnTo>
                        <a:lnTo>
                          <a:pt x="14" y="85"/>
                        </a:lnTo>
                        <a:lnTo>
                          <a:pt x="0" y="85"/>
                        </a:lnTo>
                        <a:close/>
                      </a:path>
                    </a:pathLst>
                  </a:custGeom>
                  <a:grpFill/>
                  <a:ln w="9525" cmpd="sng">
                    <a:solidFill>
                      <a:schemeClr val="bg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dirty="0">
                      <a:latin typeface="Delivery" panose="020F0503020204020204" pitchFamily="34" charset="0"/>
                    </a:endParaRPr>
                  </a:p>
                </p:txBody>
              </p:sp>
              <p:sp>
                <p:nvSpPr>
                  <p:cNvPr id="502" name="Freeform 159">
                    <a:extLst>
                      <a:ext uri="{FF2B5EF4-FFF2-40B4-BE49-F238E27FC236}">
                        <a16:creationId xmlns:a16="http://schemas.microsoft.com/office/drawing/2014/main" id="{C1A83A22-EEDC-F132-A45F-CF6B2040D2F2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gray">
                  <a:xfrm>
                    <a:off x="5367" y="2976"/>
                    <a:ext cx="22" cy="9"/>
                  </a:xfrm>
                  <a:custGeom>
                    <a:avLst/>
                    <a:gdLst>
                      <a:gd name="T0" fmla="*/ 0 w 22"/>
                      <a:gd name="T1" fmla="*/ 0 h 9"/>
                      <a:gd name="T2" fmla="*/ 5 w 22"/>
                      <a:gd name="T3" fmla="*/ 4 h 9"/>
                      <a:gd name="T4" fmla="*/ 9 w 22"/>
                      <a:gd name="T5" fmla="*/ 0 h 9"/>
                      <a:gd name="T6" fmla="*/ 5 w 22"/>
                      <a:gd name="T7" fmla="*/ 0 h 9"/>
                      <a:gd name="T8" fmla="*/ 0 w 22"/>
                      <a:gd name="T9" fmla="*/ 0 h 9"/>
                      <a:gd name="T10" fmla="*/ 14 w 22"/>
                      <a:gd name="T11" fmla="*/ 4 h 9"/>
                      <a:gd name="T12" fmla="*/ 18 w 22"/>
                      <a:gd name="T13" fmla="*/ 9 h 9"/>
                      <a:gd name="T14" fmla="*/ 22 w 22"/>
                      <a:gd name="T15" fmla="*/ 9 h 9"/>
                      <a:gd name="T16" fmla="*/ 18 w 22"/>
                      <a:gd name="T17" fmla="*/ 4 h 9"/>
                      <a:gd name="T18" fmla="*/ 14 w 22"/>
                      <a:gd name="T19" fmla="*/ 4 h 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2" h="9">
                        <a:moveTo>
                          <a:pt x="0" y="0"/>
                        </a:moveTo>
                        <a:lnTo>
                          <a:pt x="5" y="4"/>
                        </a:lnTo>
                        <a:lnTo>
                          <a:pt x="9" y="0"/>
                        </a:lnTo>
                        <a:lnTo>
                          <a:pt x="5" y="0"/>
                        </a:lnTo>
                        <a:lnTo>
                          <a:pt x="0" y="0"/>
                        </a:lnTo>
                        <a:close/>
                        <a:moveTo>
                          <a:pt x="14" y="4"/>
                        </a:moveTo>
                        <a:lnTo>
                          <a:pt x="18" y="9"/>
                        </a:lnTo>
                        <a:lnTo>
                          <a:pt x="22" y="9"/>
                        </a:lnTo>
                        <a:lnTo>
                          <a:pt x="18" y="4"/>
                        </a:lnTo>
                        <a:lnTo>
                          <a:pt x="14" y="4"/>
                        </a:lnTo>
                        <a:close/>
                      </a:path>
                    </a:pathLst>
                  </a:custGeom>
                  <a:grpFill/>
                  <a:ln w="9525" cmpd="sng">
                    <a:solidFill>
                      <a:schemeClr val="bg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dirty="0">
                      <a:latin typeface="Delivery" panose="020F0503020204020204" pitchFamily="34" charset="0"/>
                    </a:endParaRPr>
                  </a:p>
                </p:txBody>
              </p:sp>
              <p:sp>
                <p:nvSpPr>
                  <p:cNvPr id="503" name="Freeform 160">
                    <a:extLst>
                      <a:ext uri="{FF2B5EF4-FFF2-40B4-BE49-F238E27FC236}">
                        <a16:creationId xmlns:a16="http://schemas.microsoft.com/office/drawing/2014/main" id="{B1248C4C-2208-D4F6-7BCD-7B6BFE8C8F7B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gray">
                  <a:xfrm>
                    <a:off x="3294" y="2511"/>
                    <a:ext cx="175" cy="90"/>
                  </a:xfrm>
                  <a:custGeom>
                    <a:avLst/>
                    <a:gdLst>
                      <a:gd name="T0" fmla="*/ 5 w 175"/>
                      <a:gd name="T1" fmla="*/ 27 h 90"/>
                      <a:gd name="T2" fmla="*/ 5 w 175"/>
                      <a:gd name="T3" fmla="*/ 40 h 90"/>
                      <a:gd name="T4" fmla="*/ 0 w 175"/>
                      <a:gd name="T5" fmla="*/ 36 h 90"/>
                      <a:gd name="T6" fmla="*/ 0 w 175"/>
                      <a:gd name="T7" fmla="*/ 40 h 90"/>
                      <a:gd name="T8" fmla="*/ 5 w 175"/>
                      <a:gd name="T9" fmla="*/ 54 h 90"/>
                      <a:gd name="T10" fmla="*/ 5 w 175"/>
                      <a:gd name="T11" fmla="*/ 58 h 90"/>
                      <a:gd name="T12" fmla="*/ 9 w 175"/>
                      <a:gd name="T13" fmla="*/ 67 h 90"/>
                      <a:gd name="T14" fmla="*/ 9 w 175"/>
                      <a:gd name="T15" fmla="*/ 72 h 90"/>
                      <a:gd name="T16" fmla="*/ 18 w 175"/>
                      <a:gd name="T17" fmla="*/ 85 h 90"/>
                      <a:gd name="T18" fmla="*/ 18 w 175"/>
                      <a:gd name="T19" fmla="*/ 90 h 90"/>
                      <a:gd name="T20" fmla="*/ 36 w 175"/>
                      <a:gd name="T21" fmla="*/ 85 h 90"/>
                      <a:gd name="T22" fmla="*/ 54 w 175"/>
                      <a:gd name="T23" fmla="*/ 72 h 90"/>
                      <a:gd name="T24" fmla="*/ 67 w 175"/>
                      <a:gd name="T25" fmla="*/ 72 h 90"/>
                      <a:gd name="T26" fmla="*/ 81 w 175"/>
                      <a:gd name="T27" fmla="*/ 63 h 90"/>
                      <a:gd name="T28" fmla="*/ 94 w 175"/>
                      <a:gd name="T29" fmla="*/ 63 h 90"/>
                      <a:gd name="T30" fmla="*/ 103 w 175"/>
                      <a:gd name="T31" fmla="*/ 54 h 90"/>
                      <a:gd name="T32" fmla="*/ 143 w 175"/>
                      <a:gd name="T33" fmla="*/ 40 h 90"/>
                      <a:gd name="T34" fmla="*/ 139 w 175"/>
                      <a:gd name="T35" fmla="*/ 31 h 90"/>
                      <a:gd name="T36" fmla="*/ 152 w 175"/>
                      <a:gd name="T37" fmla="*/ 22 h 90"/>
                      <a:gd name="T38" fmla="*/ 148 w 175"/>
                      <a:gd name="T39" fmla="*/ 0 h 90"/>
                      <a:gd name="T40" fmla="*/ 135 w 175"/>
                      <a:gd name="T41" fmla="*/ 14 h 90"/>
                      <a:gd name="T42" fmla="*/ 112 w 175"/>
                      <a:gd name="T43" fmla="*/ 18 h 90"/>
                      <a:gd name="T44" fmla="*/ 41 w 175"/>
                      <a:gd name="T45" fmla="*/ 45 h 90"/>
                      <a:gd name="T46" fmla="*/ 45 w 175"/>
                      <a:gd name="T47" fmla="*/ 22 h 90"/>
                      <a:gd name="T48" fmla="*/ 14 w 175"/>
                      <a:gd name="T49" fmla="*/ 14 h 90"/>
                      <a:gd name="T50" fmla="*/ 9 w 175"/>
                      <a:gd name="T51" fmla="*/ 27 h 90"/>
                      <a:gd name="T52" fmla="*/ 5 w 175"/>
                      <a:gd name="T53" fmla="*/ 27 h 90"/>
                      <a:gd name="T54" fmla="*/ 157 w 175"/>
                      <a:gd name="T55" fmla="*/ 85 h 90"/>
                      <a:gd name="T56" fmla="*/ 166 w 175"/>
                      <a:gd name="T57" fmla="*/ 90 h 90"/>
                      <a:gd name="T58" fmla="*/ 175 w 175"/>
                      <a:gd name="T59" fmla="*/ 85 h 90"/>
                      <a:gd name="T60" fmla="*/ 161 w 175"/>
                      <a:gd name="T61" fmla="*/ 81 h 90"/>
                      <a:gd name="T62" fmla="*/ 157 w 175"/>
                      <a:gd name="T63" fmla="*/ 85 h 9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</a:cxnLst>
                    <a:rect l="0" t="0" r="r" b="b"/>
                    <a:pathLst>
                      <a:path w="175" h="90">
                        <a:moveTo>
                          <a:pt x="5" y="27"/>
                        </a:moveTo>
                        <a:lnTo>
                          <a:pt x="5" y="40"/>
                        </a:lnTo>
                        <a:lnTo>
                          <a:pt x="0" y="36"/>
                        </a:lnTo>
                        <a:lnTo>
                          <a:pt x="0" y="40"/>
                        </a:lnTo>
                        <a:lnTo>
                          <a:pt x="5" y="54"/>
                        </a:lnTo>
                        <a:lnTo>
                          <a:pt x="5" y="58"/>
                        </a:lnTo>
                        <a:lnTo>
                          <a:pt x="9" y="67"/>
                        </a:lnTo>
                        <a:lnTo>
                          <a:pt x="9" y="72"/>
                        </a:lnTo>
                        <a:lnTo>
                          <a:pt x="18" y="85"/>
                        </a:lnTo>
                        <a:lnTo>
                          <a:pt x="18" y="90"/>
                        </a:lnTo>
                        <a:lnTo>
                          <a:pt x="36" y="85"/>
                        </a:lnTo>
                        <a:lnTo>
                          <a:pt x="54" y="72"/>
                        </a:lnTo>
                        <a:lnTo>
                          <a:pt x="67" y="72"/>
                        </a:lnTo>
                        <a:lnTo>
                          <a:pt x="81" y="63"/>
                        </a:lnTo>
                        <a:lnTo>
                          <a:pt x="94" y="63"/>
                        </a:lnTo>
                        <a:lnTo>
                          <a:pt x="103" y="54"/>
                        </a:lnTo>
                        <a:lnTo>
                          <a:pt x="143" y="40"/>
                        </a:lnTo>
                        <a:lnTo>
                          <a:pt x="139" y="31"/>
                        </a:lnTo>
                        <a:lnTo>
                          <a:pt x="152" y="22"/>
                        </a:lnTo>
                        <a:lnTo>
                          <a:pt x="148" y="0"/>
                        </a:lnTo>
                        <a:lnTo>
                          <a:pt x="135" y="14"/>
                        </a:lnTo>
                        <a:lnTo>
                          <a:pt x="112" y="18"/>
                        </a:lnTo>
                        <a:lnTo>
                          <a:pt x="41" y="45"/>
                        </a:lnTo>
                        <a:lnTo>
                          <a:pt x="45" y="22"/>
                        </a:lnTo>
                        <a:lnTo>
                          <a:pt x="14" y="14"/>
                        </a:lnTo>
                        <a:lnTo>
                          <a:pt x="9" y="27"/>
                        </a:lnTo>
                        <a:lnTo>
                          <a:pt x="5" y="27"/>
                        </a:lnTo>
                        <a:close/>
                        <a:moveTo>
                          <a:pt x="157" y="85"/>
                        </a:moveTo>
                        <a:lnTo>
                          <a:pt x="166" y="90"/>
                        </a:lnTo>
                        <a:lnTo>
                          <a:pt x="175" y="85"/>
                        </a:lnTo>
                        <a:lnTo>
                          <a:pt x="161" y="81"/>
                        </a:lnTo>
                        <a:lnTo>
                          <a:pt x="157" y="85"/>
                        </a:lnTo>
                        <a:close/>
                      </a:path>
                    </a:pathLst>
                  </a:custGeom>
                  <a:grpFill/>
                  <a:ln w="9525" cmpd="sng">
                    <a:solidFill>
                      <a:schemeClr val="bg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dirty="0">
                      <a:latin typeface="Delivery" panose="020F0503020204020204" pitchFamily="34" charset="0"/>
                    </a:endParaRPr>
                  </a:p>
                </p:txBody>
              </p:sp>
              <p:sp>
                <p:nvSpPr>
                  <p:cNvPr id="504" name="Freeform 161">
                    <a:extLst>
                      <a:ext uri="{FF2B5EF4-FFF2-40B4-BE49-F238E27FC236}">
                        <a16:creationId xmlns:a16="http://schemas.microsoft.com/office/drawing/2014/main" id="{5C1097FC-604F-D321-3E92-717E701658C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gray">
                  <a:xfrm>
                    <a:off x="5367" y="2976"/>
                    <a:ext cx="9" cy="4"/>
                  </a:xfrm>
                  <a:custGeom>
                    <a:avLst/>
                    <a:gdLst>
                      <a:gd name="T0" fmla="*/ 0 w 9"/>
                      <a:gd name="T1" fmla="*/ 0 h 4"/>
                      <a:gd name="T2" fmla="*/ 5 w 9"/>
                      <a:gd name="T3" fmla="*/ 4 h 4"/>
                      <a:gd name="T4" fmla="*/ 9 w 9"/>
                      <a:gd name="T5" fmla="*/ 0 h 4"/>
                      <a:gd name="T6" fmla="*/ 5 w 9"/>
                      <a:gd name="T7" fmla="*/ 0 h 4"/>
                      <a:gd name="T8" fmla="*/ 0 w 9"/>
                      <a:gd name="T9" fmla="*/ 0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9" h="4">
                        <a:moveTo>
                          <a:pt x="0" y="0"/>
                        </a:moveTo>
                        <a:lnTo>
                          <a:pt x="5" y="4"/>
                        </a:lnTo>
                        <a:lnTo>
                          <a:pt x="9" y="0"/>
                        </a:lnTo>
                        <a:lnTo>
                          <a:pt x="5" y="0"/>
                        </a:lnTo>
                        <a:lnTo>
                          <a:pt x="0" y="0"/>
                        </a:lnTo>
                      </a:path>
                    </a:pathLst>
                  </a:custGeom>
                  <a:grpFill/>
                  <a:ln w="9525" cmpd="sng">
                    <a:solidFill>
                      <a:schemeClr val="bg1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dirty="0">
                      <a:latin typeface="Delivery" panose="020F0503020204020204" pitchFamily="34" charset="0"/>
                    </a:endParaRPr>
                  </a:p>
                </p:txBody>
              </p:sp>
              <p:sp>
                <p:nvSpPr>
                  <p:cNvPr id="505" name="Freeform 162">
                    <a:extLst>
                      <a:ext uri="{FF2B5EF4-FFF2-40B4-BE49-F238E27FC236}">
                        <a16:creationId xmlns:a16="http://schemas.microsoft.com/office/drawing/2014/main" id="{0DD232F7-7561-C8B5-69B6-38E7930C380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gray">
                  <a:xfrm>
                    <a:off x="5381" y="2980"/>
                    <a:ext cx="8" cy="5"/>
                  </a:xfrm>
                  <a:custGeom>
                    <a:avLst/>
                    <a:gdLst>
                      <a:gd name="T0" fmla="*/ 0 w 8"/>
                      <a:gd name="T1" fmla="*/ 0 h 5"/>
                      <a:gd name="T2" fmla="*/ 4 w 8"/>
                      <a:gd name="T3" fmla="*/ 5 h 5"/>
                      <a:gd name="T4" fmla="*/ 8 w 8"/>
                      <a:gd name="T5" fmla="*/ 5 h 5"/>
                      <a:gd name="T6" fmla="*/ 4 w 8"/>
                      <a:gd name="T7" fmla="*/ 0 h 5"/>
                      <a:gd name="T8" fmla="*/ 0 w 8"/>
                      <a:gd name="T9" fmla="*/ 0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8" h="5">
                        <a:moveTo>
                          <a:pt x="0" y="0"/>
                        </a:moveTo>
                        <a:lnTo>
                          <a:pt x="4" y="5"/>
                        </a:lnTo>
                        <a:lnTo>
                          <a:pt x="8" y="5"/>
                        </a:lnTo>
                        <a:lnTo>
                          <a:pt x="4" y="0"/>
                        </a:lnTo>
                        <a:lnTo>
                          <a:pt x="0" y="0"/>
                        </a:lnTo>
                      </a:path>
                    </a:pathLst>
                  </a:custGeom>
                  <a:grpFill/>
                  <a:ln w="9525" cmpd="sng">
                    <a:solidFill>
                      <a:schemeClr val="bg1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dirty="0">
                      <a:latin typeface="Delivery" panose="020F0503020204020204" pitchFamily="34" charset="0"/>
                    </a:endParaRPr>
                  </a:p>
                </p:txBody>
              </p:sp>
            </p:grpSp>
          </p:grpSp>
          <p:sp>
            <p:nvSpPr>
              <p:cNvPr id="11" name="Freeform 163">
                <a:extLst>
                  <a:ext uri="{FF2B5EF4-FFF2-40B4-BE49-F238E27FC236}">
                    <a16:creationId xmlns:a16="http://schemas.microsoft.com/office/drawing/2014/main" id="{8FFB9AB6-2ED2-12ED-E059-012173B981D5}"/>
                  </a:ext>
                </a:extLst>
              </p:cNvPr>
              <p:cNvSpPr>
                <a:spLocks noEditPoints="1"/>
              </p:cNvSpPr>
              <p:nvPr/>
            </p:nvSpPr>
            <p:spPr bwMode="gray">
              <a:xfrm>
                <a:off x="2666314" y="1409232"/>
                <a:ext cx="1178682" cy="1199689"/>
              </a:xfrm>
              <a:custGeom>
                <a:avLst/>
                <a:gdLst>
                  <a:gd name="T0" fmla="*/ 36 w 777"/>
                  <a:gd name="T1" fmla="*/ 9 h 791"/>
                  <a:gd name="T2" fmla="*/ 54 w 777"/>
                  <a:gd name="T3" fmla="*/ 36 h 791"/>
                  <a:gd name="T4" fmla="*/ 58 w 777"/>
                  <a:gd name="T5" fmla="*/ 40 h 791"/>
                  <a:gd name="T6" fmla="*/ 27 w 777"/>
                  <a:gd name="T7" fmla="*/ 62 h 791"/>
                  <a:gd name="T8" fmla="*/ 58 w 777"/>
                  <a:gd name="T9" fmla="*/ 112 h 791"/>
                  <a:gd name="T10" fmla="*/ 103 w 777"/>
                  <a:gd name="T11" fmla="*/ 112 h 791"/>
                  <a:gd name="T12" fmla="*/ 130 w 777"/>
                  <a:gd name="T13" fmla="*/ 130 h 791"/>
                  <a:gd name="T14" fmla="*/ 206 w 777"/>
                  <a:gd name="T15" fmla="*/ 138 h 791"/>
                  <a:gd name="T16" fmla="*/ 241 w 777"/>
                  <a:gd name="T17" fmla="*/ 308 h 791"/>
                  <a:gd name="T18" fmla="*/ 255 w 777"/>
                  <a:gd name="T19" fmla="*/ 366 h 791"/>
                  <a:gd name="T20" fmla="*/ 308 w 777"/>
                  <a:gd name="T21" fmla="*/ 393 h 791"/>
                  <a:gd name="T22" fmla="*/ 255 w 777"/>
                  <a:gd name="T23" fmla="*/ 402 h 791"/>
                  <a:gd name="T24" fmla="*/ 308 w 777"/>
                  <a:gd name="T25" fmla="*/ 487 h 791"/>
                  <a:gd name="T26" fmla="*/ 277 w 777"/>
                  <a:gd name="T27" fmla="*/ 509 h 791"/>
                  <a:gd name="T28" fmla="*/ 273 w 777"/>
                  <a:gd name="T29" fmla="*/ 590 h 791"/>
                  <a:gd name="T30" fmla="*/ 299 w 777"/>
                  <a:gd name="T31" fmla="*/ 643 h 791"/>
                  <a:gd name="T32" fmla="*/ 308 w 777"/>
                  <a:gd name="T33" fmla="*/ 684 h 791"/>
                  <a:gd name="T34" fmla="*/ 331 w 777"/>
                  <a:gd name="T35" fmla="*/ 733 h 791"/>
                  <a:gd name="T36" fmla="*/ 362 w 777"/>
                  <a:gd name="T37" fmla="*/ 751 h 791"/>
                  <a:gd name="T38" fmla="*/ 393 w 777"/>
                  <a:gd name="T39" fmla="*/ 769 h 791"/>
                  <a:gd name="T40" fmla="*/ 420 w 777"/>
                  <a:gd name="T41" fmla="*/ 777 h 791"/>
                  <a:gd name="T42" fmla="*/ 420 w 777"/>
                  <a:gd name="T43" fmla="*/ 755 h 791"/>
                  <a:gd name="T44" fmla="*/ 433 w 777"/>
                  <a:gd name="T45" fmla="*/ 715 h 791"/>
                  <a:gd name="T46" fmla="*/ 447 w 777"/>
                  <a:gd name="T47" fmla="*/ 675 h 791"/>
                  <a:gd name="T48" fmla="*/ 451 w 777"/>
                  <a:gd name="T49" fmla="*/ 626 h 791"/>
                  <a:gd name="T50" fmla="*/ 501 w 777"/>
                  <a:gd name="T51" fmla="*/ 608 h 791"/>
                  <a:gd name="T52" fmla="*/ 545 w 777"/>
                  <a:gd name="T53" fmla="*/ 576 h 791"/>
                  <a:gd name="T54" fmla="*/ 568 w 777"/>
                  <a:gd name="T55" fmla="*/ 518 h 791"/>
                  <a:gd name="T56" fmla="*/ 585 w 777"/>
                  <a:gd name="T57" fmla="*/ 500 h 791"/>
                  <a:gd name="T58" fmla="*/ 657 w 777"/>
                  <a:gd name="T59" fmla="*/ 483 h 791"/>
                  <a:gd name="T60" fmla="*/ 719 w 777"/>
                  <a:gd name="T61" fmla="*/ 424 h 791"/>
                  <a:gd name="T62" fmla="*/ 666 w 777"/>
                  <a:gd name="T63" fmla="*/ 424 h 791"/>
                  <a:gd name="T64" fmla="*/ 670 w 777"/>
                  <a:gd name="T65" fmla="*/ 384 h 791"/>
                  <a:gd name="T66" fmla="*/ 675 w 777"/>
                  <a:gd name="T67" fmla="*/ 362 h 791"/>
                  <a:gd name="T68" fmla="*/ 733 w 777"/>
                  <a:gd name="T69" fmla="*/ 416 h 791"/>
                  <a:gd name="T70" fmla="*/ 728 w 777"/>
                  <a:gd name="T71" fmla="*/ 353 h 791"/>
                  <a:gd name="T72" fmla="*/ 684 w 777"/>
                  <a:gd name="T73" fmla="*/ 326 h 791"/>
                  <a:gd name="T74" fmla="*/ 724 w 777"/>
                  <a:gd name="T75" fmla="*/ 317 h 791"/>
                  <a:gd name="T76" fmla="*/ 724 w 777"/>
                  <a:gd name="T77" fmla="*/ 290 h 791"/>
                  <a:gd name="T78" fmla="*/ 693 w 777"/>
                  <a:gd name="T79" fmla="*/ 259 h 791"/>
                  <a:gd name="T80" fmla="*/ 746 w 777"/>
                  <a:gd name="T81" fmla="*/ 264 h 791"/>
                  <a:gd name="T82" fmla="*/ 719 w 777"/>
                  <a:gd name="T83" fmla="*/ 241 h 791"/>
                  <a:gd name="T84" fmla="*/ 755 w 777"/>
                  <a:gd name="T85" fmla="*/ 223 h 791"/>
                  <a:gd name="T86" fmla="*/ 742 w 777"/>
                  <a:gd name="T87" fmla="*/ 165 h 791"/>
                  <a:gd name="T88" fmla="*/ 760 w 777"/>
                  <a:gd name="T89" fmla="*/ 174 h 791"/>
                  <a:gd name="T90" fmla="*/ 751 w 777"/>
                  <a:gd name="T91" fmla="*/ 130 h 791"/>
                  <a:gd name="T92" fmla="*/ 733 w 777"/>
                  <a:gd name="T93" fmla="*/ 107 h 791"/>
                  <a:gd name="T94" fmla="*/ 777 w 777"/>
                  <a:gd name="T95" fmla="*/ 58 h 791"/>
                  <a:gd name="T96" fmla="*/ 751 w 777"/>
                  <a:gd name="T97" fmla="*/ 4 h 791"/>
                  <a:gd name="T98" fmla="*/ 755 w 777"/>
                  <a:gd name="T99" fmla="*/ 0 h 791"/>
                  <a:gd name="T100" fmla="*/ 255 w 777"/>
                  <a:gd name="T101" fmla="*/ 424 h 791"/>
                  <a:gd name="T102" fmla="*/ 273 w 777"/>
                  <a:gd name="T103" fmla="*/ 460 h 791"/>
                  <a:gd name="T104" fmla="*/ 286 w 777"/>
                  <a:gd name="T105" fmla="*/ 433 h 7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777" h="791">
                    <a:moveTo>
                      <a:pt x="0" y="0"/>
                    </a:moveTo>
                    <a:lnTo>
                      <a:pt x="5" y="4"/>
                    </a:lnTo>
                    <a:lnTo>
                      <a:pt x="36" y="9"/>
                    </a:lnTo>
                    <a:lnTo>
                      <a:pt x="31" y="18"/>
                    </a:lnTo>
                    <a:lnTo>
                      <a:pt x="36" y="31"/>
                    </a:lnTo>
                    <a:lnTo>
                      <a:pt x="54" y="36"/>
                    </a:lnTo>
                    <a:lnTo>
                      <a:pt x="81" y="31"/>
                    </a:lnTo>
                    <a:lnTo>
                      <a:pt x="94" y="40"/>
                    </a:lnTo>
                    <a:lnTo>
                      <a:pt x="58" y="40"/>
                    </a:lnTo>
                    <a:lnTo>
                      <a:pt x="49" y="49"/>
                    </a:lnTo>
                    <a:lnTo>
                      <a:pt x="31" y="45"/>
                    </a:lnTo>
                    <a:lnTo>
                      <a:pt x="27" y="62"/>
                    </a:lnTo>
                    <a:lnTo>
                      <a:pt x="63" y="71"/>
                    </a:lnTo>
                    <a:lnTo>
                      <a:pt x="45" y="85"/>
                    </a:lnTo>
                    <a:lnTo>
                      <a:pt x="58" y="112"/>
                    </a:lnTo>
                    <a:lnTo>
                      <a:pt x="85" y="125"/>
                    </a:lnTo>
                    <a:lnTo>
                      <a:pt x="85" y="107"/>
                    </a:lnTo>
                    <a:lnTo>
                      <a:pt x="103" y="112"/>
                    </a:lnTo>
                    <a:lnTo>
                      <a:pt x="107" y="121"/>
                    </a:lnTo>
                    <a:lnTo>
                      <a:pt x="125" y="116"/>
                    </a:lnTo>
                    <a:lnTo>
                      <a:pt x="130" y="130"/>
                    </a:lnTo>
                    <a:lnTo>
                      <a:pt x="139" y="116"/>
                    </a:lnTo>
                    <a:lnTo>
                      <a:pt x="170" y="121"/>
                    </a:lnTo>
                    <a:lnTo>
                      <a:pt x="206" y="138"/>
                    </a:lnTo>
                    <a:lnTo>
                      <a:pt x="206" y="179"/>
                    </a:lnTo>
                    <a:lnTo>
                      <a:pt x="228" y="210"/>
                    </a:lnTo>
                    <a:lnTo>
                      <a:pt x="241" y="308"/>
                    </a:lnTo>
                    <a:lnTo>
                      <a:pt x="241" y="326"/>
                    </a:lnTo>
                    <a:lnTo>
                      <a:pt x="237" y="353"/>
                    </a:lnTo>
                    <a:lnTo>
                      <a:pt x="255" y="366"/>
                    </a:lnTo>
                    <a:lnTo>
                      <a:pt x="273" y="344"/>
                    </a:lnTo>
                    <a:lnTo>
                      <a:pt x="282" y="371"/>
                    </a:lnTo>
                    <a:lnTo>
                      <a:pt x="308" y="393"/>
                    </a:lnTo>
                    <a:lnTo>
                      <a:pt x="299" y="411"/>
                    </a:lnTo>
                    <a:lnTo>
                      <a:pt x="264" y="398"/>
                    </a:lnTo>
                    <a:lnTo>
                      <a:pt x="255" y="402"/>
                    </a:lnTo>
                    <a:lnTo>
                      <a:pt x="268" y="416"/>
                    </a:lnTo>
                    <a:lnTo>
                      <a:pt x="308" y="438"/>
                    </a:lnTo>
                    <a:lnTo>
                      <a:pt x="308" y="487"/>
                    </a:lnTo>
                    <a:lnTo>
                      <a:pt x="282" y="483"/>
                    </a:lnTo>
                    <a:lnTo>
                      <a:pt x="268" y="500"/>
                    </a:lnTo>
                    <a:lnTo>
                      <a:pt x="277" y="509"/>
                    </a:lnTo>
                    <a:lnTo>
                      <a:pt x="268" y="523"/>
                    </a:lnTo>
                    <a:lnTo>
                      <a:pt x="268" y="576"/>
                    </a:lnTo>
                    <a:lnTo>
                      <a:pt x="273" y="590"/>
                    </a:lnTo>
                    <a:lnTo>
                      <a:pt x="286" y="608"/>
                    </a:lnTo>
                    <a:lnTo>
                      <a:pt x="295" y="652"/>
                    </a:lnTo>
                    <a:lnTo>
                      <a:pt x="299" y="643"/>
                    </a:lnTo>
                    <a:lnTo>
                      <a:pt x="304" y="648"/>
                    </a:lnTo>
                    <a:lnTo>
                      <a:pt x="295" y="661"/>
                    </a:lnTo>
                    <a:lnTo>
                      <a:pt x="308" y="684"/>
                    </a:lnTo>
                    <a:lnTo>
                      <a:pt x="326" y="719"/>
                    </a:lnTo>
                    <a:lnTo>
                      <a:pt x="335" y="728"/>
                    </a:lnTo>
                    <a:lnTo>
                      <a:pt x="331" y="733"/>
                    </a:lnTo>
                    <a:lnTo>
                      <a:pt x="340" y="746"/>
                    </a:lnTo>
                    <a:lnTo>
                      <a:pt x="349" y="760"/>
                    </a:lnTo>
                    <a:lnTo>
                      <a:pt x="362" y="751"/>
                    </a:lnTo>
                    <a:lnTo>
                      <a:pt x="375" y="751"/>
                    </a:lnTo>
                    <a:lnTo>
                      <a:pt x="384" y="760"/>
                    </a:lnTo>
                    <a:lnTo>
                      <a:pt x="393" y="769"/>
                    </a:lnTo>
                    <a:lnTo>
                      <a:pt x="389" y="777"/>
                    </a:lnTo>
                    <a:lnTo>
                      <a:pt x="411" y="791"/>
                    </a:lnTo>
                    <a:lnTo>
                      <a:pt x="420" y="777"/>
                    </a:lnTo>
                    <a:lnTo>
                      <a:pt x="416" y="769"/>
                    </a:lnTo>
                    <a:lnTo>
                      <a:pt x="425" y="760"/>
                    </a:lnTo>
                    <a:lnTo>
                      <a:pt x="420" y="755"/>
                    </a:lnTo>
                    <a:lnTo>
                      <a:pt x="442" y="728"/>
                    </a:lnTo>
                    <a:lnTo>
                      <a:pt x="438" y="719"/>
                    </a:lnTo>
                    <a:lnTo>
                      <a:pt x="433" y="715"/>
                    </a:lnTo>
                    <a:lnTo>
                      <a:pt x="433" y="697"/>
                    </a:lnTo>
                    <a:lnTo>
                      <a:pt x="442" y="693"/>
                    </a:lnTo>
                    <a:lnTo>
                      <a:pt x="447" y="675"/>
                    </a:lnTo>
                    <a:lnTo>
                      <a:pt x="456" y="666"/>
                    </a:lnTo>
                    <a:lnTo>
                      <a:pt x="460" y="639"/>
                    </a:lnTo>
                    <a:lnTo>
                      <a:pt x="451" y="626"/>
                    </a:lnTo>
                    <a:lnTo>
                      <a:pt x="469" y="621"/>
                    </a:lnTo>
                    <a:lnTo>
                      <a:pt x="469" y="612"/>
                    </a:lnTo>
                    <a:lnTo>
                      <a:pt x="501" y="608"/>
                    </a:lnTo>
                    <a:lnTo>
                      <a:pt x="505" y="594"/>
                    </a:lnTo>
                    <a:lnTo>
                      <a:pt x="514" y="594"/>
                    </a:lnTo>
                    <a:lnTo>
                      <a:pt x="545" y="576"/>
                    </a:lnTo>
                    <a:lnTo>
                      <a:pt x="545" y="567"/>
                    </a:lnTo>
                    <a:lnTo>
                      <a:pt x="554" y="567"/>
                    </a:lnTo>
                    <a:lnTo>
                      <a:pt x="568" y="518"/>
                    </a:lnTo>
                    <a:lnTo>
                      <a:pt x="581" y="509"/>
                    </a:lnTo>
                    <a:lnTo>
                      <a:pt x="576" y="491"/>
                    </a:lnTo>
                    <a:lnTo>
                      <a:pt x="585" y="500"/>
                    </a:lnTo>
                    <a:lnTo>
                      <a:pt x="585" y="509"/>
                    </a:lnTo>
                    <a:lnTo>
                      <a:pt x="612" y="505"/>
                    </a:lnTo>
                    <a:lnTo>
                      <a:pt x="657" y="483"/>
                    </a:lnTo>
                    <a:lnTo>
                      <a:pt x="702" y="451"/>
                    </a:lnTo>
                    <a:lnTo>
                      <a:pt x="719" y="429"/>
                    </a:lnTo>
                    <a:lnTo>
                      <a:pt x="719" y="424"/>
                    </a:lnTo>
                    <a:lnTo>
                      <a:pt x="710" y="429"/>
                    </a:lnTo>
                    <a:lnTo>
                      <a:pt x="684" y="420"/>
                    </a:lnTo>
                    <a:lnTo>
                      <a:pt x="666" y="424"/>
                    </a:lnTo>
                    <a:lnTo>
                      <a:pt x="657" y="407"/>
                    </a:lnTo>
                    <a:lnTo>
                      <a:pt x="679" y="398"/>
                    </a:lnTo>
                    <a:lnTo>
                      <a:pt x="670" y="384"/>
                    </a:lnTo>
                    <a:lnTo>
                      <a:pt x="679" y="371"/>
                    </a:lnTo>
                    <a:lnTo>
                      <a:pt x="670" y="362"/>
                    </a:lnTo>
                    <a:lnTo>
                      <a:pt x="675" y="362"/>
                    </a:lnTo>
                    <a:lnTo>
                      <a:pt x="693" y="375"/>
                    </a:lnTo>
                    <a:lnTo>
                      <a:pt x="697" y="407"/>
                    </a:lnTo>
                    <a:lnTo>
                      <a:pt x="733" y="416"/>
                    </a:lnTo>
                    <a:lnTo>
                      <a:pt x="728" y="366"/>
                    </a:lnTo>
                    <a:lnTo>
                      <a:pt x="719" y="371"/>
                    </a:lnTo>
                    <a:lnTo>
                      <a:pt x="728" y="353"/>
                    </a:lnTo>
                    <a:lnTo>
                      <a:pt x="710" y="348"/>
                    </a:lnTo>
                    <a:lnTo>
                      <a:pt x="715" y="340"/>
                    </a:lnTo>
                    <a:lnTo>
                      <a:pt x="684" y="326"/>
                    </a:lnTo>
                    <a:lnTo>
                      <a:pt x="688" y="317"/>
                    </a:lnTo>
                    <a:lnTo>
                      <a:pt x="719" y="331"/>
                    </a:lnTo>
                    <a:lnTo>
                      <a:pt x="724" y="317"/>
                    </a:lnTo>
                    <a:lnTo>
                      <a:pt x="706" y="304"/>
                    </a:lnTo>
                    <a:lnTo>
                      <a:pt x="724" y="304"/>
                    </a:lnTo>
                    <a:lnTo>
                      <a:pt x="724" y="290"/>
                    </a:lnTo>
                    <a:lnTo>
                      <a:pt x="710" y="281"/>
                    </a:lnTo>
                    <a:lnTo>
                      <a:pt x="684" y="268"/>
                    </a:lnTo>
                    <a:lnTo>
                      <a:pt x="693" y="259"/>
                    </a:lnTo>
                    <a:lnTo>
                      <a:pt x="719" y="277"/>
                    </a:lnTo>
                    <a:lnTo>
                      <a:pt x="733" y="259"/>
                    </a:lnTo>
                    <a:lnTo>
                      <a:pt x="746" y="264"/>
                    </a:lnTo>
                    <a:lnTo>
                      <a:pt x="746" y="241"/>
                    </a:lnTo>
                    <a:lnTo>
                      <a:pt x="733" y="237"/>
                    </a:lnTo>
                    <a:lnTo>
                      <a:pt x="719" y="241"/>
                    </a:lnTo>
                    <a:lnTo>
                      <a:pt x="728" y="228"/>
                    </a:lnTo>
                    <a:lnTo>
                      <a:pt x="742" y="232"/>
                    </a:lnTo>
                    <a:lnTo>
                      <a:pt x="755" y="223"/>
                    </a:lnTo>
                    <a:lnTo>
                      <a:pt x="764" y="205"/>
                    </a:lnTo>
                    <a:lnTo>
                      <a:pt x="742" y="179"/>
                    </a:lnTo>
                    <a:lnTo>
                      <a:pt x="742" y="165"/>
                    </a:lnTo>
                    <a:lnTo>
                      <a:pt x="751" y="165"/>
                    </a:lnTo>
                    <a:lnTo>
                      <a:pt x="755" y="179"/>
                    </a:lnTo>
                    <a:lnTo>
                      <a:pt x="760" y="174"/>
                    </a:lnTo>
                    <a:lnTo>
                      <a:pt x="764" y="152"/>
                    </a:lnTo>
                    <a:lnTo>
                      <a:pt x="760" y="134"/>
                    </a:lnTo>
                    <a:lnTo>
                      <a:pt x="751" y="130"/>
                    </a:lnTo>
                    <a:lnTo>
                      <a:pt x="760" y="125"/>
                    </a:lnTo>
                    <a:lnTo>
                      <a:pt x="760" y="107"/>
                    </a:lnTo>
                    <a:lnTo>
                      <a:pt x="733" y="107"/>
                    </a:lnTo>
                    <a:lnTo>
                      <a:pt x="733" y="67"/>
                    </a:lnTo>
                    <a:lnTo>
                      <a:pt x="746" y="49"/>
                    </a:lnTo>
                    <a:lnTo>
                      <a:pt x="777" y="58"/>
                    </a:lnTo>
                    <a:lnTo>
                      <a:pt x="777" y="36"/>
                    </a:lnTo>
                    <a:lnTo>
                      <a:pt x="751" y="27"/>
                    </a:lnTo>
                    <a:lnTo>
                      <a:pt x="751" y="4"/>
                    </a:lnTo>
                    <a:lnTo>
                      <a:pt x="764" y="13"/>
                    </a:lnTo>
                    <a:lnTo>
                      <a:pt x="773" y="9"/>
                    </a:lnTo>
                    <a:lnTo>
                      <a:pt x="755" y="0"/>
                    </a:lnTo>
                    <a:lnTo>
                      <a:pt x="0" y="0"/>
                    </a:lnTo>
                    <a:close/>
                    <a:moveTo>
                      <a:pt x="264" y="420"/>
                    </a:moveTo>
                    <a:lnTo>
                      <a:pt x="255" y="424"/>
                    </a:lnTo>
                    <a:lnTo>
                      <a:pt x="255" y="447"/>
                    </a:lnTo>
                    <a:lnTo>
                      <a:pt x="264" y="451"/>
                    </a:lnTo>
                    <a:lnTo>
                      <a:pt x="273" y="460"/>
                    </a:lnTo>
                    <a:lnTo>
                      <a:pt x="291" y="451"/>
                    </a:lnTo>
                    <a:lnTo>
                      <a:pt x="295" y="438"/>
                    </a:lnTo>
                    <a:lnTo>
                      <a:pt x="286" y="433"/>
                    </a:lnTo>
                    <a:lnTo>
                      <a:pt x="277" y="424"/>
                    </a:lnTo>
                    <a:lnTo>
                      <a:pt x="264" y="420"/>
                    </a:lnTo>
                    <a:close/>
                  </a:path>
                </a:pathLst>
              </a:custGeom>
              <a:grpFill/>
              <a:ln w="9525" cmpd="sng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>
                  <a:latin typeface="Delivery" panose="020F0503020204020204" pitchFamily="34" charset="0"/>
                </a:endParaRPr>
              </a:p>
            </p:txBody>
          </p:sp>
          <p:grpSp>
            <p:nvGrpSpPr>
              <p:cNvPr id="12" name="Group 164">
                <a:extLst>
                  <a:ext uri="{FF2B5EF4-FFF2-40B4-BE49-F238E27FC236}">
                    <a16:creationId xmlns:a16="http://schemas.microsoft.com/office/drawing/2014/main" id="{5775AF2D-74D0-00C7-54B1-465E1617DBAB}"/>
                  </a:ext>
                </a:extLst>
              </p:cNvPr>
              <p:cNvGrpSpPr>
                <a:grpSpLocks/>
              </p:cNvGrpSpPr>
              <p:nvPr/>
            </p:nvGrpSpPr>
            <p:grpSpPr bwMode="gray">
              <a:xfrm>
                <a:off x="6698448" y="4506280"/>
                <a:ext cx="1620128" cy="928204"/>
                <a:chOff x="4304" y="2940"/>
                <a:chExt cx="1068" cy="612"/>
              </a:xfrm>
              <a:grpFill/>
            </p:grpSpPr>
            <p:sp>
              <p:nvSpPr>
                <p:cNvPr id="53" name="Freeform 165">
                  <a:extLst>
                    <a:ext uri="{FF2B5EF4-FFF2-40B4-BE49-F238E27FC236}">
                      <a16:creationId xmlns:a16="http://schemas.microsoft.com/office/drawing/2014/main" id="{3981A915-966B-E91F-4425-9A3BD0CC0F1C}"/>
                    </a:ext>
                  </a:extLst>
                </p:cNvPr>
                <p:cNvSpPr>
                  <a:spLocks noEditPoints="1"/>
                </p:cNvSpPr>
                <p:nvPr/>
              </p:nvSpPr>
              <p:spPr bwMode="gray">
                <a:xfrm>
                  <a:off x="4304" y="2940"/>
                  <a:ext cx="581" cy="550"/>
                </a:xfrm>
                <a:custGeom>
                  <a:avLst/>
                  <a:gdLst>
                    <a:gd name="T0" fmla="*/ 116 w 581"/>
                    <a:gd name="T1" fmla="*/ 134 h 550"/>
                    <a:gd name="T2" fmla="*/ 54 w 581"/>
                    <a:gd name="T3" fmla="*/ 152 h 550"/>
                    <a:gd name="T4" fmla="*/ 13 w 581"/>
                    <a:gd name="T5" fmla="*/ 165 h 550"/>
                    <a:gd name="T6" fmla="*/ 4 w 581"/>
                    <a:gd name="T7" fmla="*/ 210 h 550"/>
                    <a:gd name="T8" fmla="*/ 9 w 581"/>
                    <a:gd name="T9" fmla="*/ 228 h 550"/>
                    <a:gd name="T10" fmla="*/ 13 w 581"/>
                    <a:gd name="T11" fmla="*/ 268 h 550"/>
                    <a:gd name="T12" fmla="*/ 40 w 581"/>
                    <a:gd name="T13" fmla="*/ 331 h 550"/>
                    <a:gd name="T14" fmla="*/ 31 w 581"/>
                    <a:gd name="T15" fmla="*/ 376 h 550"/>
                    <a:gd name="T16" fmla="*/ 80 w 581"/>
                    <a:gd name="T17" fmla="*/ 380 h 550"/>
                    <a:gd name="T18" fmla="*/ 147 w 581"/>
                    <a:gd name="T19" fmla="*/ 367 h 550"/>
                    <a:gd name="T20" fmla="*/ 259 w 581"/>
                    <a:gd name="T21" fmla="*/ 326 h 550"/>
                    <a:gd name="T22" fmla="*/ 304 w 581"/>
                    <a:gd name="T23" fmla="*/ 353 h 550"/>
                    <a:gd name="T24" fmla="*/ 322 w 581"/>
                    <a:gd name="T25" fmla="*/ 380 h 550"/>
                    <a:gd name="T26" fmla="*/ 331 w 581"/>
                    <a:gd name="T27" fmla="*/ 380 h 550"/>
                    <a:gd name="T28" fmla="*/ 357 w 581"/>
                    <a:gd name="T29" fmla="*/ 340 h 550"/>
                    <a:gd name="T30" fmla="*/ 344 w 581"/>
                    <a:gd name="T31" fmla="*/ 384 h 550"/>
                    <a:gd name="T32" fmla="*/ 353 w 581"/>
                    <a:gd name="T33" fmla="*/ 389 h 550"/>
                    <a:gd name="T34" fmla="*/ 357 w 581"/>
                    <a:gd name="T35" fmla="*/ 398 h 550"/>
                    <a:gd name="T36" fmla="*/ 353 w 581"/>
                    <a:gd name="T37" fmla="*/ 411 h 550"/>
                    <a:gd name="T38" fmla="*/ 375 w 581"/>
                    <a:gd name="T39" fmla="*/ 402 h 550"/>
                    <a:gd name="T40" fmla="*/ 380 w 581"/>
                    <a:gd name="T41" fmla="*/ 434 h 550"/>
                    <a:gd name="T42" fmla="*/ 447 w 581"/>
                    <a:gd name="T43" fmla="*/ 451 h 550"/>
                    <a:gd name="T44" fmla="*/ 469 w 581"/>
                    <a:gd name="T45" fmla="*/ 465 h 550"/>
                    <a:gd name="T46" fmla="*/ 478 w 581"/>
                    <a:gd name="T47" fmla="*/ 460 h 550"/>
                    <a:gd name="T48" fmla="*/ 532 w 581"/>
                    <a:gd name="T49" fmla="*/ 434 h 550"/>
                    <a:gd name="T50" fmla="*/ 554 w 581"/>
                    <a:gd name="T51" fmla="*/ 353 h 550"/>
                    <a:gd name="T52" fmla="*/ 572 w 581"/>
                    <a:gd name="T53" fmla="*/ 233 h 550"/>
                    <a:gd name="T54" fmla="*/ 536 w 581"/>
                    <a:gd name="T55" fmla="*/ 192 h 550"/>
                    <a:gd name="T56" fmla="*/ 532 w 581"/>
                    <a:gd name="T57" fmla="*/ 170 h 550"/>
                    <a:gd name="T58" fmla="*/ 518 w 581"/>
                    <a:gd name="T59" fmla="*/ 165 h 550"/>
                    <a:gd name="T60" fmla="*/ 482 w 581"/>
                    <a:gd name="T61" fmla="*/ 130 h 550"/>
                    <a:gd name="T62" fmla="*/ 465 w 581"/>
                    <a:gd name="T63" fmla="*/ 85 h 550"/>
                    <a:gd name="T64" fmla="*/ 442 w 581"/>
                    <a:gd name="T65" fmla="*/ 54 h 550"/>
                    <a:gd name="T66" fmla="*/ 424 w 581"/>
                    <a:gd name="T67" fmla="*/ 14 h 550"/>
                    <a:gd name="T68" fmla="*/ 411 w 581"/>
                    <a:gd name="T69" fmla="*/ 5 h 550"/>
                    <a:gd name="T70" fmla="*/ 398 w 581"/>
                    <a:gd name="T71" fmla="*/ 98 h 550"/>
                    <a:gd name="T72" fmla="*/ 322 w 581"/>
                    <a:gd name="T73" fmla="*/ 58 h 550"/>
                    <a:gd name="T74" fmla="*/ 331 w 581"/>
                    <a:gd name="T75" fmla="*/ 14 h 550"/>
                    <a:gd name="T76" fmla="*/ 277 w 581"/>
                    <a:gd name="T77" fmla="*/ 9 h 550"/>
                    <a:gd name="T78" fmla="*/ 272 w 581"/>
                    <a:gd name="T79" fmla="*/ 14 h 550"/>
                    <a:gd name="T80" fmla="*/ 255 w 581"/>
                    <a:gd name="T81" fmla="*/ 22 h 550"/>
                    <a:gd name="T82" fmla="*/ 228 w 581"/>
                    <a:gd name="T83" fmla="*/ 63 h 550"/>
                    <a:gd name="T84" fmla="*/ 214 w 581"/>
                    <a:gd name="T85" fmla="*/ 58 h 550"/>
                    <a:gd name="T86" fmla="*/ 183 w 581"/>
                    <a:gd name="T87" fmla="*/ 58 h 550"/>
                    <a:gd name="T88" fmla="*/ 161 w 581"/>
                    <a:gd name="T89" fmla="*/ 85 h 550"/>
                    <a:gd name="T90" fmla="*/ 147 w 581"/>
                    <a:gd name="T91" fmla="*/ 98 h 550"/>
                    <a:gd name="T92" fmla="*/ 130 w 581"/>
                    <a:gd name="T93" fmla="*/ 107 h 550"/>
                    <a:gd name="T94" fmla="*/ 465 w 581"/>
                    <a:gd name="T95" fmla="*/ 527 h 550"/>
                    <a:gd name="T96" fmla="*/ 487 w 581"/>
                    <a:gd name="T97" fmla="*/ 550 h 550"/>
                    <a:gd name="T98" fmla="*/ 496 w 581"/>
                    <a:gd name="T99" fmla="*/ 532 h 550"/>
                    <a:gd name="T100" fmla="*/ 505 w 581"/>
                    <a:gd name="T101" fmla="*/ 496 h 550"/>
                    <a:gd name="T102" fmla="*/ 474 w 581"/>
                    <a:gd name="T103" fmla="*/ 501 h 5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581" h="550">
                      <a:moveTo>
                        <a:pt x="130" y="107"/>
                      </a:moveTo>
                      <a:lnTo>
                        <a:pt x="134" y="107"/>
                      </a:lnTo>
                      <a:lnTo>
                        <a:pt x="116" y="134"/>
                      </a:lnTo>
                      <a:lnTo>
                        <a:pt x="80" y="143"/>
                      </a:lnTo>
                      <a:lnTo>
                        <a:pt x="63" y="152"/>
                      </a:lnTo>
                      <a:lnTo>
                        <a:pt x="54" y="152"/>
                      </a:lnTo>
                      <a:lnTo>
                        <a:pt x="27" y="165"/>
                      </a:lnTo>
                      <a:lnTo>
                        <a:pt x="13" y="183"/>
                      </a:lnTo>
                      <a:lnTo>
                        <a:pt x="13" y="165"/>
                      </a:lnTo>
                      <a:lnTo>
                        <a:pt x="9" y="179"/>
                      </a:lnTo>
                      <a:lnTo>
                        <a:pt x="9" y="197"/>
                      </a:lnTo>
                      <a:lnTo>
                        <a:pt x="4" y="210"/>
                      </a:lnTo>
                      <a:lnTo>
                        <a:pt x="18" y="233"/>
                      </a:lnTo>
                      <a:lnTo>
                        <a:pt x="18" y="241"/>
                      </a:lnTo>
                      <a:lnTo>
                        <a:pt x="9" y="228"/>
                      </a:lnTo>
                      <a:lnTo>
                        <a:pt x="0" y="228"/>
                      </a:lnTo>
                      <a:lnTo>
                        <a:pt x="4" y="241"/>
                      </a:lnTo>
                      <a:lnTo>
                        <a:pt x="13" y="268"/>
                      </a:lnTo>
                      <a:lnTo>
                        <a:pt x="31" y="291"/>
                      </a:lnTo>
                      <a:lnTo>
                        <a:pt x="31" y="308"/>
                      </a:lnTo>
                      <a:lnTo>
                        <a:pt x="40" y="331"/>
                      </a:lnTo>
                      <a:lnTo>
                        <a:pt x="36" y="358"/>
                      </a:lnTo>
                      <a:lnTo>
                        <a:pt x="27" y="362"/>
                      </a:lnTo>
                      <a:lnTo>
                        <a:pt x="31" y="376"/>
                      </a:lnTo>
                      <a:lnTo>
                        <a:pt x="54" y="389"/>
                      </a:lnTo>
                      <a:lnTo>
                        <a:pt x="76" y="389"/>
                      </a:lnTo>
                      <a:lnTo>
                        <a:pt x="80" y="380"/>
                      </a:lnTo>
                      <a:lnTo>
                        <a:pt x="94" y="380"/>
                      </a:lnTo>
                      <a:lnTo>
                        <a:pt x="98" y="367"/>
                      </a:lnTo>
                      <a:lnTo>
                        <a:pt x="147" y="367"/>
                      </a:lnTo>
                      <a:lnTo>
                        <a:pt x="156" y="353"/>
                      </a:lnTo>
                      <a:lnTo>
                        <a:pt x="228" y="331"/>
                      </a:lnTo>
                      <a:lnTo>
                        <a:pt x="259" y="326"/>
                      </a:lnTo>
                      <a:lnTo>
                        <a:pt x="272" y="335"/>
                      </a:lnTo>
                      <a:lnTo>
                        <a:pt x="290" y="340"/>
                      </a:lnTo>
                      <a:lnTo>
                        <a:pt x="304" y="353"/>
                      </a:lnTo>
                      <a:lnTo>
                        <a:pt x="308" y="344"/>
                      </a:lnTo>
                      <a:lnTo>
                        <a:pt x="322" y="376"/>
                      </a:lnTo>
                      <a:lnTo>
                        <a:pt x="322" y="380"/>
                      </a:lnTo>
                      <a:lnTo>
                        <a:pt x="326" y="389"/>
                      </a:lnTo>
                      <a:lnTo>
                        <a:pt x="335" y="389"/>
                      </a:lnTo>
                      <a:lnTo>
                        <a:pt x="331" y="380"/>
                      </a:lnTo>
                      <a:lnTo>
                        <a:pt x="339" y="367"/>
                      </a:lnTo>
                      <a:lnTo>
                        <a:pt x="353" y="358"/>
                      </a:lnTo>
                      <a:lnTo>
                        <a:pt x="357" y="340"/>
                      </a:lnTo>
                      <a:lnTo>
                        <a:pt x="357" y="358"/>
                      </a:lnTo>
                      <a:lnTo>
                        <a:pt x="348" y="371"/>
                      </a:lnTo>
                      <a:lnTo>
                        <a:pt x="344" y="384"/>
                      </a:lnTo>
                      <a:lnTo>
                        <a:pt x="339" y="393"/>
                      </a:lnTo>
                      <a:lnTo>
                        <a:pt x="339" y="393"/>
                      </a:lnTo>
                      <a:lnTo>
                        <a:pt x="353" y="389"/>
                      </a:lnTo>
                      <a:lnTo>
                        <a:pt x="357" y="376"/>
                      </a:lnTo>
                      <a:lnTo>
                        <a:pt x="362" y="393"/>
                      </a:lnTo>
                      <a:lnTo>
                        <a:pt x="357" y="398"/>
                      </a:lnTo>
                      <a:lnTo>
                        <a:pt x="344" y="398"/>
                      </a:lnTo>
                      <a:lnTo>
                        <a:pt x="339" y="407"/>
                      </a:lnTo>
                      <a:lnTo>
                        <a:pt x="353" y="411"/>
                      </a:lnTo>
                      <a:lnTo>
                        <a:pt x="357" y="407"/>
                      </a:lnTo>
                      <a:lnTo>
                        <a:pt x="371" y="398"/>
                      </a:lnTo>
                      <a:lnTo>
                        <a:pt x="375" y="402"/>
                      </a:lnTo>
                      <a:lnTo>
                        <a:pt x="371" y="402"/>
                      </a:lnTo>
                      <a:lnTo>
                        <a:pt x="380" y="425"/>
                      </a:lnTo>
                      <a:lnTo>
                        <a:pt x="380" y="434"/>
                      </a:lnTo>
                      <a:lnTo>
                        <a:pt x="406" y="451"/>
                      </a:lnTo>
                      <a:lnTo>
                        <a:pt x="438" y="460"/>
                      </a:lnTo>
                      <a:lnTo>
                        <a:pt x="447" y="451"/>
                      </a:lnTo>
                      <a:lnTo>
                        <a:pt x="460" y="451"/>
                      </a:lnTo>
                      <a:lnTo>
                        <a:pt x="460" y="456"/>
                      </a:lnTo>
                      <a:lnTo>
                        <a:pt x="469" y="465"/>
                      </a:lnTo>
                      <a:lnTo>
                        <a:pt x="474" y="474"/>
                      </a:lnTo>
                      <a:lnTo>
                        <a:pt x="478" y="469"/>
                      </a:lnTo>
                      <a:lnTo>
                        <a:pt x="478" y="460"/>
                      </a:lnTo>
                      <a:lnTo>
                        <a:pt x="505" y="443"/>
                      </a:lnTo>
                      <a:lnTo>
                        <a:pt x="518" y="443"/>
                      </a:lnTo>
                      <a:lnTo>
                        <a:pt x="532" y="434"/>
                      </a:lnTo>
                      <a:lnTo>
                        <a:pt x="532" y="420"/>
                      </a:lnTo>
                      <a:lnTo>
                        <a:pt x="545" y="393"/>
                      </a:lnTo>
                      <a:lnTo>
                        <a:pt x="554" y="353"/>
                      </a:lnTo>
                      <a:lnTo>
                        <a:pt x="572" y="340"/>
                      </a:lnTo>
                      <a:lnTo>
                        <a:pt x="581" y="273"/>
                      </a:lnTo>
                      <a:lnTo>
                        <a:pt x="572" y="233"/>
                      </a:lnTo>
                      <a:lnTo>
                        <a:pt x="558" y="201"/>
                      </a:lnTo>
                      <a:lnTo>
                        <a:pt x="545" y="201"/>
                      </a:lnTo>
                      <a:lnTo>
                        <a:pt x="536" y="192"/>
                      </a:lnTo>
                      <a:lnTo>
                        <a:pt x="541" y="192"/>
                      </a:lnTo>
                      <a:lnTo>
                        <a:pt x="541" y="179"/>
                      </a:lnTo>
                      <a:lnTo>
                        <a:pt x="532" y="170"/>
                      </a:lnTo>
                      <a:lnTo>
                        <a:pt x="532" y="183"/>
                      </a:lnTo>
                      <a:lnTo>
                        <a:pt x="523" y="183"/>
                      </a:lnTo>
                      <a:lnTo>
                        <a:pt x="518" y="165"/>
                      </a:lnTo>
                      <a:lnTo>
                        <a:pt x="509" y="152"/>
                      </a:lnTo>
                      <a:lnTo>
                        <a:pt x="509" y="148"/>
                      </a:lnTo>
                      <a:lnTo>
                        <a:pt x="482" y="130"/>
                      </a:lnTo>
                      <a:lnTo>
                        <a:pt x="474" y="112"/>
                      </a:lnTo>
                      <a:lnTo>
                        <a:pt x="474" y="90"/>
                      </a:lnTo>
                      <a:lnTo>
                        <a:pt x="465" y="85"/>
                      </a:lnTo>
                      <a:lnTo>
                        <a:pt x="465" y="63"/>
                      </a:lnTo>
                      <a:lnTo>
                        <a:pt x="451" y="49"/>
                      </a:lnTo>
                      <a:lnTo>
                        <a:pt x="442" y="54"/>
                      </a:lnTo>
                      <a:lnTo>
                        <a:pt x="433" y="40"/>
                      </a:lnTo>
                      <a:lnTo>
                        <a:pt x="438" y="27"/>
                      </a:lnTo>
                      <a:lnTo>
                        <a:pt x="424" y="14"/>
                      </a:lnTo>
                      <a:lnTo>
                        <a:pt x="424" y="0"/>
                      </a:lnTo>
                      <a:lnTo>
                        <a:pt x="415" y="0"/>
                      </a:lnTo>
                      <a:lnTo>
                        <a:pt x="411" y="5"/>
                      </a:lnTo>
                      <a:lnTo>
                        <a:pt x="406" y="40"/>
                      </a:lnTo>
                      <a:lnTo>
                        <a:pt x="406" y="72"/>
                      </a:lnTo>
                      <a:lnTo>
                        <a:pt x="398" y="98"/>
                      </a:lnTo>
                      <a:lnTo>
                        <a:pt x="384" y="103"/>
                      </a:lnTo>
                      <a:lnTo>
                        <a:pt x="339" y="76"/>
                      </a:lnTo>
                      <a:lnTo>
                        <a:pt x="322" y="58"/>
                      </a:lnTo>
                      <a:lnTo>
                        <a:pt x="326" y="45"/>
                      </a:lnTo>
                      <a:lnTo>
                        <a:pt x="339" y="22"/>
                      </a:lnTo>
                      <a:lnTo>
                        <a:pt x="331" y="14"/>
                      </a:lnTo>
                      <a:lnTo>
                        <a:pt x="317" y="18"/>
                      </a:lnTo>
                      <a:lnTo>
                        <a:pt x="295" y="18"/>
                      </a:lnTo>
                      <a:lnTo>
                        <a:pt x="277" y="9"/>
                      </a:lnTo>
                      <a:lnTo>
                        <a:pt x="241" y="9"/>
                      </a:lnTo>
                      <a:lnTo>
                        <a:pt x="241" y="18"/>
                      </a:lnTo>
                      <a:lnTo>
                        <a:pt x="272" y="14"/>
                      </a:lnTo>
                      <a:lnTo>
                        <a:pt x="281" y="22"/>
                      </a:lnTo>
                      <a:lnTo>
                        <a:pt x="277" y="27"/>
                      </a:lnTo>
                      <a:lnTo>
                        <a:pt x="255" y="22"/>
                      </a:lnTo>
                      <a:lnTo>
                        <a:pt x="232" y="49"/>
                      </a:lnTo>
                      <a:lnTo>
                        <a:pt x="241" y="72"/>
                      </a:lnTo>
                      <a:lnTo>
                        <a:pt x="228" y="63"/>
                      </a:lnTo>
                      <a:lnTo>
                        <a:pt x="219" y="63"/>
                      </a:lnTo>
                      <a:lnTo>
                        <a:pt x="214" y="72"/>
                      </a:lnTo>
                      <a:lnTo>
                        <a:pt x="214" y="58"/>
                      </a:lnTo>
                      <a:lnTo>
                        <a:pt x="205" y="45"/>
                      </a:lnTo>
                      <a:lnTo>
                        <a:pt x="188" y="45"/>
                      </a:lnTo>
                      <a:lnTo>
                        <a:pt x="183" y="58"/>
                      </a:lnTo>
                      <a:lnTo>
                        <a:pt x="179" y="54"/>
                      </a:lnTo>
                      <a:lnTo>
                        <a:pt x="165" y="67"/>
                      </a:lnTo>
                      <a:lnTo>
                        <a:pt x="161" y="85"/>
                      </a:lnTo>
                      <a:lnTo>
                        <a:pt x="152" y="81"/>
                      </a:lnTo>
                      <a:lnTo>
                        <a:pt x="147" y="81"/>
                      </a:lnTo>
                      <a:lnTo>
                        <a:pt x="147" y="98"/>
                      </a:lnTo>
                      <a:lnTo>
                        <a:pt x="138" y="81"/>
                      </a:lnTo>
                      <a:lnTo>
                        <a:pt x="130" y="94"/>
                      </a:lnTo>
                      <a:lnTo>
                        <a:pt x="130" y="107"/>
                      </a:lnTo>
                      <a:close/>
                      <a:moveTo>
                        <a:pt x="451" y="492"/>
                      </a:moveTo>
                      <a:lnTo>
                        <a:pt x="451" y="501"/>
                      </a:lnTo>
                      <a:lnTo>
                        <a:pt x="465" y="527"/>
                      </a:lnTo>
                      <a:lnTo>
                        <a:pt x="460" y="527"/>
                      </a:lnTo>
                      <a:lnTo>
                        <a:pt x="474" y="550"/>
                      </a:lnTo>
                      <a:lnTo>
                        <a:pt x="487" y="550"/>
                      </a:lnTo>
                      <a:lnTo>
                        <a:pt x="491" y="536"/>
                      </a:lnTo>
                      <a:lnTo>
                        <a:pt x="505" y="545"/>
                      </a:lnTo>
                      <a:lnTo>
                        <a:pt x="496" y="532"/>
                      </a:lnTo>
                      <a:lnTo>
                        <a:pt x="505" y="523"/>
                      </a:lnTo>
                      <a:lnTo>
                        <a:pt x="509" y="523"/>
                      </a:lnTo>
                      <a:lnTo>
                        <a:pt x="505" y="496"/>
                      </a:lnTo>
                      <a:lnTo>
                        <a:pt x="500" y="492"/>
                      </a:lnTo>
                      <a:lnTo>
                        <a:pt x="487" y="496"/>
                      </a:lnTo>
                      <a:lnTo>
                        <a:pt x="474" y="501"/>
                      </a:lnTo>
                      <a:lnTo>
                        <a:pt x="451" y="492"/>
                      </a:lnTo>
                      <a:close/>
                    </a:path>
                  </a:pathLst>
                </a:custGeom>
                <a:grpFill/>
                <a:ln w="9525" cmpd="sng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>
                    <a:latin typeface="Delivery" panose="020F0503020204020204" pitchFamily="34" charset="0"/>
                  </a:endParaRPr>
                </a:p>
              </p:txBody>
            </p:sp>
            <p:sp>
              <p:nvSpPr>
                <p:cNvPr id="54" name="Freeform 166">
                  <a:extLst>
                    <a:ext uri="{FF2B5EF4-FFF2-40B4-BE49-F238E27FC236}">
                      <a16:creationId xmlns:a16="http://schemas.microsoft.com/office/drawing/2014/main" id="{F5A7E368-B687-FD3D-AF20-16AFCE016F16}"/>
                    </a:ext>
                  </a:extLst>
                </p:cNvPr>
                <p:cNvSpPr>
                  <a:spLocks noEditPoints="1"/>
                </p:cNvSpPr>
                <p:nvPr/>
              </p:nvSpPr>
              <p:spPr bwMode="gray">
                <a:xfrm>
                  <a:off x="5220" y="3016"/>
                  <a:ext cx="40" cy="40"/>
                </a:xfrm>
                <a:custGeom>
                  <a:avLst/>
                  <a:gdLst>
                    <a:gd name="T0" fmla="*/ 0 w 40"/>
                    <a:gd name="T1" fmla="*/ 31 h 40"/>
                    <a:gd name="T2" fmla="*/ 4 w 40"/>
                    <a:gd name="T3" fmla="*/ 36 h 40"/>
                    <a:gd name="T4" fmla="*/ 9 w 40"/>
                    <a:gd name="T5" fmla="*/ 36 h 40"/>
                    <a:gd name="T6" fmla="*/ 18 w 40"/>
                    <a:gd name="T7" fmla="*/ 40 h 40"/>
                    <a:gd name="T8" fmla="*/ 22 w 40"/>
                    <a:gd name="T9" fmla="*/ 31 h 40"/>
                    <a:gd name="T10" fmla="*/ 22 w 40"/>
                    <a:gd name="T11" fmla="*/ 22 h 40"/>
                    <a:gd name="T12" fmla="*/ 13 w 40"/>
                    <a:gd name="T13" fmla="*/ 22 h 40"/>
                    <a:gd name="T14" fmla="*/ 4 w 40"/>
                    <a:gd name="T15" fmla="*/ 22 h 40"/>
                    <a:gd name="T16" fmla="*/ 0 w 40"/>
                    <a:gd name="T17" fmla="*/ 31 h 40"/>
                    <a:gd name="T18" fmla="*/ 40 w 40"/>
                    <a:gd name="T19" fmla="*/ 0 h 40"/>
                    <a:gd name="T20" fmla="*/ 22 w 40"/>
                    <a:gd name="T21" fmla="*/ 9 h 40"/>
                    <a:gd name="T22" fmla="*/ 22 w 40"/>
                    <a:gd name="T23" fmla="*/ 9 h 40"/>
                    <a:gd name="T24" fmla="*/ 22 w 40"/>
                    <a:gd name="T25" fmla="*/ 14 h 40"/>
                    <a:gd name="T26" fmla="*/ 40 w 40"/>
                    <a:gd name="T27" fmla="*/ 14 h 40"/>
                    <a:gd name="T28" fmla="*/ 40 w 40"/>
                    <a:gd name="T29" fmla="*/ 9 h 40"/>
                    <a:gd name="T30" fmla="*/ 35 w 40"/>
                    <a:gd name="T31" fmla="*/ 9 h 40"/>
                    <a:gd name="T32" fmla="*/ 40 w 40"/>
                    <a:gd name="T33" fmla="*/ 0 h 4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40" h="40">
                      <a:moveTo>
                        <a:pt x="0" y="31"/>
                      </a:moveTo>
                      <a:lnTo>
                        <a:pt x="4" y="36"/>
                      </a:lnTo>
                      <a:lnTo>
                        <a:pt x="9" y="36"/>
                      </a:lnTo>
                      <a:lnTo>
                        <a:pt x="18" y="40"/>
                      </a:lnTo>
                      <a:lnTo>
                        <a:pt x="22" y="31"/>
                      </a:lnTo>
                      <a:lnTo>
                        <a:pt x="22" y="22"/>
                      </a:lnTo>
                      <a:lnTo>
                        <a:pt x="13" y="22"/>
                      </a:lnTo>
                      <a:lnTo>
                        <a:pt x="4" y="22"/>
                      </a:lnTo>
                      <a:lnTo>
                        <a:pt x="0" y="31"/>
                      </a:lnTo>
                      <a:close/>
                      <a:moveTo>
                        <a:pt x="40" y="0"/>
                      </a:moveTo>
                      <a:lnTo>
                        <a:pt x="22" y="9"/>
                      </a:lnTo>
                      <a:lnTo>
                        <a:pt x="22" y="9"/>
                      </a:lnTo>
                      <a:lnTo>
                        <a:pt x="22" y="14"/>
                      </a:lnTo>
                      <a:lnTo>
                        <a:pt x="40" y="14"/>
                      </a:lnTo>
                      <a:lnTo>
                        <a:pt x="40" y="9"/>
                      </a:lnTo>
                      <a:lnTo>
                        <a:pt x="35" y="9"/>
                      </a:lnTo>
                      <a:lnTo>
                        <a:pt x="40" y="0"/>
                      </a:lnTo>
                      <a:close/>
                    </a:path>
                  </a:pathLst>
                </a:custGeom>
                <a:grpFill/>
                <a:ln w="9525" cmpd="sng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>
                    <a:latin typeface="Delivery" panose="020F0503020204020204" pitchFamily="34" charset="0"/>
                  </a:endParaRPr>
                </a:p>
              </p:txBody>
            </p:sp>
            <p:sp>
              <p:nvSpPr>
                <p:cNvPr id="55" name="Freeform 167">
                  <a:extLst>
                    <a:ext uri="{FF2B5EF4-FFF2-40B4-BE49-F238E27FC236}">
                      <a16:creationId xmlns:a16="http://schemas.microsoft.com/office/drawing/2014/main" id="{FAFB9D55-66B4-7A82-886B-6845C30DA74D}"/>
                    </a:ext>
                  </a:extLst>
                </p:cNvPr>
                <p:cNvSpPr>
                  <a:spLocks noEditPoints="1"/>
                </p:cNvSpPr>
                <p:nvPr/>
              </p:nvSpPr>
              <p:spPr bwMode="gray">
                <a:xfrm>
                  <a:off x="5068" y="3320"/>
                  <a:ext cx="174" cy="232"/>
                </a:xfrm>
                <a:custGeom>
                  <a:avLst/>
                  <a:gdLst>
                    <a:gd name="T0" fmla="*/ 85 w 174"/>
                    <a:gd name="T1" fmla="*/ 107 h 232"/>
                    <a:gd name="T2" fmla="*/ 76 w 174"/>
                    <a:gd name="T3" fmla="*/ 116 h 232"/>
                    <a:gd name="T4" fmla="*/ 76 w 174"/>
                    <a:gd name="T5" fmla="*/ 130 h 232"/>
                    <a:gd name="T6" fmla="*/ 71 w 174"/>
                    <a:gd name="T7" fmla="*/ 130 h 232"/>
                    <a:gd name="T8" fmla="*/ 62 w 174"/>
                    <a:gd name="T9" fmla="*/ 156 h 232"/>
                    <a:gd name="T10" fmla="*/ 27 w 174"/>
                    <a:gd name="T11" fmla="*/ 179 h 232"/>
                    <a:gd name="T12" fmla="*/ 0 w 174"/>
                    <a:gd name="T13" fmla="*/ 206 h 232"/>
                    <a:gd name="T14" fmla="*/ 0 w 174"/>
                    <a:gd name="T15" fmla="*/ 219 h 232"/>
                    <a:gd name="T16" fmla="*/ 4 w 174"/>
                    <a:gd name="T17" fmla="*/ 223 h 232"/>
                    <a:gd name="T18" fmla="*/ 18 w 174"/>
                    <a:gd name="T19" fmla="*/ 223 h 232"/>
                    <a:gd name="T20" fmla="*/ 40 w 174"/>
                    <a:gd name="T21" fmla="*/ 232 h 232"/>
                    <a:gd name="T22" fmla="*/ 49 w 174"/>
                    <a:gd name="T23" fmla="*/ 228 h 232"/>
                    <a:gd name="T24" fmla="*/ 62 w 174"/>
                    <a:gd name="T25" fmla="*/ 219 h 232"/>
                    <a:gd name="T26" fmla="*/ 71 w 174"/>
                    <a:gd name="T27" fmla="*/ 179 h 232"/>
                    <a:gd name="T28" fmla="*/ 94 w 174"/>
                    <a:gd name="T29" fmla="*/ 170 h 232"/>
                    <a:gd name="T30" fmla="*/ 89 w 174"/>
                    <a:gd name="T31" fmla="*/ 156 h 232"/>
                    <a:gd name="T32" fmla="*/ 98 w 174"/>
                    <a:gd name="T33" fmla="*/ 152 h 232"/>
                    <a:gd name="T34" fmla="*/ 107 w 174"/>
                    <a:gd name="T35" fmla="*/ 130 h 232"/>
                    <a:gd name="T36" fmla="*/ 103 w 174"/>
                    <a:gd name="T37" fmla="*/ 121 h 232"/>
                    <a:gd name="T38" fmla="*/ 98 w 174"/>
                    <a:gd name="T39" fmla="*/ 125 h 232"/>
                    <a:gd name="T40" fmla="*/ 85 w 174"/>
                    <a:gd name="T41" fmla="*/ 112 h 232"/>
                    <a:gd name="T42" fmla="*/ 94 w 174"/>
                    <a:gd name="T43" fmla="*/ 107 h 232"/>
                    <a:gd name="T44" fmla="*/ 85 w 174"/>
                    <a:gd name="T45" fmla="*/ 107 h 232"/>
                    <a:gd name="T46" fmla="*/ 174 w 174"/>
                    <a:gd name="T47" fmla="*/ 54 h 232"/>
                    <a:gd name="T48" fmla="*/ 165 w 174"/>
                    <a:gd name="T49" fmla="*/ 54 h 232"/>
                    <a:gd name="T50" fmla="*/ 156 w 174"/>
                    <a:gd name="T51" fmla="*/ 63 h 232"/>
                    <a:gd name="T52" fmla="*/ 134 w 174"/>
                    <a:gd name="T53" fmla="*/ 54 h 232"/>
                    <a:gd name="T54" fmla="*/ 134 w 174"/>
                    <a:gd name="T55" fmla="*/ 45 h 232"/>
                    <a:gd name="T56" fmla="*/ 129 w 174"/>
                    <a:gd name="T57" fmla="*/ 36 h 232"/>
                    <a:gd name="T58" fmla="*/ 125 w 174"/>
                    <a:gd name="T59" fmla="*/ 36 h 232"/>
                    <a:gd name="T60" fmla="*/ 125 w 174"/>
                    <a:gd name="T61" fmla="*/ 49 h 232"/>
                    <a:gd name="T62" fmla="*/ 120 w 174"/>
                    <a:gd name="T63" fmla="*/ 36 h 232"/>
                    <a:gd name="T64" fmla="*/ 112 w 174"/>
                    <a:gd name="T65" fmla="*/ 13 h 232"/>
                    <a:gd name="T66" fmla="*/ 98 w 174"/>
                    <a:gd name="T67" fmla="*/ 4 h 232"/>
                    <a:gd name="T68" fmla="*/ 89 w 174"/>
                    <a:gd name="T69" fmla="*/ 0 h 232"/>
                    <a:gd name="T70" fmla="*/ 89 w 174"/>
                    <a:gd name="T71" fmla="*/ 9 h 232"/>
                    <a:gd name="T72" fmla="*/ 107 w 174"/>
                    <a:gd name="T73" fmla="*/ 36 h 232"/>
                    <a:gd name="T74" fmla="*/ 116 w 174"/>
                    <a:gd name="T75" fmla="*/ 54 h 232"/>
                    <a:gd name="T76" fmla="*/ 112 w 174"/>
                    <a:gd name="T77" fmla="*/ 80 h 232"/>
                    <a:gd name="T78" fmla="*/ 103 w 174"/>
                    <a:gd name="T79" fmla="*/ 80 h 232"/>
                    <a:gd name="T80" fmla="*/ 103 w 174"/>
                    <a:gd name="T81" fmla="*/ 85 h 232"/>
                    <a:gd name="T82" fmla="*/ 120 w 174"/>
                    <a:gd name="T83" fmla="*/ 103 h 232"/>
                    <a:gd name="T84" fmla="*/ 116 w 174"/>
                    <a:gd name="T85" fmla="*/ 121 h 232"/>
                    <a:gd name="T86" fmla="*/ 112 w 174"/>
                    <a:gd name="T87" fmla="*/ 130 h 232"/>
                    <a:gd name="T88" fmla="*/ 125 w 174"/>
                    <a:gd name="T89" fmla="*/ 134 h 232"/>
                    <a:gd name="T90" fmla="*/ 152 w 174"/>
                    <a:gd name="T91" fmla="*/ 94 h 232"/>
                    <a:gd name="T92" fmla="*/ 147 w 174"/>
                    <a:gd name="T93" fmla="*/ 89 h 232"/>
                    <a:gd name="T94" fmla="*/ 161 w 174"/>
                    <a:gd name="T95" fmla="*/ 85 h 232"/>
                    <a:gd name="T96" fmla="*/ 165 w 174"/>
                    <a:gd name="T97" fmla="*/ 89 h 232"/>
                    <a:gd name="T98" fmla="*/ 165 w 174"/>
                    <a:gd name="T99" fmla="*/ 80 h 232"/>
                    <a:gd name="T100" fmla="*/ 170 w 174"/>
                    <a:gd name="T101" fmla="*/ 76 h 232"/>
                    <a:gd name="T102" fmla="*/ 174 w 174"/>
                    <a:gd name="T103" fmla="*/ 54 h 2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174" h="232">
                      <a:moveTo>
                        <a:pt x="85" y="107"/>
                      </a:moveTo>
                      <a:lnTo>
                        <a:pt x="76" y="116"/>
                      </a:lnTo>
                      <a:lnTo>
                        <a:pt x="76" y="130"/>
                      </a:lnTo>
                      <a:lnTo>
                        <a:pt x="71" y="130"/>
                      </a:lnTo>
                      <a:lnTo>
                        <a:pt x="62" y="156"/>
                      </a:lnTo>
                      <a:lnTo>
                        <a:pt x="27" y="179"/>
                      </a:lnTo>
                      <a:lnTo>
                        <a:pt x="0" y="206"/>
                      </a:lnTo>
                      <a:lnTo>
                        <a:pt x="0" y="219"/>
                      </a:lnTo>
                      <a:lnTo>
                        <a:pt x="4" y="223"/>
                      </a:lnTo>
                      <a:lnTo>
                        <a:pt x="18" y="223"/>
                      </a:lnTo>
                      <a:lnTo>
                        <a:pt x="40" y="232"/>
                      </a:lnTo>
                      <a:lnTo>
                        <a:pt x="49" y="228"/>
                      </a:lnTo>
                      <a:lnTo>
                        <a:pt x="62" y="219"/>
                      </a:lnTo>
                      <a:lnTo>
                        <a:pt x="71" y="179"/>
                      </a:lnTo>
                      <a:lnTo>
                        <a:pt x="94" y="170"/>
                      </a:lnTo>
                      <a:lnTo>
                        <a:pt x="89" y="156"/>
                      </a:lnTo>
                      <a:lnTo>
                        <a:pt x="98" y="152"/>
                      </a:lnTo>
                      <a:lnTo>
                        <a:pt x="107" y="130"/>
                      </a:lnTo>
                      <a:lnTo>
                        <a:pt x="103" y="121"/>
                      </a:lnTo>
                      <a:lnTo>
                        <a:pt x="98" y="125"/>
                      </a:lnTo>
                      <a:lnTo>
                        <a:pt x="85" y="112"/>
                      </a:lnTo>
                      <a:lnTo>
                        <a:pt x="94" y="107"/>
                      </a:lnTo>
                      <a:lnTo>
                        <a:pt x="85" y="107"/>
                      </a:lnTo>
                      <a:close/>
                      <a:moveTo>
                        <a:pt x="174" y="54"/>
                      </a:moveTo>
                      <a:lnTo>
                        <a:pt x="165" y="54"/>
                      </a:lnTo>
                      <a:lnTo>
                        <a:pt x="156" y="63"/>
                      </a:lnTo>
                      <a:lnTo>
                        <a:pt x="134" y="54"/>
                      </a:lnTo>
                      <a:lnTo>
                        <a:pt x="134" y="45"/>
                      </a:lnTo>
                      <a:lnTo>
                        <a:pt x="129" y="36"/>
                      </a:lnTo>
                      <a:lnTo>
                        <a:pt x="125" y="36"/>
                      </a:lnTo>
                      <a:lnTo>
                        <a:pt x="125" y="49"/>
                      </a:lnTo>
                      <a:lnTo>
                        <a:pt x="120" y="36"/>
                      </a:lnTo>
                      <a:lnTo>
                        <a:pt x="112" y="13"/>
                      </a:lnTo>
                      <a:lnTo>
                        <a:pt x="98" y="4"/>
                      </a:lnTo>
                      <a:lnTo>
                        <a:pt x="89" y="0"/>
                      </a:lnTo>
                      <a:lnTo>
                        <a:pt x="89" y="9"/>
                      </a:lnTo>
                      <a:lnTo>
                        <a:pt x="107" y="36"/>
                      </a:lnTo>
                      <a:lnTo>
                        <a:pt x="116" y="54"/>
                      </a:lnTo>
                      <a:lnTo>
                        <a:pt x="112" y="80"/>
                      </a:lnTo>
                      <a:lnTo>
                        <a:pt x="103" y="80"/>
                      </a:lnTo>
                      <a:lnTo>
                        <a:pt x="103" y="85"/>
                      </a:lnTo>
                      <a:lnTo>
                        <a:pt x="120" y="103"/>
                      </a:lnTo>
                      <a:lnTo>
                        <a:pt x="116" y="121"/>
                      </a:lnTo>
                      <a:lnTo>
                        <a:pt x="112" y="130"/>
                      </a:lnTo>
                      <a:lnTo>
                        <a:pt x="125" y="134"/>
                      </a:lnTo>
                      <a:lnTo>
                        <a:pt x="152" y="94"/>
                      </a:lnTo>
                      <a:lnTo>
                        <a:pt x="147" y="89"/>
                      </a:lnTo>
                      <a:lnTo>
                        <a:pt x="161" y="85"/>
                      </a:lnTo>
                      <a:lnTo>
                        <a:pt x="165" y="89"/>
                      </a:lnTo>
                      <a:lnTo>
                        <a:pt x="165" y="80"/>
                      </a:lnTo>
                      <a:lnTo>
                        <a:pt x="170" y="76"/>
                      </a:lnTo>
                      <a:lnTo>
                        <a:pt x="174" y="54"/>
                      </a:lnTo>
                      <a:close/>
                    </a:path>
                  </a:pathLst>
                </a:custGeom>
                <a:grpFill/>
                <a:ln w="9525" cmpd="sng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>
                    <a:latin typeface="Delivery" panose="020F0503020204020204" pitchFamily="34" charset="0"/>
                  </a:endParaRPr>
                </a:p>
              </p:txBody>
            </p:sp>
            <p:sp>
              <p:nvSpPr>
                <p:cNvPr id="56" name="Freeform 168">
                  <a:extLst>
                    <a:ext uri="{FF2B5EF4-FFF2-40B4-BE49-F238E27FC236}">
                      <a16:creationId xmlns:a16="http://schemas.microsoft.com/office/drawing/2014/main" id="{A5D533F7-BB5C-F76D-A763-C95619C1EC6D}"/>
                    </a:ext>
                  </a:extLst>
                </p:cNvPr>
                <p:cNvSpPr>
                  <a:spLocks noEditPoints="1"/>
                </p:cNvSpPr>
                <p:nvPr/>
              </p:nvSpPr>
              <p:spPr bwMode="gray">
                <a:xfrm>
                  <a:off x="5336" y="3070"/>
                  <a:ext cx="36" cy="40"/>
                </a:xfrm>
                <a:custGeom>
                  <a:avLst/>
                  <a:gdLst>
                    <a:gd name="T0" fmla="*/ 0 w 36"/>
                    <a:gd name="T1" fmla="*/ 40 h 40"/>
                    <a:gd name="T2" fmla="*/ 4 w 36"/>
                    <a:gd name="T3" fmla="*/ 40 h 40"/>
                    <a:gd name="T4" fmla="*/ 4 w 36"/>
                    <a:gd name="T5" fmla="*/ 40 h 40"/>
                    <a:gd name="T6" fmla="*/ 0 w 36"/>
                    <a:gd name="T7" fmla="*/ 40 h 40"/>
                    <a:gd name="T8" fmla="*/ 18 w 36"/>
                    <a:gd name="T9" fmla="*/ 27 h 40"/>
                    <a:gd name="T10" fmla="*/ 18 w 36"/>
                    <a:gd name="T11" fmla="*/ 31 h 40"/>
                    <a:gd name="T12" fmla="*/ 22 w 36"/>
                    <a:gd name="T13" fmla="*/ 27 h 40"/>
                    <a:gd name="T14" fmla="*/ 18 w 36"/>
                    <a:gd name="T15" fmla="*/ 27 h 40"/>
                    <a:gd name="T16" fmla="*/ 18 w 36"/>
                    <a:gd name="T17" fmla="*/ 13 h 40"/>
                    <a:gd name="T18" fmla="*/ 18 w 36"/>
                    <a:gd name="T19" fmla="*/ 18 h 40"/>
                    <a:gd name="T20" fmla="*/ 22 w 36"/>
                    <a:gd name="T21" fmla="*/ 13 h 40"/>
                    <a:gd name="T22" fmla="*/ 18 w 36"/>
                    <a:gd name="T23" fmla="*/ 13 h 40"/>
                    <a:gd name="T24" fmla="*/ 31 w 36"/>
                    <a:gd name="T25" fmla="*/ 13 h 40"/>
                    <a:gd name="T26" fmla="*/ 31 w 36"/>
                    <a:gd name="T27" fmla="*/ 13 h 40"/>
                    <a:gd name="T28" fmla="*/ 31 w 36"/>
                    <a:gd name="T29" fmla="*/ 13 h 40"/>
                    <a:gd name="T30" fmla="*/ 31 w 36"/>
                    <a:gd name="T31" fmla="*/ 13 h 40"/>
                    <a:gd name="T32" fmla="*/ 36 w 36"/>
                    <a:gd name="T33" fmla="*/ 0 h 40"/>
                    <a:gd name="T34" fmla="*/ 36 w 36"/>
                    <a:gd name="T35" fmla="*/ 0 h 40"/>
                    <a:gd name="T36" fmla="*/ 36 w 36"/>
                    <a:gd name="T37" fmla="*/ 0 h 40"/>
                    <a:gd name="T38" fmla="*/ 36 w 36"/>
                    <a:gd name="T39" fmla="*/ 0 h 4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36" h="40">
                      <a:moveTo>
                        <a:pt x="0" y="40"/>
                      </a:moveTo>
                      <a:lnTo>
                        <a:pt x="4" y="40"/>
                      </a:lnTo>
                      <a:lnTo>
                        <a:pt x="4" y="40"/>
                      </a:lnTo>
                      <a:lnTo>
                        <a:pt x="0" y="40"/>
                      </a:lnTo>
                      <a:close/>
                      <a:moveTo>
                        <a:pt x="18" y="27"/>
                      </a:moveTo>
                      <a:lnTo>
                        <a:pt x="18" y="31"/>
                      </a:lnTo>
                      <a:lnTo>
                        <a:pt x="22" y="27"/>
                      </a:lnTo>
                      <a:lnTo>
                        <a:pt x="18" y="27"/>
                      </a:lnTo>
                      <a:close/>
                      <a:moveTo>
                        <a:pt x="18" y="13"/>
                      </a:moveTo>
                      <a:lnTo>
                        <a:pt x="18" y="18"/>
                      </a:lnTo>
                      <a:lnTo>
                        <a:pt x="22" y="13"/>
                      </a:lnTo>
                      <a:lnTo>
                        <a:pt x="18" y="13"/>
                      </a:lnTo>
                      <a:close/>
                      <a:moveTo>
                        <a:pt x="31" y="13"/>
                      </a:moveTo>
                      <a:lnTo>
                        <a:pt x="31" y="13"/>
                      </a:lnTo>
                      <a:lnTo>
                        <a:pt x="31" y="13"/>
                      </a:lnTo>
                      <a:lnTo>
                        <a:pt x="31" y="13"/>
                      </a:lnTo>
                      <a:close/>
                      <a:moveTo>
                        <a:pt x="36" y="0"/>
                      </a:moveTo>
                      <a:lnTo>
                        <a:pt x="36" y="0"/>
                      </a:lnTo>
                      <a:lnTo>
                        <a:pt x="36" y="0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grpFill/>
                <a:ln w="9525" cmpd="sng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>
                    <a:latin typeface="Delivery" panose="020F0503020204020204" pitchFamily="34" charset="0"/>
                  </a:endParaRPr>
                </a:p>
              </p:txBody>
            </p:sp>
          </p:grpSp>
          <p:grpSp>
            <p:nvGrpSpPr>
              <p:cNvPr id="13" name="Group 169">
                <a:extLst>
                  <a:ext uri="{FF2B5EF4-FFF2-40B4-BE49-F238E27FC236}">
                    <a16:creationId xmlns:a16="http://schemas.microsoft.com/office/drawing/2014/main" id="{B8DF871F-A700-C533-F5B6-1C17EDB998CB}"/>
                  </a:ext>
                </a:extLst>
              </p:cNvPr>
              <p:cNvGrpSpPr>
                <a:grpSpLocks/>
              </p:cNvGrpSpPr>
              <p:nvPr/>
            </p:nvGrpSpPr>
            <p:grpSpPr bwMode="gray">
              <a:xfrm>
                <a:off x="3709991" y="1977983"/>
                <a:ext cx="1504831" cy="1647106"/>
                <a:chOff x="2379" y="1273"/>
                <a:chExt cx="992" cy="1086"/>
              </a:xfrm>
              <a:grpFill/>
            </p:grpSpPr>
            <p:sp>
              <p:nvSpPr>
                <p:cNvPr id="14" name="Freeform 170">
                  <a:extLst>
                    <a:ext uri="{FF2B5EF4-FFF2-40B4-BE49-F238E27FC236}">
                      <a16:creationId xmlns:a16="http://schemas.microsoft.com/office/drawing/2014/main" id="{9AF031A1-5830-E0EE-39E8-387C335B7A5E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3004" y="2091"/>
                  <a:ext cx="27" cy="63"/>
                </a:xfrm>
                <a:custGeom>
                  <a:avLst/>
                  <a:gdLst>
                    <a:gd name="T0" fmla="*/ 0 w 27"/>
                    <a:gd name="T1" fmla="*/ 13 h 63"/>
                    <a:gd name="T2" fmla="*/ 5 w 27"/>
                    <a:gd name="T3" fmla="*/ 13 h 63"/>
                    <a:gd name="T4" fmla="*/ 0 w 27"/>
                    <a:gd name="T5" fmla="*/ 18 h 63"/>
                    <a:gd name="T6" fmla="*/ 0 w 27"/>
                    <a:gd name="T7" fmla="*/ 36 h 63"/>
                    <a:gd name="T8" fmla="*/ 0 w 27"/>
                    <a:gd name="T9" fmla="*/ 40 h 63"/>
                    <a:gd name="T10" fmla="*/ 0 w 27"/>
                    <a:gd name="T11" fmla="*/ 45 h 63"/>
                    <a:gd name="T12" fmla="*/ 5 w 27"/>
                    <a:gd name="T13" fmla="*/ 54 h 63"/>
                    <a:gd name="T14" fmla="*/ 5 w 27"/>
                    <a:gd name="T15" fmla="*/ 58 h 63"/>
                    <a:gd name="T16" fmla="*/ 9 w 27"/>
                    <a:gd name="T17" fmla="*/ 63 h 63"/>
                    <a:gd name="T18" fmla="*/ 14 w 27"/>
                    <a:gd name="T19" fmla="*/ 63 h 63"/>
                    <a:gd name="T20" fmla="*/ 14 w 27"/>
                    <a:gd name="T21" fmla="*/ 54 h 63"/>
                    <a:gd name="T22" fmla="*/ 27 w 27"/>
                    <a:gd name="T23" fmla="*/ 40 h 63"/>
                    <a:gd name="T24" fmla="*/ 18 w 27"/>
                    <a:gd name="T25" fmla="*/ 36 h 63"/>
                    <a:gd name="T26" fmla="*/ 18 w 27"/>
                    <a:gd name="T27" fmla="*/ 13 h 63"/>
                    <a:gd name="T28" fmla="*/ 14 w 27"/>
                    <a:gd name="T29" fmla="*/ 13 h 63"/>
                    <a:gd name="T30" fmla="*/ 14 w 27"/>
                    <a:gd name="T31" fmla="*/ 5 h 63"/>
                    <a:gd name="T32" fmla="*/ 5 w 27"/>
                    <a:gd name="T33" fmla="*/ 0 h 63"/>
                    <a:gd name="T34" fmla="*/ 0 w 27"/>
                    <a:gd name="T35" fmla="*/ 13 h 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27" h="63">
                      <a:moveTo>
                        <a:pt x="0" y="13"/>
                      </a:moveTo>
                      <a:lnTo>
                        <a:pt x="5" y="13"/>
                      </a:lnTo>
                      <a:lnTo>
                        <a:pt x="0" y="18"/>
                      </a:lnTo>
                      <a:lnTo>
                        <a:pt x="0" y="36"/>
                      </a:lnTo>
                      <a:lnTo>
                        <a:pt x="0" y="40"/>
                      </a:lnTo>
                      <a:lnTo>
                        <a:pt x="0" y="45"/>
                      </a:lnTo>
                      <a:lnTo>
                        <a:pt x="5" y="54"/>
                      </a:lnTo>
                      <a:lnTo>
                        <a:pt x="5" y="58"/>
                      </a:lnTo>
                      <a:lnTo>
                        <a:pt x="9" y="63"/>
                      </a:lnTo>
                      <a:lnTo>
                        <a:pt x="14" y="63"/>
                      </a:lnTo>
                      <a:lnTo>
                        <a:pt x="14" y="54"/>
                      </a:lnTo>
                      <a:lnTo>
                        <a:pt x="27" y="40"/>
                      </a:lnTo>
                      <a:lnTo>
                        <a:pt x="18" y="36"/>
                      </a:lnTo>
                      <a:lnTo>
                        <a:pt x="18" y="13"/>
                      </a:lnTo>
                      <a:lnTo>
                        <a:pt x="14" y="13"/>
                      </a:lnTo>
                      <a:lnTo>
                        <a:pt x="14" y="5"/>
                      </a:lnTo>
                      <a:lnTo>
                        <a:pt x="5" y="0"/>
                      </a:lnTo>
                      <a:lnTo>
                        <a:pt x="0" y="13"/>
                      </a:lnTo>
                      <a:close/>
                    </a:path>
                  </a:pathLst>
                </a:custGeom>
                <a:grpFill/>
                <a:ln w="9525" cmpd="sng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>
                    <a:latin typeface="Delivery" panose="020F0503020204020204" pitchFamily="34" charset="0"/>
                  </a:endParaRPr>
                </a:p>
              </p:txBody>
            </p:sp>
            <p:sp>
              <p:nvSpPr>
                <p:cNvPr id="15" name="Freeform 171">
                  <a:extLst>
                    <a:ext uri="{FF2B5EF4-FFF2-40B4-BE49-F238E27FC236}">
                      <a16:creationId xmlns:a16="http://schemas.microsoft.com/office/drawing/2014/main" id="{C5CA80C7-D09D-3F74-0622-FB248E57FFB2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2866" y="1957"/>
                  <a:ext cx="107" cy="58"/>
                </a:xfrm>
                <a:custGeom>
                  <a:avLst/>
                  <a:gdLst>
                    <a:gd name="T0" fmla="*/ 0 w 107"/>
                    <a:gd name="T1" fmla="*/ 31 h 58"/>
                    <a:gd name="T2" fmla="*/ 0 w 107"/>
                    <a:gd name="T3" fmla="*/ 45 h 58"/>
                    <a:gd name="T4" fmla="*/ 0 w 107"/>
                    <a:gd name="T5" fmla="*/ 49 h 58"/>
                    <a:gd name="T6" fmla="*/ 9 w 107"/>
                    <a:gd name="T7" fmla="*/ 45 h 58"/>
                    <a:gd name="T8" fmla="*/ 9 w 107"/>
                    <a:gd name="T9" fmla="*/ 49 h 58"/>
                    <a:gd name="T10" fmla="*/ 18 w 107"/>
                    <a:gd name="T11" fmla="*/ 49 h 58"/>
                    <a:gd name="T12" fmla="*/ 22 w 107"/>
                    <a:gd name="T13" fmla="*/ 45 h 58"/>
                    <a:gd name="T14" fmla="*/ 36 w 107"/>
                    <a:gd name="T15" fmla="*/ 45 h 58"/>
                    <a:gd name="T16" fmla="*/ 40 w 107"/>
                    <a:gd name="T17" fmla="*/ 54 h 58"/>
                    <a:gd name="T18" fmla="*/ 54 w 107"/>
                    <a:gd name="T19" fmla="*/ 58 h 58"/>
                    <a:gd name="T20" fmla="*/ 67 w 107"/>
                    <a:gd name="T21" fmla="*/ 58 h 58"/>
                    <a:gd name="T22" fmla="*/ 76 w 107"/>
                    <a:gd name="T23" fmla="*/ 54 h 58"/>
                    <a:gd name="T24" fmla="*/ 89 w 107"/>
                    <a:gd name="T25" fmla="*/ 49 h 58"/>
                    <a:gd name="T26" fmla="*/ 94 w 107"/>
                    <a:gd name="T27" fmla="*/ 45 h 58"/>
                    <a:gd name="T28" fmla="*/ 94 w 107"/>
                    <a:gd name="T29" fmla="*/ 40 h 58"/>
                    <a:gd name="T30" fmla="*/ 94 w 107"/>
                    <a:gd name="T31" fmla="*/ 36 h 58"/>
                    <a:gd name="T32" fmla="*/ 94 w 107"/>
                    <a:gd name="T33" fmla="*/ 31 h 58"/>
                    <a:gd name="T34" fmla="*/ 103 w 107"/>
                    <a:gd name="T35" fmla="*/ 31 h 58"/>
                    <a:gd name="T36" fmla="*/ 107 w 107"/>
                    <a:gd name="T37" fmla="*/ 22 h 58"/>
                    <a:gd name="T38" fmla="*/ 107 w 107"/>
                    <a:gd name="T39" fmla="*/ 18 h 58"/>
                    <a:gd name="T40" fmla="*/ 107 w 107"/>
                    <a:gd name="T41" fmla="*/ 13 h 58"/>
                    <a:gd name="T42" fmla="*/ 103 w 107"/>
                    <a:gd name="T43" fmla="*/ 13 h 58"/>
                    <a:gd name="T44" fmla="*/ 98 w 107"/>
                    <a:gd name="T45" fmla="*/ 13 h 58"/>
                    <a:gd name="T46" fmla="*/ 98 w 107"/>
                    <a:gd name="T47" fmla="*/ 4 h 58"/>
                    <a:gd name="T48" fmla="*/ 76 w 107"/>
                    <a:gd name="T49" fmla="*/ 0 h 58"/>
                    <a:gd name="T50" fmla="*/ 67 w 107"/>
                    <a:gd name="T51" fmla="*/ 9 h 58"/>
                    <a:gd name="T52" fmla="*/ 58 w 107"/>
                    <a:gd name="T53" fmla="*/ 9 h 58"/>
                    <a:gd name="T54" fmla="*/ 54 w 107"/>
                    <a:gd name="T55" fmla="*/ 13 h 58"/>
                    <a:gd name="T56" fmla="*/ 45 w 107"/>
                    <a:gd name="T57" fmla="*/ 18 h 58"/>
                    <a:gd name="T58" fmla="*/ 40 w 107"/>
                    <a:gd name="T59" fmla="*/ 22 h 58"/>
                    <a:gd name="T60" fmla="*/ 49 w 107"/>
                    <a:gd name="T61" fmla="*/ 27 h 58"/>
                    <a:gd name="T62" fmla="*/ 45 w 107"/>
                    <a:gd name="T63" fmla="*/ 36 h 58"/>
                    <a:gd name="T64" fmla="*/ 40 w 107"/>
                    <a:gd name="T65" fmla="*/ 31 h 58"/>
                    <a:gd name="T66" fmla="*/ 22 w 107"/>
                    <a:gd name="T67" fmla="*/ 36 h 58"/>
                    <a:gd name="T68" fmla="*/ 0 w 107"/>
                    <a:gd name="T69" fmla="*/ 31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</a:cxnLst>
                  <a:rect l="0" t="0" r="r" b="b"/>
                  <a:pathLst>
                    <a:path w="107" h="58">
                      <a:moveTo>
                        <a:pt x="0" y="31"/>
                      </a:moveTo>
                      <a:lnTo>
                        <a:pt x="0" y="45"/>
                      </a:lnTo>
                      <a:lnTo>
                        <a:pt x="0" y="49"/>
                      </a:lnTo>
                      <a:lnTo>
                        <a:pt x="9" y="45"/>
                      </a:lnTo>
                      <a:lnTo>
                        <a:pt x="9" y="49"/>
                      </a:lnTo>
                      <a:lnTo>
                        <a:pt x="18" y="49"/>
                      </a:lnTo>
                      <a:lnTo>
                        <a:pt x="22" y="45"/>
                      </a:lnTo>
                      <a:lnTo>
                        <a:pt x="36" y="45"/>
                      </a:lnTo>
                      <a:lnTo>
                        <a:pt x="40" y="54"/>
                      </a:lnTo>
                      <a:lnTo>
                        <a:pt x="54" y="58"/>
                      </a:lnTo>
                      <a:lnTo>
                        <a:pt x="67" y="58"/>
                      </a:lnTo>
                      <a:lnTo>
                        <a:pt x="76" y="54"/>
                      </a:lnTo>
                      <a:lnTo>
                        <a:pt x="89" y="49"/>
                      </a:lnTo>
                      <a:lnTo>
                        <a:pt x="94" y="45"/>
                      </a:lnTo>
                      <a:lnTo>
                        <a:pt x="94" y="40"/>
                      </a:lnTo>
                      <a:lnTo>
                        <a:pt x="94" y="36"/>
                      </a:lnTo>
                      <a:lnTo>
                        <a:pt x="94" y="31"/>
                      </a:lnTo>
                      <a:lnTo>
                        <a:pt x="103" y="31"/>
                      </a:lnTo>
                      <a:lnTo>
                        <a:pt x="107" y="22"/>
                      </a:lnTo>
                      <a:lnTo>
                        <a:pt x="107" y="18"/>
                      </a:lnTo>
                      <a:lnTo>
                        <a:pt x="107" y="13"/>
                      </a:lnTo>
                      <a:lnTo>
                        <a:pt x="103" y="13"/>
                      </a:lnTo>
                      <a:lnTo>
                        <a:pt x="98" y="13"/>
                      </a:lnTo>
                      <a:lnTo>
                        <a:pt x="98" y="4"/>
                      </a:lnTo>
                      <a:lnTo>
                        <a:pt x="76" y="0"/>
                      </a:lnTo>
                      <a:lnTo>
                        <a:pt x="67" y="9"/>
                      </a:lnTo>
                      <a:lnTo>
                        <a:pt x="58" y="9"/>
                      </a:lnTo>
                      <a:lnTo>
                        <a:pt x="54" y="13"/>
                      </a:lnTo>
                      <a:lnTo>
                        <a:pt x="45" y="18"/>
                      </a:lnTo>
                      <a:lnTo>
                        <a:pt x="40" y="22"/>
                      </a:lnTo>
                      <a:lnTo>
                        <a:pt x="49" y="27"/>
                      </a:lnTo>
                      <a:lnTo>
                        <a:pt x="45" y="36"/>
                      </a:lnTo>
                      <a:lnTo>
                        <a:pt x="40" y="31"/>
                      </a:lnTo>
                      <a:lnTo>
                        <a:pt x="22" y="36"/>
                      </a:lnTo>
                      <a:lnTo>
                        <a:pt x="0" y="31"/>
                      </a:lnTo>
                      <a:close/>
                    </a:path>
                  </a:pathLst>
                </a:custGeom>
                <a:grpFill/>
                <a:ln w="9525" cmpd="sng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>
                    <a:latin typeface="Delivery" panose="020F0503020204020204" pitchFamily="34" charset="0"/>
                  </a:endParaRPr>
                </a:p>
              </p:txBody>
            </p:sp>
            <p:sp>
              <p:nvSpPr>
                <p:cNvPr id="16" name="Freeform 172">
                  <a:extLst>
                    <a:ext uri="{FF2B5EF4-FFF2-40B4-BE49-F238E27FC236}">
                      <a16:creationId xmlns:a16="http://schemas.microsoft.com/office/drawing/2014/main" id="{0ED2BE86-55D1-D7BC-C352-921CD9E474C5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2763" y="1899"/>
                  <a:ext cx="58" cy="49"/>
                </a:xfrm>
                <a:custGeom>
                  <a:avLst/>
                  <a:gdLst>
                    <a:gd name="T0" fmla="*/ 0 w 58"/>
                    <a:gd name="T1" fmla="*/ 9 h 49"/>
                    <a:gd name="T2" fmla="*/ 9 w 58"/>
                    <a:gd name="T3" fmla="*/ 22 h 49"/>
                    <a:gd name="T4" fmla="*/ 14 w 58"/>
                    <a:gd name="T5" fmla="*/ 22 h 49"/>
                    <a:gd name="T6" fmla="*/ 18 w 58"/>
                    <a:gd name="T7" fmla="*/ 27 h 49"/>
                    <a:gd name="T8" fmla="*/ 23 w 58"/>
                    <a:gd name="T9" fmla="*/ 27 h 49"/>
                    <a:gd name="T10" fmla="*/ 23 w 58"/>
                    <a:gd name="T11" fmla="*/ 36 h 49"/>
                    <a:gd name="T12" fmla="*/ 27 w 58"/>
                    <a:gd name="T13" fmla="*/ 36 h 49"/>
                    <a:gd name="T14" fmla="*/ 36 w 58"/>
                    <a:gd name="T15" fmla="*/ 31 h 49"/>
                    <a:gd name="T16" fmla="*/ 32 w 58"/>
                    <a:gd name="T17" fmla="*/ 40 h 49"/>
                    <a:gd name="T18" fmla="*/ 40 w 58"/>
                    <a:gd name="T19" fmla="*/ 45 h 49"/>
                    <a:gd name="T20" fmla="*/ 45 w 58"/>
                    <a:gd name="T21" fmla="*/ 49 h 49"/>
                    <a:gd name="T22" fmla="*/ 49 w 58"/>
                    <a:gd name="T23" fmla="*/ 49 h 49"/>
                    <a:gd name="T24" fmla="*/ 49 w 58"/>
                    <a:gd name="T25" fmla="*/ 45 h 49"/>
                    <a:gd name="T26" fmla="*/ 49 w 58"/>
                    <a:gd name="T27" fmla="*/ 36 h 49"/>
                    <a:gd name="T28" fmla="*/ 54 w 58"/>
                    <a:gd name="T29" fmla="*/ 36 h 49"/>
                    <a:gd name="T30" fmla="*/ 58 w 58"/>
                    <a:gd name="T31" fmla="*/ 27 h 49"/>
                    <a:gd name="T32" fmla="*/ 54 w 58"/>
                    <a:gd name="T33" fmla="*/ 18 h 49"/>
                    <a:gd name="T34" fmla="*/ 49 w 58"/>
                    <a:gd name="T35" fmla="*/ 18 h 49"/>
                    <a:gd name="T36" fmla="*/ 49 w 58"/>
                    <a:gd name="T37" fmla="*/ 13 h 49"/>
                    <a:gd name="T38" fmla="*/ 45 w 58"/>
                    <a:gd name="T39" fmla="*/ 9 h 49"/>
                    <a:gd name="T40" fmla="*/ 36 w 58"/>
                    <a:gd name="T41" fmla="*/ 9 h 49"/>
                    <a:gd name="T42" fmla="*/ 27 w 58"/>
                    <a:gd name="T43" fmla="*/ 0 h 49"/>
                    <a:gd name="T44" fmla="*/ 23 w 58"/>
                    <a:gd name="T45" fmla="*/ 9 h 49"/>
                    <a:gd name="T46" fmla="*/ 18 w 58"/>
                    <a:gd name="T47" fmla="*/ 9 h 49"/>
                    <a:gd name="T48" fmla="*/ 9 w 58"/>
                    <a:gd name="T49" fmla="*/ 9 h 49"/>
                    <a:gd name="T50" fmla="*/ 9 w 58"/>
                    <a:gd name="T51" fmla="*/ 4 h 49"/>
                    <a:gd name="T52" fmla="*/ 5 w 58"/>
                    <a:gd name="T53" fmla="*/ 4 h 49"/>
                    <a:gd name="T54" fmla="*/ 0 w 58"/>
                    <a:gd name="T55" fmla="*/ 9 h 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</a:cxnLst>
                  <a:rect l="0" t="0" r="r" b="b"/>
                  <a:pathLst>
                    <a:path w="58" h="49">
                      <a:moveTo>
                        <a:pt x="0" y="9"/>
                      </a:moveTo>
                      <a:lnTo>
                        <a:pt x="9" y="22"/>
                      </a:lnTo>
                      <a:lnTo>
                        <a:pt x="14" y="22"/>
                      </a:lnTo>
                      <a:lnTo>
                        <a:pt x="18" y="27"/>
                      </a:lnTo>
                      <a:lnTo>
                        <a:pt x="23" y="27"/>
                      </a:lnTo>
                      <a:lnTo>
                        <a:pt x="23" y="36"/>
                      </a:lnTo>
                      <a:lnTo>
                        <a:pt x="27" y="36"/>
                      </a:lnTo>
                      <a:lnTo>
                        <a:pt x="36" y="31"/>
                      </a:lnTo>
                      <a:lnTo>
                        <a:pt x="32" y="40"/>
                      </a:lnTo>
                      <a:lnTo>
                        <a:pt x="40" y="45"/>
                      </a:lnTo>
                      <a:lnTo>
                        <a:pt x="45" y="49"/>
                      </a:lnTo>
                      <a:lnTo>
                        <a:pt x="49" y="49"/>
                      </a:lnTo>
                      <a:lnTo>
                        <a:pt x="49" y="45"/>
                      </a:lnTo>
                      <a:lnTo>
                        <a:pt x="49" y="36"/>
                      </a:lnTo>
                      <a:lnTo>
                        <a:pt x="54" y="36"/>
                      </a:lnTo>
                      <a:lnTo>
                        <a:pt x="58" y="27"/>
                      </a:lnTo>
                      <a:lnTo>
                        <a:pt x="54" y="18"/>
                      </a:lnTo>
                      <a:lnTo>
                        <a:pt x="49" y="18"/>
                      </a:lnTo>
                      <a:lnTo>
                        <a:pt x="49" y="13"/>
                      </a:lnTo>
                      <a:lnTo>
                        <a:pt x="45" y="9"/>
                      </a:lnTo>
                      <a:lnTo>
                        <a:pt x="36" y="9"/>
                      </a:lnTo>
                      <a:lnTo>
                        <a:pt x="27" y="0"/>
                      </a:lnTo>
                      <a:lnTo>
                        <a:pt x="23" y="9"/>
                      </a:lnTo>
                      <a:lnTo>
                        <a:pt x="18" y="9"/>
                      </a:lnTo>
                      <a:lnTo>
                        <a:pt x="9" y="9"/>
                      </a:lnTo>
                      <a:lnTo>
                        <a:pt x="9" y="4"/>
                      </a:lnTo>
                      <a:lnTo>
                        <a:pt x="5" y="4"/>
                      </a:lnTo>
                      <a:lnTo>
                        <a:pt x="0" y="9"/>
                      </a:lnTo>
                      <a:close/>
                    </a:path>
                  </a:pathLst>
                </a:custGeom>
                <a:grpFill/>
                <a:ln w="9525" cmpd="sng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>
                    <a:latin typeface="Delivery" panose="020F0503020204020204" pitchFamily="34" charset="0"/>
                  </a:endParaRPr>
                </a:p>
              </p:txBody>
            </p:sp>
            <p:sp>
              <p:nvSpPr>
                <p:cNvPr id="17" name="Freeform 173">
                  <a:extLst>
                    <a:ext uri="{FF2B5EF4-FFF2-40B4-BE49-F238E27FC236}">
                      <a16:creationId xmlns:a16="http://schemas.microsoft.com/office/drawing/2014/main" id="{C087C004-474B-D76F-83B3-3E7430C98023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2946" y="2037"/>
                  <a:ext cx="58" cy="50"/>
                </a:xfrm>
                <a:custGeom>
                  <a:avLst/>
                  <a:gdLst>
                    <a:gd name="T0" fmla="*/ 32 w 58"/>
                    <a:gd name="T1" fmla="*/ 45 h 50"/>
                    <a:gd name="T2" fmla="*/ 32 w 58"/>
                    <a:gd name="T3" fmla="*/ 45 h 50"/>
                    <a:gd name="T4" fmla="*/ 36 w 58"/>
                    <a:gd name="T5" fmla="*/ 45 h 50"/>
                    <a:gd name="T6" fmla="*/ 45 w 58"/>
                    <a:gd name="T7" fmla="*/ 50 h 50"/>
                    <a:gd name="T8" fmla="*/ 45 w 58"/>
                    <a:gd name="T9" fmla="*/ 50 h 50"/>
                    <a:gd name="T10" fmla="*/ 45 w 58"/>
                    <a:gd name="T11" fmla="*/ 50 h 50"/>
                    <a:gd name="T12" fmla="*/ 45 w 58"/>
                    <a:gd name="T13" fmla="*/ 45 h 50"/>
                    <a:gd name="T14" fmla="*/ 45 w 58"/>
                    <a:gd name="T15" fmla="*/ 45 h 50"/>
                    <a:gd name="T16" fmla="*/ 45 w 58"/>
                    <a:gd name="T17" fmla="*/ 41 h 50"/>
                    <a:gd name="T18" fmla="*/ 50 w 58"/>
                    <a:gd name="T19" fmla="*/ 36 h 50"/>
                    <a:gd name="T20" fmla="*/ 50 w 58"/>
                    <a:gd name="T21" fmla="*/ 36 h 50"/>
                    <a:gd name="T22" fmla="*/ 50 w 58"/>
                    <a:gd name="T23" fmla="*/ 36 h 50"/>
                    <a:gd name="T24" fmla="*/ 50 w 58"/>
                    <a:gd name="T25" fmla="*/ 32 h 50"/>
                    <a:gd name="T26" fmla="*/ 54 w 58"/>
                    <a:gd name="T27" fmla="*/ 32 h 50"/>
                    <a:gd name="T28" fmla="*/ 58 w 58"/>
                    <a:gd name="T29" fmla="*/ 27 h 50"/>
                    <a:gd name="T30" fmla="*/ 54 w 58"/>
                    <a:gd name="T31" fmla="*/ 23 h 50"/>
                    <a:gd name="T32" fmla="*/ 58 w 58"/>
                    <a:gd name="T33" fmla="*/ 23 h 50"/>
                    <a:gd name="T34" fmla="*/ 58 w 58"/>
                    <a:gd name="T35" fmla="*/ 23 h 50"/>
                    <a:gd name="T36" fmla="*/ 50 w 58"/>
                    <a:gd name="T37" fmla="*/ 18 h 50"/>
                    <a:gd name="T38" fmla="*/ 50 w 58"/>
                    <a:gd name="T39" fmla="*/ 14 h 50"/>
                    <a:gd name="T40" fmla="*/ 54 w 58"/>
                    <a:gd name="T41" fmla="*/ 9 h 50"/>
                    <a:gd name="T42" fmla="*/ 54 w 58"/>
                    <a:gd name="T43" fmla="*/ 5 h 50"/>
                    <a:gd name="T44" fmla="*/ 50 w 58"/>
                    <a:gd name="T45" fmla="*/ 5 h 50"/>
                    <a:gd name="T46" fmla="*/ 45 w 58"/>
                    <a:gd name="T47" fmla="*/ 5 h 50"/>
                    <a:gd name="T48" fmla="*/ 45 w 58"/>
                    <a:gd name="T49" fmla="*/ 5 h 50"/>
                    <a:gd name="T50" fmla="*/ 41 w 58"/>
                    <a:gd name="T51" fmla="*/ 0 h 50"/>
                    <a:gd name="T52" fmla="*/ 36 w 58"/>
                    <a:gd name="T53" fmla="*/ 0 h 50"/>
                    <a:gd name="T54" fmla="*/ 32 w 58"/>
                    <a:gd name="T55" fmla="*/ 5 h 50"/>
                    <a:gd name="T56" fmla="*/ 23 w 58"/>
                    <a:gd name="T57" fmla="*/ 0 h 50"/>
                    <a:gd name="T58" fmla="*/ 18 w 58"/>
                    <a:gd name="T59" fmla="*/ 0 h 50"/>
                    <a:gd name="T60" fmla="*/ 18 w 58"/>
                    <a:gd name="T61" fmla="*/ 0 h 50"/>
                    <a:gd name="T62" fmla="*/ 14 w 58"/>
                    <a:gd name="T63" fmla="*/ 0 h 50"/>
                    <a:gd name="T64" fmla="*/ 9 w 58"/>
                    <a:gd name="T65" fmla="*/ 5 h 50"/>
                    <a:gd name="T66" fmla="*/ 5 w 58"/>
                    <a:gd name="T67" fmla="*/ 0 h 50"/>
                    <a:gd name="T68" fmla="*/ 5 w 58"/>
                    <a:gd name="T69" fmla="*/ 0 h 50"/>
                    <a:gd name="T70" fmla="*/ 0 w 58"/>
                    <a:gd name="T71" fmla="*/ 9 h 50"/>
                    <a:gd name="T72" fmla="*/ 5 w 58"/>
                    <a:gd name="T73" fmla="*/ 9 h 50"/>
                    <a:gd name="T74" fmla="*/ 9 w 58"/>
                    <a:gd name="T75" fmla="*/ 18 h 50"/>
                    <a:gd name="T76" fmla="*/ 9 w 58"/>
                    <a:gd name="T77" fmla="*/ 23 h 50"/>
                    <a:gd name="T78" fmla="*/ 23 w 58"/>
                    <a:gd name="T79" fmla="*/ 36 h 50"/>
                    <a:gd name="T80" fmla="*/ 27 w 58"/>
                    <a:gd name="T81" fmla="*/ 36 h 50"/>
                    <a:gd name="T82" fmla="*/ 27 w 58"/>
                    <a:gd name="T83" fmla="*/ 36 h 50"/>
                    <a:gd name="T84" fmla="*/ 32 w 58"/>
                    <a:gd name="T85" fmla="*/ 45 h 50"/>
                    <a:gd name="T86" fmla="*/ 32 w 58"/>
                    <a:gd name="T87" fmla="*/ 45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</a:cxnLst>
                  <a:rect l="0" t="0" r="r" b="b"/>
                  <a:pathLst>
                    <a:path w="58" h="50">
                      <a:moveTo>
                        <a:pt x="32" y="45"/>
                      </a:moveTo>
                      <a:lnTo>
                        <a:pt x="32" y="45"/>
                      </a:lnTo>
                      <a:lnTo>
                        <a:pt x="36" y="45"/>
                      </a:lnTo>
                      <a:lnTo>
                        <a:pt x="45" y="50"/>
                      </a:lnTo>
                      <a:lnTo>
                        <a:pt x="45" y="50"/>
                      </a:lnTo>
                      <a:lnTo>
                        <a:pt x="45" y="50"/>
                      </a:lnTo>
                      <a:lnTo>
                        <a:pt x="45" y="45"/>
                      </a:lnTo>
                      <a:lnTo>
                        <a:pt x="45" y="45"/>
                      </a:lnTo>
                      <a:lnTo>
                        <a:pt x="45" y="41"/>
                      </a:lnTo>
                      <a:lnTo>
                        <a:pt x="50" y="36"/>
                      </a:lnTo>
                      <a:lnTo>
                        <a:pt x="50" y="36"/>
                      </a:lnTo>
                      <a:lnTo>
                        <a:pt x="50" y="36"/>
                      </a:lnTo>
                      <a:lnTo>
                        <a:pt x="50" y="32"/>
                      </a:lnTo>
                      <a:lnTo>
                        <a:pt x="54" y="32"/>
                      </a:lnTo>
                      <a:lnTo>
                        <a:pt x="58" y="27"/>
                      </a:lnTo>
                      <a:lnTo>
                        <a:pt x="54" y="23"/>
                      </a:lnTo>
                      <a:lnTo>
                        <a:pt x="58" y="23"/>
                      </a:lnTo>
                      <a:lnTo>
                        <a:pt x="58" y="23"/>
                      </a:lnTo>
                      <a:lnTo>
                        <a:pt x="50" y="18"/>
                      </a:lnTo>
                      <a:lnTo>
                        <a:pt x="50" y="14"/>
                      </a:lnTo>
                      <a:lnTo>
                        <a:pt x="54" y="9"/>
                      </a:lnTo>
                      <a:lnTo>
                        <a:pt x="54" y="5"/>
                      </a:lnTo>
                      <a:lnTo>
                        <a:pt x="50" y="5"/>
                      </a:lnTo>
                      <a:lnTo>
                        <a:pt x="45" y="5"/>
                      </a:lnTo>
                      <a:lnTo>
                        <a:pt x="45" y="5"/>
                      </a:lnTo>
                      <a:lnTo>
                        <a:pt x="41" y="0"/>
                      </a:lnTo>
                      <a:lnTo>
                        <a:pt x="36" y="0"/>
                      </a:lnTo>
                      <a:lnTo>
                        <a:pt x="32" y="5"/>
                      </a:lnTo>
                      <a:lnTo>
                        <a:pt x="23" y="0"/>
                      </a:lnTo>
                      <a:lnTo>
                        <a:pt x="18" y="0"/>
                      </a:lnTo>
                      <a:lnTo>
                        <a:pt x="18" y="0"/>
                      </a:lnTo>
                      <a:lnTo>
                        <a:pt x="14" y="0"/>
                      </a:lnTo>
                      <a:lnTo>
                        <a:pt x="9" y="5"/>
                      </a:lnTo>
                      <a:lnTo>
                        <a:pt x="5" y="0"/>
                      </a:lnTo>
                      <a:lnTo>
                        <a:pt x="5" y="0"/>
                      </a:lnTo>
                      <a:lnTo>
                        <a:pt x="0" y="9"/>
                      </a:lnTo>
                      <a:lnTo>
                        <a:pt x="5" y="9"/>
                      </a:lnTo>
                      <a:lnTo>
                        <a:pt x="9" y="18"/>
                      </a:lnTo>
                      <a:lnTo>
                        <a:pt x="9" y="23"/>
                      </a:lnTo>
                      <a:lnTo>
                        <a:pt x="23" y="36"/>
                      </a:lnTo>
                      <a:lnTo>
                        <a:pt x="27" y="36"/>
                      </a:lnTo>
                      <a:lnTo>
                        <a:pt x="27" y="36"/>
                      </a:lnTo>
                      <a:lnTo>
                        <a:pt x="32" y="45"/>
                      </a:lnTo>
                      <a:lnTo>
                        <a:pt x="32" y="45"/>
                      </a:lnTo>
                      <a:close/>
                    </a:path>
                  </a:pathLst>
                </a:custGeom>
                <a:grpFill/>
                <a:ln w="9525" cmpd="sng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>
                    <a:latin typeface="Delivery" panose="020F0503020204020204" pitchFamily="34" charset="0"/>
                  </a:endParaRPr>
                </a:p>
              </p:txBody>
            </p:sp>
            <p:sp>
              <p:nvSpPr>
                <p:cNvPr id="18" name="Freeform 174">
                  <a:extLst>
                    <a:ext uri="{FF2B5EF4-FFF2-40B4-BE49-F238E27FC236}">
                      <a16:creationId xmlns:a16="http://schemas.microsoft.com/office/drawing/2014/main" id="{1AAB05C7-C473-44CB-B81E-38199921DE82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3045" y="2055"/>
                  <a:ext cx="89" cy="63"/>
                </a:xfrm>
                <a:custGeom>
                  <a:avLst/>
                  <a:gdLst>
                    <a:gd name="T0" fmla="*/ 4 w 89"/>
                    <a:gd name="T1" fmla="*/ 0 h 63"/>
                    <a:gd name="T2" fmla="*/ 0 w 89"/>
                    <a:gd name="T3" fmla="*/ 18 h 63"/>
                    <a:gd name="T4" fmla="*/ 13 w 89"/>
                    <a:gd name="T5" fmla="*/ 27 h 63"/>
                    <a:gd name="T6" fmla="*/ 13 w 89"/>
                    <a:gd name="T7" fmla="*/ 32 h 63"/>
                    <a:gd name="T8" fmla="*/ 4 w 89"/>
                    <a:gd name="T9" fmla="*/ 36 h 63"/>
                    <a:gd name="T10" fmla="*/ 4 w 89"/>
                    <a:gd name="T11" fmla="*/ 45 h 63"/>
                    <a:gd name="T12" fmla="*/ 13 w 89"/>
                    <a:gd name="T13" fmla="*/ 49 h 63"/>
                    <a:gd name="T14" fmla="*/ 13 w 89"/>
                    <a:gd name="T15" fmla="*/ 63 h 63"/>
                    <a:gd name="T16" fmla="*/ 22 w 89"/>
                    <a:gd name="T17" fmla="*/ 63 h 63"/>
                    <a:gd name="T18" fmla="*/ 31 w 89"/>
                    <a:gd name="T19" fmla="*/ 58 h 63"/>
                    <a:gd name="T20" fmla="*/ 40 w 89"/>
                    <a:gd name="T21" fmla="*/ 63 h 63"/>
                    <a:gd name="T22" fmla="*/ 53 w 89"/>
                    <a:gd name="T23" fmla="*/ 63 h 63"/>
                    <a:gd name="T24" fmla="*/ 53 w 89"/>
                    <a:gd name="T25" fmla="*/ 54 h 63"/>
                    <a:gd name="T26" fmla="*/ 71 w 89"/>
                    <a:gd name="T27" fmla="*/ 45 h 63"/>
                    <a:gd name="T28" fmla="*/ 76 w 89"/>
                    <a:gd name="T29" fmla="*/ 49 h 63"/>
                    <a:gd name="T30" fmla="*/ 85 w 89"/>
                    <a:gd name="T31" fmla="*/ 49 h 63"/>
                    <a:gd name="T32" fmla="*/ 80 w 89"/>
                    <a:gd name="T33" fmla="*/ 36 h 63"/>
                    <a:gd name="T34" fmla="*/ 76 w 89"/>
                    <a:gd name="T35" fmla="*/ 36 h 63"/>
                    <a:gd name="T36" fmla="*/ 80 w 89"/>
                    <a:gd name="T37" fmla="*/ 32 h 63"/>
                    <a:gd name="T38" fmla="*/ 80 w 89"/>
                    <a:gd name="T39" fmla="*/ 18 h 63"/>
                    <a:gd name="T40" fmla="*/ 89 w 89"/>
                    <a:gd name="T41" fmla="*/ 18 h 63"/>
                    <a:gd name="T42" fmla="*/ 89 w 89"/>
                    <a:gd name="T43" fmla="*/ 14 h 63"/>
                    <a:gd name="T44" fmla="*/ 71 w 89"/>
                    <a:gd name="T45" fmla="*/ 5 h 63"/>
                    <a:gd name="T46" fmla="*/ 58 w 89"/>
                    <a:gd name="T47" fmla="*/ 9 h 63"/>
                    <a:gd name="T48" fmla="*/ 49 w 89"/>
                    <a:gd name="T49" fmla="*/ 18 h 63"/>
                    <a:gd name="T50" fmla="*/ 35 w 89"/>
                    <a:gd name="T51" fmla="*/ 18 h 63"/>
                    <a:gd name="T52" fmla="*/ 22 w 89"/>
                    <a:gd name="T53" fmla="*/ 14 h 63"/>
                    <a:gd name="T54" fmla="*/ 9 w 89"/>
                    <a:gd name="T55" fmla="*/ 9 h 63"/>
                    <a:gd name="T56" fmla="*/ 9 w 89"/>
                    <a:gd name="T57" fmla="*/ 0 h 63"/>
                    <a:gd name="T58" fmla="*/ 4 w 89"/>
                    <a:gd name="T59" fmla="*/ 0 h 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</a:cxnLst>
                  <a:rect l="0" t="0" r="r" b="b"/>
                  <a:pathLst>
                    <a:path w="89" h="63">
                      <a:moveTo>
                        <a:pt x="4" y="0"/>
                      </a:moveTo>
                      <a:lnTo>
                        <a:pt x="0" y="18"/>
                      </a:lnTo>
                      <a:lnTo>
                        <a:pt x="13" y="27"/>
                      </a:lnTo>
                      <a:lnTo>
                        <a:pt x="13" y="32"/>
                      </a:lnTo>
                      <a:lnTo>
                        <a:pt x="4" y="36"/>
                      </a:lnTo>
                      <a:lnTo>
                        <a:pt x="4" y="45"/>
                      </a:lnTo>
                      <a:lnTo>
                        <a:pt x="13" y="49"/>
                      </a:lnTo>
                      <a:lnTo>
                        <a:pt x="13" y="63"/>
                      </a:lnTo>
                      <a:lnTo>
                        <a:pt x="22" y="63"/>
                      </a:lnTo>
                      <a:lnTo>
                        <a:pt x="31" y="58"/>
                      </a:lnTo>
                      <a:lnTo>
                        <a:pt x="40" y="63"/>
                      </a:lnTo>
                      <a:lnTo>
                        <a:pt x="53" y="63"/>
                      </a:lnTo>
                      <a:lnTo>
                        <a:pt x="53" y="54"/>
                      </a:lnTo>
                      <a:lnTo>
                        <a:pt x="71" y="45"/>
                      </a:lnTo>
                      <a:lnTo>
                        <a:pt x="76" y="49"/>
                      </a:lnTo>
                      <a:lnTo>
                        <a:pt x="85" y="49"/>
                      </a:lnTo>
                      <a:lnTo>
                        <a:pt x="80" y="36"/>
                      </a:lnTo>
                      <a:lnTo>
                        <a:pt x="76" y="36"/>
                      </a:lnTo>
                      <a:lnTo>
                        <a:pt x="80" y="32"/>
                      </a:lnTo>
                      <a:lnTo>
                        <a:pt x="80" y="18"/>
                      </a:lnTo>
                      <a:lnTo>
                        <a:pt x="89" y="18"/>
                      </a:lnTo>
                      <a:lnTo>
                        <a:pt x="89" y="14"/>
                      </a:lnTo>
                      <a:lnTo>
                        <a:pt x="71" y="5"/>
                      </a:lnTo>
                      <a:lnTo>
                        <a:pt x="58" y="9"/>
                      </a:lnTo>
                      <a:lnTo>
                        <a:pt x="49" y="18"/>
                      </a:lnTo>
                      <a:lnTo>
                        <a:pt x="35" y="18"/>
                      </a:lnTo>
                      <a:lnTo>
                        <a:pt x="22" y="14"/>
                      </a:lnTo>
                      <a:lnTo>
                        <a:pt x="9" y="9"/>
                      </a:lnTo>
                      <a:lnTo>
                        <a:pt x="9" y="0"/>
                      </a:lnTo>
                      <a:lnTo>
                        <a:pt x="4" y="0"/>
                      </a:lnTo>
                      <a:close/>
                    </a:path>
                  </a:pathLst>
                </a:custGeom>
                <a:grpFill/>
                <a:ln w="9525" cmpd="sng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>
                    <a:latin typeface="Delivery" panose="020F0503020204020204" pitchFamily="34" charset="0"/>
                  </a:endParaRPr>
                </a:p>
              </p:txBody>
            </p:sp>
            <p:sp>
              <p:nvSpPr>
                <p:cNvPr id="19" name="Freeform 175">
                  <a:extLst>
                    <a:ext uri="{FF2B5EF4-FFF2-40B4-BE49-F238E27FC236}">
                      <a16:creationId xmlns:a16="http://schemas.microsoft.com/office/drawing/2014/main" id="{9EED3B26-5766-819E-79DF-5C092BD6378F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3058" y="1787"/>
                  <a:ext cx="134" cy="121"/>
                </a:xfrm>
                <a:custGeom>
                  <a:avLst/>
                  <a:gdLst>
                    <a:gd name="T0" fmla="*/ 13 w 134"/>
                    <a:gd name="T1" fmla="*/ 116 h 121"/>
                    <a:gd name="T2" fmla="*/ 22 w 134"/>
                    <a:gd name="T3" fmla="*/ 103 h 121"/>
                    <a:gd name="T4" fmla="*/ 45 w 134"/>
                    <a:gd name="T5" fmla="*/ 112 h 121"/>
                    <a:gd name="T6" fmla="*/ 63 w 134"/>
                    <a:gd name="T7" fmla="*/ 112 h 121"/>
                    <a:gd name="T8" fmla="*/ 67 w 134"/>
                    <a:gd name="T9" fmla="*/ 116 h 121"/>
                    <a:gd name="T10" fmla="*/ 76 w 134"/>
                    <a:gd name="T11" fmla="*/ 112 h 121"/>
                    <a:gd name="T12" fmla="*/ 85 w 134"/>
                    <a:gd name="T13" fmla="*/ 112 h 121"/>
                    <a:gd name="T14" fmla="*/ 98 w 134"/>
                    <a:gd name="T15" fmla="*/ 116 h 121"/>
                    <a:gd name="T16" fmla="*/ 107 w 134"/>
                    <a:gd name="T17" fmla="*/ 116 h 121"/>
                    <a:gd name="T18" fmla="*/ 112 w 134"/>
                    <a:gd name="T19" fmla="*/ 99 h 121"/>
                    <a:gd name="T20" fmla="*/ 121 w 134"/>
                    <a:gd name="T21" fmla="*/ 94 h 121"/>
                    <a:gd name="T22" fmla="*/ 121 w 134"/>
                    <a:gd name="T23" fmla="*/ 76 h 121"/>
                    <a:gd name="T24" fmla="*/ 125 w 134"/>
                    <a:gd name="T25" fmla="*/ 81 h 121"/>
                    <a:gd name="T26" fmla="*/ 134 w 134"/>
                    <a:gd name="T27" fmla="*/ 72 h 121"/>
                    <a:gd name="T28" fmla="*/ 125 w 134"/>
                    <a:gd name="T29" fmla="*/ 63 h 121"/>
                    <a:gd name="T30" fmla="*/ 116 w 134"/>
                    <a:gd name="T31" fmla="*/ 54 h 121"/>
                    <a:gd name="T32" fmla="*/ 112 w 134"/>
                    <a:gd name="T33" fmla="*/ 45 h 121"/>
                    <a:gd name="T34" fmla="*/ 112 w 134"/>
                    <a:gd name="T35" fmla="*/ 31 h 121"/>
                    <a:gd name="T36" fmla="*/ 98 w 134"/>
                    <a:gd name="T37" fmla="*/ 9 h 121"/>
                    <a:gd name="T38" fmla="*/ 85 w 134"/>
                    <a:gd name="T39" fmla="*/ 5 h 121"/>
                    <a:gd name="T40" fmla="*/ 76 w 134"/>
                    <a:gd name="T41" fmla="*/ 0 h 121"/>
                    <a:gd name="T42" fmla="*/ 67 w 134"/>
                    <a:gd name="T43" fmla="*/ 0 h 121"/>
                    <a:gd name="T44" fmla="*/ 63 w 134"/>
                    <a:gd name="T45" fmla="*/ 9 h 121"/>
                    <a:gd name="T46" fmla="*/ 45 w 134"/>
                    <a:gd name="T47" fmla="*/ 18 h 121"/>
                    <a:gd name="T48" fmla="*/ 45 w 134"/>
                    <a:gd name="T49" fmla="*/ 23 h 121"/>
                    <a:gd name="T50" fmla="*/ 45 w 134"/>
                    <a:gd name="T51" fmla="*/ 27 h 121"/>
                    <a:gd name="T52" fmla="*/ 40 w 134"/>
                    <a:gd name="T53" fmla="*/ 31 h 121"/>
                    <a:gd name="T54" fmla="*/ 31 w 134"/>
                    <a:gd name="T55" fmla="*/ 45 h 121"/>
                    <a:gd name="T56" fmla="*/ 27 w 134"/>
                    <a:gd name="T57" fmla="*/ 49 h 121"/>
                    <a:gd name="T58" fmla="*/ 13 w 134"/>
                    <a:gd name="T59" fmla="*/ 49 h 121"/>
                    <a:gd name="T60" fmla="*/ 9 w 134"/>
                    <a:gd name="T61" fmla="*/ 72 h 121"/>
                    <a:gd name="T62" fmla="*/ 13 w 134"/>
                    <a:gd name="T63" fmla="*/ 90 h 121"/>
                    <a:gd name="T64" fmla="*/ 5 w 134"/>
                    <a:gd name="T65" fmla="*/ 103 h 1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134" h="121">
                      <a:moveTo>
                        <a:pt x="5" y="112"/>
                      </a:moveTo>
                      <a:lnTo>
                        <a:pt x="13" y="116"/>
                      </a:lnTo>
                      <a:lnTo>
                        <a:pt x="18" y="107"/>
                      </a:lnTo>
                      <a:lnTo>
                        <a:pt x="22" y="103"/>
                      </a:lnTo>
                      <a:lnTo>
                        <a:pt x="36" y="107"/>
                      </a:lnTo>
                      <a:lnTo>
                        <a:pt x="45" y="112"/>
                      </a:lnTo>
                      <a:lnTo>
                        <a:pt x="58" y="107"/>
                      </a:lnTo>
                      <a:lnTo>
                        <a:pt x="63" y="112"/>
                      </a:lnTo>
                      <a:lnTo>
                        <a:pt x="67" y="121"/>
                      </a:lnTo>
                      <a:lnTo>
                        <a:pt x="67" y="116"/>
                      </a:lnTo>
                      <a:lnTo>
                        <a:pt x="76" y="116"/>
                      </a:lnTo>
                      <a:lnTo>
                        <a:pt x="76" y="112"/>
                      </a:lnTo>
                      <a:lnTo>
                        <a:pt x="80" y="116"/>
                      </a:lnTo>
                      <a:lnTo>
                        <a:pt x="85" y="112"/>
                      </a:lnTo>
                      <a:lnTo>
                        <a:pt x="89" y="121"/>
                      </a:lnTo>
                      <a:lnTo>
                        <a:pt x="98" y="116"/>
                      </a:lnTo>
                      <a:lnTo>
                        <a:pt x="107" y="121"/>
                      </a:lnTo>
                      <a:lnTo>
                        <a:pt x="107" y="116"/>
                      </a:lnTo>
                      <a:lnTo>
                        <a:pt x="107" y="112"/>
                      </a:lnTo>
                      <a:lnTo>
                        <a:pt x="112" y="99"/>
                      </a:lnTo>
                      <a:lnTo>
                        <a:pt x="121" y="103"/>
                      </a:lnTo>
                      <a:lnTo>
                        <a:pt x="121" y="94"/>
                      </a:lnTo>
                      <a:lnTo>
                        <a:pt x="116" y="81"/>
                      </a:lnTo>
                      <a:lnTo>
                        <a:pt x="121" y="76"/>
                      </a:lnTo>
                      <a:lnTo>
                        <a:pt x="125" y="81"/>
                      </a:lnTo>
                      <a:lnTo>
                        <a:pt x="125" y="81"/>
                      </a:lnTo>
                      <a:lnTo>
                        <a:pt x="130" y="76"/>
                      </a:lnTo>
                      <a:lnTo>
                        <a:pt x="134" y="72"/>
                      </a:lnTo>
                      <a:lnTo>
                        <a:pt x="130" y="72"/>
                      </a:lnTo>
                      <a:lnTo>
                        <a:pt x="125" y="63"/>
                      </a:lnTo>
                      <a:lnTo>
                        <a:pt x="116" y="67"/>
                      </a:lnTo>
                      <a:lnTo>
                        <a:pt x="116" y="54"/>
                      </a:lnTo>
                      <a:lnTo>
                        <a:pt x="112" y="49"/>
                      </a:lnTo>
                      <a:lnTo>
                        <a:pt x="112" y="45"/>
                      </a:lnTo>
                      <a:lnTo>
                        <a:pt x="112" y="36"/>
                      </a:lnTo>
                      <a:lnTo>
                        <a:pt x="112" y="31"/>
                      </a:lnTo>
                      <a:lnTo>
                        <a:pt x="107" y="18"/>
                      </a:lnTo>
                      <a:lnTo>
                        <a:pt x="98" y="9"/>
                      </a:lnTo>
                      <a:lnTo>
                        <a:pt x="89" y="14"/>
                      </a:lnTo>
                      <a:lnTo>
                        <a:pt x="85" y="5"/>
                      </a:lnTo>
                      <a:lnTo>
                        <a:pt x="76" y="5"/>
                      </a:lnTo>
                      <a:lnTo>
                        <a:pt x="76" y="0"/>
                      </a:lnTo>
                      <a:lnTo>
                        <a:pt x="72" y="0"/>
                      </a:lnTo>
                      <a:lnTo>
                        <a:pt x="67" y="0"/>
                      </a:lnTo>
                      <a:lnTo>
                        <a:pt x="67" y="0"/>
                      </a:lnTo>
                      <a:lnTo>
                        <a:pt x="63" y="9"/>
                      </a:lnTo>
                      <a:lnTo>
                        <a:pt x="58" y="14"/>
                      </a:lnTo>
                      <a:lnTo>
                        <a:pt x="45" y="18"/>
                      </a:lnTo>
                      <a:lnTo>
                        <a:pt x="45" y="23"/>
                      </a:lnTo>
                      <a:lnTo>
                        <a:pt x="45" y="23"/>
                      </a:lnTo>
                      <a:lnTo>
                        <a:pt x="49" y="27"/>
                      </a:lnTo>
                      <a:lnTo>
                        <a:pt x="45" y="27"/>
                      </a:lnTo>
                      <a:lnTo>
                        <a:pt x="45" y="27"/>
                      </a:lnTo>
                      <a:lnTo>
                        <a:pt x="40" y="31"/>
                      </a:lnTo>
                      <a:lnTo>
                        <a:pt x="36" y="40"/>
                      </a:lnTo>
                      <a:lnTo>
                        <a:pt x="31" y="45"/>
                      </a:lnTo>
                      <a:lnTo>
                        <a:pt x="31" y="54"/>
                      </a:lnTo>
                      <a:lnTo>
                        <a:pt x="27" y="49"/>
                      </a:lnTo>
                      <a:lnTo>
                        <a:pt x="22" y="54"/>
                      </a:lnTo>
                      <a:lnTo>
                        <a:pt x="13" y="49"/>
                      </a:lnTo>
                      <a:lnTo>
                        <a:pt x="5" y="58"/>
                      </a:lnTo>
                      <a:lnTo>
                        <a:pt x="9" y="72"/>
                      </a:lnTo>
                      <a:lnTo>
                        <a:pt x="13" y="81"/>
                      </a:lnTo>
                      <a:lnTo>
                        <a:pt x="13" y="90"/>
                      </a:lnTo>
                      <a:lnTo>
                        <a:pt x="0" y="94"/>
                      </a:lnTo>
                      <a:lnTo>
                        <a:pt x="5" y="103"/>
                      </a:lnTo>
                      <a:lnTo>
                        <a:pt x="5" y="112"/>
                      </a:lnTo>
                      <a:close/>
                    </a:path>
                  </a:pathLst>
                </a:custGeom>
                <a:grpFill/>
                <a:ln w="9525" cmpd="sng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>
                    <a:latin typeface="Delivery" panose="020F0503020204020204" pitchFamily="34" charset="0"/>
                  </a:endParaRPr>
                </a:p>
              </p:txBody>
            </p:sp>
            <p:sp>
              <p:nvSpPr>
                <p:cNvPr id="20" name="Freeform 176">
                  <a:extLst>
                    <a:ext uri="{FF2B5EF4-FFF2-40B4-BE49-F238E27FC236}">
                      <a16:creationId xmlns:a16="http://schemas.microsoft.com/office/drawing/2014/main" id="{917BBE13-ACF0-B791-C1FF-647D066AB734}"/>
                    </a:ext>
                  </a:extLst>
                </p:cNvPr>
                <p:cNvSpPr>
                  <a:spLocks noEditPoints="1"/>
                </p:cNvSpPr>
                <p:nvPr/>
              </p:nvSpPr>
              <p:spPr bwMode="gray">
                <a:xfrm>
                  <a:off x="2915" y="2011"/>
                  <a:ext cx="85" cy="80"/>
                </a:xfrm>
                <a:custGeom>
                  <a:avLst/>
                  <a:gdLst>
                    <a:gd name="T0" fmla="*/ 0 w 85"/>
                    <a:gd name="T1" fmla="*/ 22 h 80"/>
                    <a:gd name="T2" fmla="*/ 9 w 85"/>
                    <a:gd name="T3" fmla="*/ 35 h 80"/>
                    <a:gd name="T4" fmla="*/ 22 w 85"/>
                    <a:gd name="T5" fmla="*/ 31 h 80"/>
                    <a:gd name="T6" fmla="*/ 27 w 85"/>
                    <a:gd name="T7" fmla="*/ 44 h 80"/>
                    <a:gd name="T8" fmla="*/ 22 w 85"/>
                    <a:gd name="T9" fmla="*/ 53 h 80"/>
                    <a:gd name="T10" fmla="*/ 36 w 85"/>
                    <a:gd name="T11" fmla="*/ 62 h 80"/>
                    <a:gd name="T12" fmla="*/ 45 w 85"/>
                    <a:gd name="T13" fmla="*/ 67 h 80"/>
                    <a:gd name="T14" fmla="*/ 45 w 85"/>
                    <a:gd name="T15" fmla="*/ 62 h 80"/>
                    <a:gd name="T16" fmla="*/ 54 w 85"/>
                    <a:gd name="T17" fmla="*/ 67 h 80"/>
                    <a:gd name="T18" fmla="*/ 63 w 85"/>
                    <a:gd name="T19" fmla="*/ 71 h 80"/>
                    <a:gd name="T20" fmla="*/ 58 w 85"/>
                    <a:gd name="T21" fmla="*/ 62 h 80"/>
                    <a:gd name="T22" fmla="*/ 54 w 85"/>
                    <a:gd name="T23" fmla="*/ 62 h 80"/>
                    <a:gd name="T24" fmla="*/ 40 w 85"/>
                    <a:gd name="T25" fmla="*/ 44 h 80"/>
                    <a:gd name="T26" fmla="*/ 31 w 85"/>
                    <a:gd name="T27" fmla="*/ 35 h 80"/>
                    <a:gd name="T28" fmla="*/ 36 w 85"/>
                    <a:gd name="T29" fmla="*/ 26 h 80"/>
                    <a:gd name="T30" fmla="*/ 45 w 85"/>
                    <a:gd name="T31" fmla="*/ 26 h 80"/>
                    <a:gd name="T32" fmla="*/ 49 w 85"/>
                    <a:gd name="T33" fmla="*/ 26 h 80"/>
                    <a:gd name="T34" fmla="*/ 63 w 85"/>
                    <a:gd name="T35" fmla="*/ 31 h 80"/>
                    <a:gd name="T36" fmla="*/ 72 w 85"/>
                    <a:gd name="T37" fmla="*/ 26 h 80"/>
                    <a:gd name="T38" fmla="*/ 76 w 85"/>
                    <a:gd name="T39" fmla="*/ 31 h 80"/>
                    <a:gd name="T40" fmla="*/ 81 w 85"/>
                    <a:gd name="T41" fmla="*/ 26 h 80"/>
                    <a:gd name="T42" fmla="*/ 85 w 85"/>
                    <a:gd name="T43" fmla="*/ 22 h 80"/>
                    <a:gd name="T44" fmla="*/ 81 w 85"/>
                    <a:gd name="T45" fmla="*/ 22 h 80"/>
                    <a:gd name="T46" fmla="*/ 81 w 85"/>
                    <a:gd name="T47" fmla="*/ 18 h 80"/>
                    <a:gd name="T48" fmla="*/ 76 w 85"/>
                    <a:gd name="T49" fmla="*/ 13 h 80"/>
                    <a:gd name="T50" fmla="*/ 49 w 85"/>
                    <a:gd name="T51" fmla="*/ 13 h 80"/>
                    <a:gd name="T52" fmla="*/ 45 w 85"/>
                    <a:gd name="T53" fmla="*/ 4 h 80"/>
                    <a:gd name="T54" fmla="*/ 40 w 85"/>
                    <a:gd name="T55" fmla="*/ 0 h 80"/>
                    <a:gd name="T56" fmla="*/ 40 w 85"/>
                    <a:gd name="T57" fmla="*/ 4 h 80"/>
                    <a:gd name="T58" fmla="*/ 36 w 85"/>
                    <a:gd name="T59" fmla="*/ 9 h 80"/>
                    <a:gd name="T60" fmla="*/ 31 w 85"/>
                    <a:gd name="T61" fmla="*/ 9 h 80"/>
                    <a:gd name="T62" fmla="*/ 31 w 85"/>
                    <a:gd name="T63" fmla="*/ 13 h 80"/>
                    <a:gd name="T64" fmla="*/ 27 w 85"/>
                    <a:gd name="T65" fmla="*/ 22 h 80"/>
                    <a:gd name="T66" fmla="*/ 22 w 85"/>
                    <a:gd name="T67" fmla="*/ 22 h 80"/>
                    <a:gd name="T68" fmla="*/ 14 w 85"/>
                    <a:gd name="T69" fmla="*/ 22 h 80"/>
                    <a:gd name="T70" fmla="*/ 5 w 85"/>
                    <a:gd name="T71" fmla="*/ 22 h 80"/>
                    <a:gd name="T72" fmla="*/ 63 w 85"/>
                    <a:gd name="T73" fmla="*/ 71 h 80"/>
                    <a:gd name="T74" fmla="*/ 72 w 85"/>
                    <a:gd name="T75" fmla="*/ 80 h 80"/>
                    <a:gd name="T76" fmla="*/ 76 w 85"/>
                    <a:gd name="T77" fmla="*/ 76 h 80"/>
                    <a:gd name="T78" fmla="*/ 63 w 85"/>
                    <a:gd name="T79" fmla="*/ 71 h 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</a:cxnLst>
                  <a:rect l="0" t="0" r="r" b="b"/>
                  <a:pathLst>
                    <a:path w="85" h="80">
                      <a:moveTo>
                        <a:pt x="5" y="22"/>
                      </a:moveTo>
                      <a:lnTo>
                        <a:pt x="0" y="22"/>
                      </a:lnTo>
                      <a:lnTo>
                        <a:pt x="5" y="35"/>
                      </a:lnTo>
                      <a:lnTo>
                        <a:pt x="9" y="35"/>
                      </a:lnTo>
                      <a:lnTo>
                        <a:pt x="14" y="26"/>
                      </a:lnTo>
                      <a:lnTo>
                        <a:pt x="22" y="31"/>
                      </a:lnTo>
                      <a:lnTo>
                        <a:pt x="18" y="35"/>
                      </a:lnTo>
                      <a:lnTo>
                        <a:pt x="27" y="44"/>
                      </a:lnTo>
                      <a:lnTo>
                        <a:pt x="22" y="44"/>
                      </a:lnTo>
                      <a:lnTo>
                        <a:pt x="22" y="53"/>
                      </a:lnTo>
                      <a:lnTo>
                        <a:pt x="31" y="49"/>
                      </a:lnTo>
                      <a:lnTo>
                        <a:pt x="36" y="62"/>
                      </a:lnTo>
                      <a:lnTo>
                        <a:pt x="45" y="62"/>
                      </a:lnTo>
                      <a:lnTo>
                        <a:pt x="45" y="67"/>
                      </a:lnTo>
                      <a:lnTo>
                        <a:pt x="54" y="67"/>
                      </a:lnTo>
                      <a:lnTo>
                        <a:pt x="45" y="62"/>
                      </a:lnTo>
                      <a:lnTo>
                        <a:pt x="49" y="62"/>
                      </a:lnTo>
                      <a:lnTo>
                        <a:pt x="54" y="67"/>
                      </a:lnTo>
                      <a:lnTo>
                        <a:pt x="54" y="71"/>
                      </a:lnTo>
                      <a:lnTo>
                        <a:pt x="63" y="71"/>
                      </a:lnTo>
                      <a:lnTo>
                        <a:pt x="63" y="71"/>
                      </a:lnTo>
                      <a:lnTo>
                        <a:pt x="58" y="62"/>
                      </a:lnTo>
                      <a:lnTo>
                        <a:pt x="58" y="62"/>
                      </a:lnTo>
                      <a:lnTo>
                        <a:pt x="54" y="62"/>
                      </a:lnTo>
                      <a:lnTo>
                        <a:pt x="40" y="49"/>
                      </a:lnTo>
                      <a:lnTo>
                        <a:pt x="40" y="44"/>
                      </a:lnTo>
                      <a:lnTo>
                        <a:pt x="36" y="35"/>
                      </a:lnTo>
                      <a:lnTo>
                        <a:pt x="31" y="35"/>
                      </a:lnTo>
                      <a:lnTo>
                        <a:pt x="36" y="26"/>
                      </a:lnTo>
                      <a:lnTo>
                        <a:pt x="36" y="26"/>
                      </a:lnTo>
                      <a:lnTo>
                        <a:pt x="40" y="31"/>
                      </a:lnTo>
                      <a:lnTo>
                        <a:pt x="45" y="26"/>
                      </a:lnTo>
                      <a:lnTo>
                        <a:pt x="49" y="26"/>
                      </a:lnTo>
                      <a:lnTo>
                        <a:pt x="49" y="26"/>
                      </a:lnTo>
                      <a:lnTo>
                        <a:pt x="54" y="26"/>
                      </a:lnTo>
                      <a:lnTo>
                        <a:pt x="63" y="31"/>
                      </a:lnTo>
                      <a:lnTo>
                        <a:pt x="67" y="26"/>
                      </a:lnTo>
                      <a:lnTo>
                        <a:pt x="72" y="26"/>
                      </a:lnTo>
                      <a:lnTo>
                        <a:pt x="76" y="31"/>
                      </a:lnTo>
                      <a:lnTo>
                        <a:pt x="76" y="31"/>
                      </a:lnTo>
                      <a:lnTo>
                        <a:pt x="81" y="31"/>
                      </a:lnTo>
                      <a:lnTo>
                        <a:pt x="81" y="26"/>
                      </a:lnTo>
                      <a:lnTo>
                        <a:pt x="85" y="26"/>
                      </a:lnTo>
                      <a:lnTo>
                        <a:pt x="85" y="22"/>
                      </a:lnTo>
                      <a:lnTo>
                        <a:pt x="81" y="22"/>
                      </a:lnTo>
                      <a:lnTo>
                        <a:pt x="81" y="22"/>
                      </a:lnTo>
                      <a:lnTo>
                        <a:pt x="81" y="18"/>
                      </a:lnTo>
                      <a:lnTo>
                        <a:pt x="81" y="18"/>
                      </a:lnTo>
                      <a:lnTo>
                        <a:pt x="81" y="13"/>
                      </a:lnTo>
                      <a:lnTo>
                        <a:pt x="76" y="13"/>
                      </a:lnTo>
                      <a:lnTo>
                        <a:pt x="67" y="18"/>
                      </a:lnTo>
                      <a:lnTo>
                        <a:pt x="49" y="13"/>
                      </a:lnTo>
                      <a:lnTo>
                        <a:pt x="45" y="4"/>
                      </a:lnTo>
                      <a:lnTo>
                        <a:pt x="45" y="4"/>
                      </a:lnTo>
                      <a:lnTo>
                        <a:pt x="45" y="4"/>
                      </a:lnTo>
                      <a:lnTo>
                        <a:pt x="40" y="0"/>
                      </a:lnTo>
                      <a:lnTo>
                        <a:pt x="40" y="4"/>
                      </a:lnTo>
                      <a:lnTo>
                        <a:pt x="40" y="4"/>
                      </a:lnTo>
                      <a:lnTo>
                        <a:pt x="36" y="4"/>
                      </a:lnTo>
                      <a:lnTo>
                        <a:pt x="36" y="9"/>
                      </a:lnTo>
                      <a:lnTo>
                        <a:pt x="31" y="9"/>
                      </a:lnTo>
                      <a:lnTo>
                        <a:pt x="31" y="9"/>
                      </a:lnTo>
                      <a:lnTo>
                        <a:pt x="31" y="13"/>
                      </a:lnTo>
                      <a:lnTo>
                        <a:pt x="31" y="13"/>
                      </a:lnTo>
                      <a:lnTo>
                        <a:pt x="27" y="18"/>
                      </a:lnTo>
                      <a:lnTo>
                        <a:pt x="27" y="22"/>
                      </a:lnTo>
                      <a:lnTo>
                        <a:pt x="27" y="22"/>
                      </a:lnTo>
                      <a:lnTo>
                        <a:pt x="22" y="22"/>
                      </a:lnTo>
                      <a:lnTo>
                        <a:pt x="18" y="18"/>
                      </a:lnTo>
                      <a:lnTo>
                        <a:pt x="14" y="22"/>
                      </a:lnTo>
                      <a:lnTo>
                        <a:pt x="14" y="22"/>
                      </a:lnTo>
                      <a:lnTo>
                        <a:pt x="5" y="22"/>
                      </a:lnTo>
                      <a:lnTo>
                        <a:pt x="5" y="22"/>
                      </a:lnTo>
                      <a:close/>
                      <a:moveTo>
                        <a:pt x="63" y="71"/>
                      </a:moveTo>
                      <a:lnTo>
                        <a:pt x="72" y="80"/>
                      </a:lnTo>
                      <a:lnTo>
                        <a:pt x="72" y="80"/>
                      </a:lnTo>
                      <a:lnTo>
                        <a:pt x="76" y="80"/>
                      </a:lnTo>
                      <a:lnTo>
                        <a:pt x="76" y="76"/>
                      </a:lnTo>
                      <a:lnTo>
                        <a:pt x="67" y="71"/>
                      </a:lnTo>
                      <a:lnTo>
                        <a:pt x="63" y="71"/>
                      </a:lnTo>
                      <a:close/>
                    </a:path>
                  </a:pathLst>
                </a:custGeom>
                <a:grpFill/>
                <a:ln w="9525" cmpd="sng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>
                    <a:latin typeface="Delivery" panose="020F0503020204020204" pitchFamily="34" charset="0"/>
                  </a:endParaRPr>
                </a:p>
              </p:txBody>
            </p:sp>
            <p:sp>
              <p:nvSpPr>
                <p:cNvPr id="21" name="Freeform 177">
                  <a:extLst>
                    <a:ext uri="{FF2B5EF4-FFF2-40B4-BE49-F238E27FC236}">
                      <a16:creationId xmlns:a16="http://schemas.microsoft.com/office/drawing/2014/main" id="{BFC7D24C-0BB7-94E6-5446-3AEA0188E557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3188" y="2221"/>
                  <a:ext cx="35" cy="18"/>
                </a:xfrm>
                <a:custGeom>
                  <a:avLst/>
                  <a:gdLst>
                    <a:gd name="T0" fmla="*/ 9 w 35"/>
                    <a:gd name="T1" fmla="*/ 9 h 18"/>
                    <a:gd name="T2" fmla="*/ 9 w 35"/>
                    <a:gd name="T3" fmla="*/ 9 h 18"/>
                    <a:gd name="T4" fmla="*/ 0 w 35"/>
                    <a:gd name="T5" fmla="*/ 13 h 18"/>
                    <a:gd name="T6" fmla="*/ 4 w 35"/>
                    <a:gd name="T7" fmla="*/ 18 h 18"/>
                    <a:gd name="T8" fmla="*/ 13 w 35"/>
                    <a:gd name="T9" fmla="*/ 18 h 18"/>
                    <a:gd name="T10" fmla="*/ 22 w 35"/>
                    <a:gd name="T11" fmla="*/ 13 h 18"/>
                    <a:gd name="T12" fmla="*/ 22 w 35"/>
                    <a:gd name="T13" fmla="*/ 9 h 18"/>
                    <a:gd name="T14" fmla="*/ 35 w 35"/>
                    <a:gd name="T15" fmla="*/ 0 h 18"/>
                    <a:gd name="T16" fmla="*/ 31 w 35"/>
                    <a:gd name="T17" fmla="*/ 0 h 18"/>
                    <a:gd name="T18" fmla="*/ 26 w 35"/>
                    <a:gd name="T19" fmla="*/ 0 h 18"/>
                    <a:gd name="T20" fmla="*/ 17 w 35"/>
                    <a:gd name="T21" fmla="*/ 9 h 18"/>
                    <a:gd name="T22" fmla="*/ 9 w 35"/>
                    <a:gd name="T23" fmla="*/ 9 h 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35" h="18">
                      <a:moveTo>
                        <a:pt x="9" y="9"/>
                      </a:moveTo>
                      <a:lnTo>
                        <a:pt x="9" y="9"/>
                      </a:lnTo>
                      <a:lnTo>
                        <a:pt x="0" y="13"/>
                      </a:lnTo>
                      <a:lnTo>
                        <a:pt x="4" y="18"/>
                      </a:lnTo>
                      <a:lnTo>
                        <a:pt x="13" y="18"/>
                      </a:lnTo>
                      <a:lnTo>
                        <a:pt x="22" y="13"/>
                      </a:lnTo>
                      <a:lnTo>
                        <a:pt x="22" y="9"/>
                      </a:lnTo>
                      <a:lnTo>
                        <a:pt x="35" y="0"/>
                      </a:lnTo>
                      <a:lnTo>
                        <a:pt x="31" y="0"/>
                      </a:lnTo>
                      <a:lnTo>
                        <a:pt x="26" y="0"/>
                      </a:lnTo>
                      <a:lnTo>
                        <a:pt x="17" y="9"/>
                      </a:lnTo>
                      <a:lnTo>
                        <a:pt x="9" y="9"/>
                      </a:lnTo>
                      <a:close/>
                    </a:path>
                  </a:pathLst>
                </a:custGeom>
                <a:grpFill/>
                <a:ln w="9525" cmpd="sng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>
                    <a:latin typeface="Delivery" panose="020F0503020204020204" pitchFamily="34" charset="0"/>
                  </a:endParaRPr>
                </a:p>
              </p:txBody>
            </p:sp>
            <p:sp>
              <p:nvSpPr>
                <p:cNvPr id="22" name="Freeform 178">
                  <a:extLst>
                    <a:ext uri="{FF2B5EF4-FFF2-40B4-BE49-F238E27FC236}">
                      <a16:creationId xmlns:a16="http://schemas.microsoft.com/office/drawing/2014/main" id="{F53D82DA-FE6A-D076-FF62-3509D083DC30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2897" y="1917"/>
                  <a:ext cx="94" cy="53"/>
                </a:xfrm>
                <a:custGeom>
                  <a:avLst/>
                  <a:gdLst>
                    <a:gd name="T0" fmla="*/ 40 w 94"/>
                    <a:gd name="T1" fmla="*/ 0 h 53"/>
                    <a:gd name="T2" fmla="*/ 36 w 94"/>
                    <a:gd name="T3" fmla="*/ 0 h 53"/>
                    <a:gd name="T4" fmla="*/ 32 w 94"/>
                    <a:gd name="T5" fmla="*/ 9 h 53"/>
                    <a:gd name="T6" fmla="*/ 18 w 94"/>
                    <a:gd name="T7" fmla="*/ 9 h 53"/>
                    <a:gd name="T8" fmla="*/ 9 w 94"/>
                    <a:gd name="T9" fmla="*/ 18 h 53"/>
                    <a:gd name="T10" fmla="*/ 5 w 94"/>
                    <a:gd name="T11" fmla="*/ 18 h 53"/>
                    <a:gd name="T12" fmla="*/ 0 w 94"/>
                    <a:gd name="T13" fmla="*/ 18 h 53"/>
                    <a:gd name="T14" fmla="*/ 5 w 94"/>
                    <a:gd name="T15" fmla="*/ 27 h 53"/>
                    <a:gd name="T16" fmla="*/ 9 w 94"/>
                    <a:gd name="T17" fmla="*/ 36 h 53"/>
                    <a:gd name="T18" fmla="*/ 18 w 94"/>
                    <a:gd name="T19" fmla="*/ 36 h 53"/>
                    <a:gd name="T20" fmla="*/ 27 w 94"/>
                    <a:gd name="T21" fmla="*/ 44 h 53"/>
                    <a:gd name="T22" fmla="*/ 27 w 94"/>
                    <a:gd name="T23" fmla="*/ 49 h 53"/>
                    <a:gd name="T24" fmla="*/ 36 w 94"/>
                    <a:gd name="T25" fmla="*/ 49 h 53"/>
                    <a:gd name="T26" fmla="*/ 45 w 94"/>
                    <a:gd name="T27" fmla="*/ 40 h 53"/>
                    <a:gd name="T28" fmla="*/ 67 w 94"/>
                    <a:gd name="T29" fmla="*/ 44 h 53"/>
                    <a:gd name="T30" fmla="*/ 67 w 94"/>
                    <a:gd name="T31" fmla="*/ 53 h 53"/>
                    <a:gd name="T32" fmla="*/ 72 w 94"/>
                    <a:gd name="T33" fmla="*/ 49 h 53"/>
                    <a:gd name="T34" fmla="*/ 81 w 94"/>
                    <a:gd name="T35" fmla="*/ 49 h 53"/>
                    <a:gd name="T36" fmla="*/ 85 w 94"/>
                    <a:gd name="T37" fmla="*/ 44 h 53"/>
                    <a:gd name="T38" fmla="*/ 90 w 94"/>
                    <a:gd name="T39" fmla="*/ 36 h 53"/>
                    <a:gd name="T40" fmla="*/ 94 w 94"/>
                    <a:gd name="T41" fmla="*/ 31 h 53"/>
                    <a:gd name="T42" fmla="*/ 94 w 94"/>
                    <a:gd name="T43" fmla="*/ 22 h 53"/>
                    <a:gd name="T44" fmla="*/ 85 w 94"/>
                    <a:gd name="T45" fmla="*/ 22 h 53"/>
                    <a:gd name="T46" fmla="*/ 81 w 94"/>
                    <a:gd name="T47" fmla="*/ 13 h 53"/>
                    <a:gd name="T48" fmla="*/ 72 w 94"/>
                    <a:gd name="T49" fmla="*/ 9 h 53"/>
                    <a:gd name="T50" fmla="*/ 67 w 94"/>
                    <a:gd name="T51" fmla="*/ 18 h 53"/>
                    <a:gd name="T52" fmla="*/ 58 w 94"/>
                    <a:gd name="T53" fmla="*/ 13 h 53"/>
                    <a:gd name="T54" fmla="*/ 63 w 94"/>
                    <a:gd name="T55" fmla="*/ 9 h 53"/>
                    <a:gd name="T56" fmla="*/ 54 w 94"/>
                    <a:gd name="T57" fmla="*/ 9 h 53"/>
                    <a:gd name="T58" fmla="*/ 49 w 94"/>
                    <a:gd name="T59" fmla="*/ 0 h 53"/>
                    <a:gd name="T60" fmla="*/ 45 w 94"/>
                    <a:gd name="T61" fmla="*/ 4 h 53"/>
                    <a:gd name="T62" fmla="*/ 40 w 94"/>
                    <a:gd name="T63" fmla="*/ 0 h 5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94" h="53">
                      <a:moveTo>
                        <a:pt x="40" y="0"/>
                      </a:moveTo>
                      <a:lnTo>
                        <a:pt x="36" y="0"/>
                      </a:lnTo>
                      <a:lnTo>
                        <a:pt x="32" y="9"/>
                      </a:lnTo>
                      <a:lnTo>
                        <a:pt x="18" y="9"/>
                      </a:lnTo>
                      <a:lnTo>
                        <a:pt x="9" y="18"/>
                      </a:lnTo>
                      <a:lnTo>
                        <a:pt x="5" y="18"/>
                      </a:lnTo>
                      <a:lnTo>
                        <a:pt x="0" y="18"/>
                      </a:lnTo>
                      <a:lnTo>
                        <a:pt x="5" y="27"/>
                      </a:lnTo>
                      <a:lnTo>
                        <a:pt x="9" y="36"/>
                      </a:lnTo>
                      <a:lnTo>
                        <a:pt x="18" y="36"/>
                      </a:lnTo>
                      <a:lnTo>
                        <a:pt x="27" y="44"/>
                      </a:lnTo>
                      <a:lnTo>
                        <a:pt x="27" y="49"/>
                      </a:lnTo>
                      <a:lnTo>
                        <a:pt x="36" y="49"/>
                      </a:lnTo>
                      <a:lnTo>
                        <a:pt x="45" y="40"/>
                      </a:lnTo>
                      <a:lnTo>
                        <a:pt x="67" y="44"/>
                      </a:lnTo>
                      <a:lnTo>
                        <a:pt x="67" y="53"/>
                      </a:lnTo>
                      <a:lnTo>
                        <a:pt x="72" y="49"/>
                      </a:lnTo>
                      <a:lnTo>
                        <a:pt x="81" y="49"/>
                      </a:lnTo>
                      <a:lnTo>
                        <a:pt x="85" y="44"/>
                      </a:lnTo>
                      <a:lnTo>
                        <a:pt x="90" y="36"/>
                      </a:lnTo>
                      <a:lnTo>
                        <a:pt x="94" y="31"/>
                      </a:lnTo>
                      <a:lnTo>
                        <a:pt x="94" y="22"/>
                      </a:lnTo>
                      <a:lnTo>
                        <a:pt x="85" y="22"/>
                      </a:lnTo>
                      <a:lnTo>
                        <a:pt x="81" y="13"/>
                      </a:lnTo>
                      <a:lnTo>
                        <a:pt x="72" y="9"/>
                      </a:lnTo>
                      <a:lnTo>
                        <a:pt x="67" y="18"/>
                      </a:lnTo>
                      <a:lnTo>
                        <a:pt x="58" y="13"/>
                      </a:lnTo>
                      <a:lnTo>
                        <a:pt x="63" y="9"/>
                      </a:lnTo>
                      <a:lnTo>
                        <a:pt x="54" y="9"/>
                      </a:lnTo>
                      <a:lnTo>
                        <a:pt x="49" y="0"/>
                      </a:lnTo>
                      <a:lnTo>
                        <a:pt x="45" y="4"/>
                      </a:lnTo>
                      <a:lnTo>
                        <a:pt x="40" y="0"/>
                      </a:lnTo>
                      <a:close/>
                    </a:path>
                  </a:pathLst>
                </a:custGeom>
                <a:grpFill/>
                <a:ln w="9525" cmpd="sng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>
                    <a:latin typeface="Delivery" panose="020F0503020204020204" pitchFamily="34" charset="0"/>
                  </a:endParaRPr>
                </a:p>
              </p:txBody>
            </p:sp>
            <p:sp>
              <p:nvSpPr>
                <p:cNvPr id="23" name="Freeform 179">
                  <a:extLst>
                    <a:ext uri="{FF2B5EF4-FFF2-40B4-BE49-F238E27FC236}">
                      <a16:creationId xmlns:a16="http://schemas.microsoft.com/office/drawing/2014/main" id="{8693B7E3-DBA8-8A61-7C56-209D5F7AE4C9}"/>
                    </a:ext>
                  </a:extLst>
                </p:cNvPr>
                <p:cNvSpPr>
                  <a:spLocks noEditPoints="1"/>
                </p:cNvSpPr>
                <p:nvPr/>
              </p:nvSpPr>
              <p:spPr bwMode="gray">
                <a:xfrm>
                  <a:off x="2629" y="1604"/>
                  <a:ext cx="313" cy="223"/>
                </a:xfrm>
                <a:custGeom>
                  <a:avLst/>
                  <a:gdLst>
                    <a:gd name="T0" fmla="*/ 0 w 313"/>
                    <a:gd name="T1" fmla="*/ 9 h 223"/>
                    <a:gd name="T2" fmla="*/ 5 w 313"/>
                    <a:gd name="T3" fmla="*/ 18 h 223"/>
                    <a:gd name="T4" fmla="*/ 5 w 313"/>
                    <a:gd name="T5" fmla="*/ 27 h 223"/>
                    <a:gd name="T6" fmla="*/ 9 w 313"/>
                    <a:gd name="T7" fmla="*/ 31 h 223"/>
                    <a:gd name="T8" fmla="*/ 9 w 313"/>
                    <a:gd name="T9" fmla="*/ 18 h 223"/>
                    <a:gd name="T10" fmla="*/ 5 w 313"/>
                    <a:gd name="T11" fmla="*/ 13 h 223"/>
                    <a:gd name="T12" fmla="*/ 14 w 313"/>
                    <a:gd name="T13" fmla="*/ 0 h 223"/>
                    <a:gd name="T14" fmla="*/ 0 w 313"/>
                    <a:gd name="T15" fmla="*/ 4 h 223"/>
                    <a:gd name="T16" fmla="*/ 241 w 313"/>
                    <a:gd name="T17" fmla="*/ 214 h 223"/>
                    <a:gd name="T18" fmla="*/ 237 w 313"/>
                    <a:gd name="T19" fmla="*/ 206 h 223"/>
                    <a:gd name="T20" fmla="*/ 237 w 313"/>
                    <a:gd name="T21" fmla="*/ 192 h 223"/>
                    <a:gd name="T22" fmla="*/ 241 w 313"/>
                    <a:gd name="T23" fmla="*/ 188 h 223"/>
                    <a:gd name="T24" fmla="*/ 246 w 313"/>
                    <a:gd name="T25" fmla="*/ 183 h 223"/>
                    <a:gd name="T26" fmla="*/ 250 w 313"/>
                    <a:gd name="T27" fmla="*/ 170 h 223"/>
                    <a:gd name="T28" fmla="*/ 246 w 313"/>
                    <a:gd name="T29" fmla="*/ 165 h 223"/>
                    <a:gd name="T30" fmla="*/ 241 w 313"/>
                    <a:gd name="T31" fmla="*/ 156 h 223"/>
                    <a:gd name="T32" fmla="*/ 246 w 313"/>
                    <a:gd name="T33" fmla="*/ 156 h 223"/>
                    <a:gd name="T34" fmla="*/ 246 w 313"/>
                    <a:gd name="T35" fmla="*/ 143 h 223"/>
                    <a:gd name="T36" fmla="*/ 246 w 313"/>
                    <a:gd name="T37" fmla="*/ 134 h 223"/>
                    <a:gd name="T38" fmla="*/ 237 w 313"/>
                    <a:gd name="T39" fmla="*/ 152 h 223"/>
                    <a:gd name="T40" fmla="*/ 219 w 313"/>
                    <a:gd name="T41" fmla="*/ 161 h 223"/>
                    <a:gd name="T42" fmla="*/ 224 w 313"/>
                    <a:gd name="T43" fmla="*/ 165 h 223"/>
                    <a:gd name="T44" fmla="*/ 219 w 313"/>
                    <a:gd name="T45" fmla="*/ 170 h 223"/>
                    <a:gd name="T46" fmla="*/ 224 w 313"/>
                    <a:gd name="T47" fmla="*/ 174 h 223"/>
                    <a:gd name="T48" fmla="*/ 219 w 313"/>
                    <a:gd name="T49" fmla="*/ 183 h 223"/>
                    <a:gd name="T50" fmla="*/ 224 w 313"/>
                    <a:gd name="T51" fmla="*/ 188 h 223"/>
                    <a:gd name="T52" fmla="*/ 219 w 313"/>
                    <a:gd name="T53" fmla="*/ 201 h 223"/>
                    <a:gd name="T54" fmla="*/ 224 w 313"/>
                    <a:gd name="T55" fmla="*/ 206 h 223"/>
                    <a:gd name="T56" fmla="*/ 224 w 313"/>
                    <a:gd name="T57" fmla="*/ 219 h 223"/>
                    <a:gd name="T58" fmla="*/ 241 w 313"/>
                    <a:gd name="T59" fmla="*/ 206 h 223"/>
                    <a:gd name="T60" fmla="*/ 246 w 313"/>
                    <a:gd name="T61" fmla="*/ 210 h 223"/>
                    <a:gd name="T62" fmla="*/ 246 w 313"/>
                    <a:gd name="T63" fmla="*/ 219 h 223"/>
                    <a:gd name="T64" fmla="*/ 246 w 313"/>
                    <a:gd name="T65" fmla="*/ 210 h 223"/>
                    <a:gd name="T66" fmla="*/ 246 w 313"/>
                    <a:gd name="T67" fmla="*/ 201 h 223"/>
                    <a:gd name="T68" fmla="*/ 250 w 313"/>
                    <a:gd name="T69" fmla="*/ 214 h 223"/>
                    <a:gd name="T70" fmla="*/ 259 w 313"/>
                    <a:gd name="T71" fmla="*/ 223 h 223"/>
                    <a:gd name="T72" fmla="*/ 264 w 313"/>
                    <a:gd name="T73" fmla="*/ 219 h 223"/>
                    <a:gd name="T74" fmla="*/ 264 w 313"/>
                    <a:gd name="T75" fmla="*/ 214 h 223"/>
                    <a:gd name="T76" fmla="*/ 250 w 313"/>
                    <a:gd name="T77" fmla="*/ 214 h 223"/>
                    <a:gd name="T78" fmla="*/ 264 w 313"/>
                    <a:gd name="T79" fmla="*/ 192 h 223"/>
                    <a:gd name="T80" fmla="*/ 255 w 313"/>
                    <a:gd name="T81" fmla="*/ 192 h 223"/>
                    <a:gd name="T82" fmla="*/ 255 w 313"/>
                    <a:gd name="T83" fmla="*/ 206 h 223"/>
                    <a:gd name="T84" fmla="*/ 264 w 313"/>
                    <a:gd name="T85" fmla="*/ 210 h 223"/>
                    <a:gd name="T86" fmla="*/ 273 w 313"/>
                    <a:gd name="T87" fmla="*/ 210 h 223"/>
                    <a:gd name="T88" fmla="*/ 273 w 313"/>
                    <a:gd name="T89" fmla="*/ 201 h 223"/>
                    <a:gd name="T90" fmla="*/ 273 w 313"/>
                    <a:gd name="T91" fmla="*/ 197 h 223"/>
                    <a:gd name="T92" fmla="*/ 273 w 313"/>
                    <a:gd name="T93" fmla="*/ 183 h 223"/>
                    <a:gd name="T94" fmla="*/ 264 w 313"/>
                    <a:gd name="T95" fmla="*/ 183 h 223"/>
                    <a:gd name="T96" fmla="*/ 304 w 313"/>
                    <a:gd name="T97" fmla="*/ 210 h 223"/>
                    <a:gd name="T98" fmla="*/ 313 w 313"/>
                    <a:gd name="T99" fmla="*/ 206 h 2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</a:cxnLst>
                  <a:rect l="0" t="0" r="r" b="b"/>
                  <a:pathLst>
                    <a:path w="313" h="223">
                      <a:moveTo>
                        <a:pt x="0" y="4"/>
                      </a:moveTo>
                      <a:lnTo>
                        <a:pt x="0" y="9"/>
                      </a:lnTo>
                      <a:lnTo>
                        <a:pt x="5" y="13"/>
                      </a:lnTo>
                      <a:lnTo>
                        <a:pt x="5" y="18"/>
                      </a:lnTo>
                      <a:lnTo>
                        <a:pt x="9" y="22"/>
                      </a:lnTo>
                      <a:lnTo>
                        <a:pt x="5" y="27"/>
                      </a:lnTo>
                      <a:lnTo>
                        <a:pt x="9" y="31"/>
                      </a:lnTo>
                      <a:lnTo>
                        <a:pt x="9" y="31"/>
                      </a:lnTo>
                      <a:lnTo>
                        <a:pt x="5" y="27"/>
                      </a:lnTo>
                      <a:lnTo>
                        <a:pt x="9" y="18"/>
                      </a:lnTo>
                      <a:lnTo>
                        <a:pt x="5" y="13"/>
                      </a:lnTo>
                      <a:lnTo>
                        <a:pt x="5" y="13"/>
                      </a:lnTo>
                      <a:lnTo>
                        <a:pt x="5" y="4"/>
                      </a:lnTo>
                      <a:lnTo>
                        <a:pt x="14" y="0"/>
                      </a:lnTo>
                      <a:lnTo>
                        <a:pt x="9" y="0"/>
                      </a:lnTo>
                      <a:lnTo>
                        <a:pt x="0" y="4"/>
                      </a:lnTo>
                      <a:close/>
                      <a:moveTo>
                        <a:pt x="224" y="219"/>
                      </a:moveTo>
                      <a:lnTo>
                        <a:pt x="241" y="214"/>
                      </a:lnTo>
                      <a:lnTo>
                        <a:pt x="237" y="210"/>
                      </a:lnTo>
                      <a:lnTo>
                        <a:pt x="237" y="206"/>
                      </a:lnTo>
                      <a:lnTo>
                        <a:pt x="241" y="197"/>
                      </a:lnTo>
                      <a:lnTo>
                        <a:pt x="237" y="192"/>
                      </a:lnTo>
                      <a:lnTo>
                        <a:pt x="241" y="192"/>
                      </a:lnTo>
                      <a:lnTo>
                        <a:pt x="241" y="188"/>
                      </a:lnTo>
                      <a:lnTo>
                        <a:pt x="241" y="179"/>
                      </a:lnTo>
                      <a:lnTo>
                        <a:pt x="246" y="183"/>
                      </a:lnTo>
                      <a:lnTo>
                        <a:pt x="250" y="174"/>
                      </a:lnTo>
                      <a:lnTo>
                        <a:pt x="250" y="170"/>
                      </a:lnTo>
                      <a:lnTo>
                        <a:pt x="246" y="170"/>
                      </a:lnTo>
                      <a:lnTo>
                        <a:pt x="246" y="165"/>
                      </a:lnTo>
                      <a:lnTo>
                        <a:pt x="241" y="156"/>
                      </a:lnTo>
                      <a:lnTo>
                        <a:pt x="241" y="156"/>
                      </a:lnTo>
                      <a:lnTo>
                        <a:pt x="241" y="152"/>
                      </a:lnTo>
                      <a:lnTo>
                        <a:pt x="246" y="156"/>
                      </a:lnTo>
                      <a:lnTo>
                        <a:pt x="250" y="147"/>
                      </a:lnTo>
                      <a:lnTo>
                        <a:pt x="246" y="143"/>
                      </a:lnTo>
                      <a:lnTo>
                        <a:pt x="246" y="139"/>
                      </a:lnTo>
                      <a:lnTo>
                        <a:pt x="246" y="134"/>
                      </a:lnTo>
                      <a:lnTo>
                        <a:pt x="241" y="134"/>
                      </a:lnTo>
                      <a:lnTo>
                        <a:pt x="237" y="152"/>
                      </a:lnTo>
                      <a:lnTo>
                        <a:pt x="224" y="156"/>
                      </a:lnTo>
                      <a:lnTo>
                        <a:pt x="219" y="161"/>
                      </a:lnTo>
                      <a:lnTo>
                        <a:pt x="219" y="165"/>
                      </a:lnTo>
                      <a:lnTo>
                        <a:pt x="224" y="165"/>
                      </a:lnTo>
                      <a:lnTo>
                        <a:pt x="224" y="170"/>
                      </a:lnTo>
                      <a:lnTo>
                        <a:pt x="219" y="170"/>
                      </a:lnTo>
                      <a:lnTo>
                        <a:pt x="219" y="174"/>
                      </a:lnTo>
                      <a:lnTo>
                        <a:pt x="224" y="174"/>
                      </a:lnTo>
                      <a:lnTo>
                        <a:pt x="219" y="179"/>
                      </a:lnTo>
                      <a:lnTo>
                        <a:pt x="219" y="183"/>
                      </a:lnTo>
                      <a:lnTo>
                        <a:pt x="219" y="183"/>
                      </a:lnTo>
                      <a:lnTo>
                        <a:pt x="224" y="188"/>
                      </a:lnTo>
                      <a:lnTo>
                        <a:pt x="219" y="192"/>
                      </a:lnTo>
                      <a:lnTo>
                        <a:pt x="219" y="201"/>
                      </a:lnTo>
                      <a:lnTo>
                        <a:pt x="224" y="197"/>
                      </a:lnTo>
                      <a:lnTo>
                        <a:pt x="224" y="206"/>
                      </a:lnTo>
                      <a:lnTo>
                        <a:pt x="224" y="214"/>
                      </a:lnTo>
                      <a:lnTo>
                        <a:pt x="224" y="219"/>
                      </a:lnTo>
                      <a:close/>
                      <a:moveTo>
                        <a:pt x="241" y="197"/>
                      </a:moveTo>
                      <a:lnTo>
                        <a:pt x="241" y="206"/>
                      </a:lnTo>
                      <a:lnTo>
                        <a:pt x="241" y="210"/>
                      </a:lnTo>
                      <a:lnTo>
                        <a:pt x="246" y="210"/>
                      </a:lnTo>
                      <a:lnTo>
                        <a:pt x="246" y="219"/>
                      </a:lnTo>
                      <a:lnTo>
                        <a:pt x="246" y="219"/>
                      </a:lnTo>
                      <a:lnTo>
                        <a:pt x="250" y="210"/>
                      </a:lnTo>
                      <a:lnTo>
                        <a:pt x="246" y="210"/>
                      </a:lnTo>
                      <a:lnTo>
                        <a:pt x="246" y="206"/>
                      </a:lnTo>
                      <a:lnTo>
                        <a:pt x="246" y="201"/>
                      </a:lnTo>
                      <a:lnTo>
                        <a:pt x="241" y="197"/>
                      </a:lnTo>
                      <a:close/>
                      <a:moveTo>
                        <a:pt x="250" y="214"/>
                      </a:moveTo>
                      <a:lnTo>
                        <a:pt x="250" y="219"/>
                      </a:lnTo>
                      <a:lnTo>
                        <a:pt x="259" y="223"/>
                      </a:lnTo>
                      <a:lnTo>
                        <a:pt x="264" y="219"/>
                      </a:lnTo>
                      <a:lnTo>
                        <a:pt x="264" y="219"/>
                      </a:lnTo>
                      <a:lnTo>
                        <a:pt x="268" y="219"/>
                      </a:lnTo>
                      <a:lnTo>
                        <a:pt x="264" y="214"/>
                      </a:lnTo>
                      <a:lnTo>
                        <a:pt x="259" y="214"/>
                      </a:lnTo>
                      <a:lnTo>
                        <a:pt x="250" y="214"/>
                      </a:lnTo>
                      <a:close/>
                      <a:moveTo>
                        <a:pt x="264" y="183"/>
                      </a:moveTo>
                      <a:lnTo>
                        <a:pt x="264" y="192"/>
                      </a:lnTo>
                      <a:lnTo>
                        <a:pt x="259" y="183"/>
                      </a:lnTo>
                      <a:lnTo>
                        <a:pt x="255" y="192"/>
                      </a:lnTo>
                      <a:lnTo>
                        <a:pt x="250" y="192"/>
                      </a:lnTo>
                      <a:lnTo>
                        <a:pt x="255" y="206"/>
                      </a:lnTo>
                      <a:lnTo>
                        <a:pt x="259" y="206"/>
                      </a:lnTo>
                      <a:lnTo>
                        <a:pt x="264" y="210"/>
                      </a:lnTo>
                      <a:lnTo>
                        <a:pt x="273" y="214"/>
                      </a:lnTo>
                      <a:lnTo>
                        <a:pt x="273" y="210"/>
                      </a:lnTo>
                      <a:lnTo>
                        <a:pt x="268" y="206"/>
                      </a:lnTo>
                      <a:lnTo>
                        <a:pt x="273" y="201"/>
                      </a:lnTo>
                      <a:lnTo>
                        <a:pt x="268" y="197"/>
                      </a:lnTo>
                      <a:lnTo>
                        <a:pt x="273" y="197"/>
                      </a:lnTo>
                      <a:lnTo>
                        <a:pt x="273" y="192"/>
                      </a:lnTo>
                      <a:lnTo>
                        <a:pt x="273" y="183"/>
                      </a:lnTo>
                      <a:lnTo>
                        <a:pt x="268" y="179"/>
                      </a:lnTo>
                      <a:lnTo>
                        <a:pt x="264" y="183"/>
                      </a:lnTo>
                      <a:close/>
                      <a:moveTo>
                        <a:pt x="308" y="206"/>
                      </a:moveTo>
                      <a:lnTo>
                        <a:pt x="304" y="210"/>
                      </a:lnTo>
                      <a:lnTo>
                        <a:pt x="313" y="210"/>
                      </a:lnTo>
                      <a:lnTo>
                        <a:pt x="313" y="206"/>
                      </a:lnTo>
                      <a:lnTo>
                        <a:pt x="308" y="206"/>
                      </a:lnTo>
                      <a:close/>
                    </a:path>
                  </a:pathLst>
                </a:custGeom>
                <a:grpFill/>
                <a:ln w="9525" cmpd="sng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>
                    <a:latin typeface="Delivery" panose="020F0503020204020204" pitchFamily="34" charset="0"/>
                  </a:endParaRPr>
                </a:p>
              </p:txBody>
            </p:sp>
            <p:sp>
              <p:nvSpPr>
                <p:cNvPr id="24" name="Freeform 180">
                  <a:extLst>
                    <a:ext uri="{FF2B5EF4-FFF2-40B4-BE49-F238E27FC236}">
                      <a16:creationId xmlns:a16="http://schemas.microsoft.com/office/drawing/2014/main" id="{3C42A1E5-04EB-827E-5979-0EF35C07B1EC}"/>
                    </a:ext>
                  </a:extLst>
                </p:cNvPr>
                <p:cNvSpPr>
                  <a:spLocks noEditPoints="1"/>
                </p:cNvSpPr>
                <p:nvPr/>
              </p:nvSpPr>
              <p:spPr bwMode="gray">
                <a:xfrm>
                  <a:off x="3036" y="1689"/>
                  <a:ext cx="98" cy="62"/>
                </a:xfrm>
                <a:custGeom>
                  <a:avLst/>
                  <a:gdLst>
                    <a:gd name="T0" fmla="*/ 4 w 98"/>
                    <a:gd name="T1" fmla="*/ 31 h 62"/>
                    <a:gd name="T2" fmla="*/ 0 w 98"/>
                    <a:gd name="T3" fmla="*/ 36 h 62"/>
                    <a:gd name="T4" fmla="*/ 4 w 98"/>
                    <a:gd name="T5" fmla="*/ 40 h 62"/>
                    <a:gd name="T6" fmla="*/ 0 w 98"/>
                    <a:gd name="T7" fmla="*/ 45 h 62"/>
                    <a:gd name="T8" fmla="*/ 4 w 98"/>
                    <a:gd name="T9" fmla="*/ 49 h 62"/>
                    <a:gd name="T10" fmla="*/ 9 w 98"/>
                    <a:gd name="T11" fmla="*/ 40 h 62"/>
                    <a:gd name="T12" fmla="*/ 13 w 98"/>
                    <a:gd name="T13" fmla="*/ 40 h 62"/>
                    <a:gd name="T14" fmla="*/ 22 w 98"/>
                    <a:gd name="T15" fmla="*/ 31 h 62"/>
                    <a:gd name="T16" fmla="*/ 22 w 98"/>
                    <a:gd name="T17" fmla="*/ 27 h 62"/>
                    <a:gd name="T18" fmla="*/ 18 w 98"/>
                    <a:gd name="T19" fmla="*/ 27 h 62"/>
                    <a:gd name="T20" fmla="*/ 13 w 98"/>
                    <a:gd name="T21" fmla="*/ 27 h 62"/>
                    <a:gd name="T22" fmla="*/ 22 w 98"/>
                    <a:gd name="T23" fmla="*/ 22 h 62"/>
                    <a:gd name="T24" fmla="*/ 13 w 98"/>
                    <a:gd name="T25" fmla="*/ 18 h 62"/>
                    <a:gd name="T26" fmla="*/ 9 w 98"/>
                    <a:gd name="T27" fmla="*/ 22 h 62"/>
                    <a:gd name="T28" fmla="*/ 13 w 98"/>
                    <a:gd name="T29" fmla="*/ 27 h 62"/>
                    <a:gd name="T30" fmla="*/ 13 w 98"/>
                    <a:gd name="T31" fmla="*/ 27 h 62"/>
                    <a:gd name="T32" fmla="*/ 4 w 98"/>
                    <a:gd name="T33" fmla="*/ 31 h 62"/>
                    <a:gd name="T34" fmla="*/ 40 w 98"/>
                    <a:gd name="T35" fmla="*/ 54 h 62"/>
                    <a:gd name="T36" fmla="*/ 53 w 98"/>
                    <a:gd name="T37" fmla="*/ 49 h 62"/>
                    <a:gd name="T38" fmla="*/ 62 w 98"/>
                    <a:gd name="T39" fmla="*/ 54 h 62"/>
                    <a:gd name="T40" fmla="*/ 71 w 98"/>
                    <a:gd name="T41" fmla="*/ 58 h 62"/>
                    <a:gd name="T42" fmla="*/ 76 w 98"/>
                    <a:gd name="T43" fmla="*/ 58 h 62"/>
                    <a:gd name="T44" fmla="*/ 85 w 98"/>
                    <a:gd name="T45" fmla="*/ 62 h 62"/>
                    <a:gd name="T46" fmla="*/ 94 w 98"/>
                    <a:gd name="T47" fmla="*/ 58 h 62"/>
                    <a:gd name="T48" fmla="*/ 98 w 98"/>
                    <a:gd name="T49" fmla="*/ 54 h 62"/>
                    <a:gd name="T50" fmla="*/ 89 w 98"/>
                    <a:gd name="T51" fmla="*/ 45 h 62"/>
                    <a:gd name="T52" fmla="*/ 85 w 98"/>
                    <a:gd name="T53" fmla="*/ 36 h 62"/>
                    <a:gd name="T54" fmla="*/ 85 w 98"/>
                    <a:gd name="T55" fmla="*/ 31 h 62"/>
                    <a:gd name="T56" fmla="*/ 85 w 98"/>
                    <a:gd name="T57" fmla="*/ 22 h 62"/>
                    <a:gd name="T58" fmla="*/ 94 w 98"/>
                    <a:gd name="T59" fmla="*/ 18 h 62"/>
                    <a:gd name="T60" fmla="*/ 98 w 98"/>
                    <a:gd name="T61" fmla="*/ 9 h 62"/>
                    <a:gd name="T62" fmla="*/ 94 w 98"/>
                    <a:gd name="T63" fmla="*/ 0 h 62"/>
                    <a:gd name="T64" fmla="*/ 89 w 98"/>
                    <a:gd name="T65" fmla="*/ 4 h 62"/>
                    <a:gd name="T66" fmla="*/ 71 w 98"/>
                    <a:gd name="T67" fmla="*/ 0 h 62"/>
                    <a:gd name="T68" fmla="*/ 40 w 98"/>
                    <a:gd name="T69" fmla="*/ 9 h 62"/>
                    <a:gd name="T70" fmla="*/ 27 w 98"/>
                    <a:gd name="T71" fmla="*/ 18 h 62"/>
                    <a:gd name="T72" fmla="*/ 27 w 98"/>
                    <a:gd name="T73" fmla="*/ 31 h 62"/>
                    <a:gd name="T74" fmla="*/ 35 w 98"/>
                    <a:gd name="T75" fmla="*/ 40 h 62"/>
                    <a:gd name="T76" fmla="*/ 40 w 98"/>
                    <a:gd name="T77" fmla="*/ 36 h 62"/>
                    <a:gd name="T78" fmla="*/ 40 w 98"/>
                    <a:gd name="T79" fmla="*/ 54 h 6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</a:cxnLst>
                  <a:rect l="0" t="0" r="r" b="b"/>
                  <a:pathLst>
                    <a:path w="98" h="62">
                      <a:moveTo>
                        <a:pt x="4" y="31"/>
                      </a:moveTo>
                      <a:lnTo>
                        <a:pt x="0" y="36"/>
                      </a:lnTo>
                      <a:lnTo>
                        <a:pt x="4" y="40"/>
                      </a:lnTo>
                      <a:lnTo>
                        <a:pt x="0" y="45"/>
                      </a:lnTo>
                      <a:lnTo>
                        <a:pt x="4" y="49"/>
                      </a:lnTo>
                      <a:lnTo>
                        <a:pt x="9" y="40"/>
                      </a:lnTo>
                      <a:lnTo>
                        <a:pt x="13" y="40"/>
                      </a:lnTo>
                      <a:lnTo>
                        <a:pt x="22" y="31"/>
                      </a:lnTo>
                      <a:lnTo>
                        <a:pt x="22" y="27"/>
                      </a:lnTo>
                      <a:lnTo>
                        <a:pt x="18" y="27"/>
                      </a:lnTo>
                      <a:lnTo>
                        <a:pt x="13" y="27"/>
                      </a:lnTo>
                      <a:lnTo>
                        <a:pt x="22" y="22"/>
                      </a:lnTo>
                      <a:lnTo>
                        <a:pt x="13" y="18"/>
                      </a:lnTo>
                      <a:lnTo>
                        <a:pt x="9" y="22"/>
                      </a:lnTo>
                      <a:lnTo>
                        <a:pt x="13" y="27"/>
                      </a:lnTo>
                      <a:lnTo>
                        <a:pt x="13" y="27"/>
                      </a:lnTo>
                      <a:lnTo>
                        <a:pt x="4" y="31"/>
                      </a:lnTo>
                      <a:close/>
                      <a:moveTo>
                        <a:pt x="40" y="54"/>
                      </a:moveTo>
                      <a:lnTo>
                        <a:pt x="53" y="49"/>
                      </a:lnTo>
                      <a:lnTo>
                        <a:pt x="62" y="54"/>
                      </a:lnTo>
                      <a:lnTo>
                        <a:pt x="71" y="58"/>
                      </a:lnTo>
                      <a:lnTo>
                        <a:pt x="76" y="58"/>
                      </a:lnTo>
                      <a:lnTo>
                        <a:pt x="85" y="62"/>
                      </a:lnTo>
                      <a:lnTo>
                        <a:pt x="94" y="58"/>
                      </a:lnTo>
                      <a:lnTo>
                        <a:pt x="98" y="54"/>
                      </a:lnTo>
                      <a:lnTo>
                        <a:pt x="89" y="45"/>
                      </a:lnTo>
                      <a:lnTo>
                        <a:pt x="85" y="36"/>
                      </a:lnTo>
                      <a:lnTo>
                        <a:pt x="85" y="31"/>
                      </a:lnTo>
                      <a:lnTo>
                        <a:pt x="85" y="22"/>
                      </a:lnTo>
                      <a:lnTo>
                        <a:pt x="94" y="18"/>
                      </a:lnTo>
                      <a:lnTo>
                        <a:pt x="98" y="9"/>
                      </a:lnTo>
                      <a:lnTo>
                        <a:pt x="94" y="0"/>
                      </a:lnTo>
                      <a:lnTo>
                        <a:pt x="89" y="4"/>
                      </a:lnTo>
                      <a:lnTo>
                        <a:pt x="71" y="0"/>
                      </a:lnTo>
                      <a:lnTo>
                        <a:pt x="40" y="9"/>
                      </a:lnTo>
                      <a:lnTo>
                        <a:pt x="27" y="18"/>
                      </a:lnTo>
                      <a:lnTo>
                        <a:pt x="27" y="31"/>
                      </a:lnTo>
                      <a:lnTo>
                        <a:pt x="35" y="40"/>
                      </a:lnTo>
                      <a:lnTo>
                        <a:pt x="40" y="36"/>
                      </a:lnTo>
                      <a:lnTo>
                        <a:pt x="40" y="54"/>
                      </a:lnTo>
                      <a:close/>
                    </a:path>
                  </a:pathLst>
                </a:custGeom>
                <a:grpFill/>
                <a:ln w="9525" cmpd="sng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>
                    <a:latin typeface="Delivery" panose="020F0503020204020204" pitchFamily="34" charset="0"/>
                  </a:endParaRPr>
                </a:p>
              </p:txBody>
            </p:sp>
            <p:sp>
              <p:nvSpPr>
                <p:cNvPr id="25" name="Freeform 181">
                  <a:extLst>
                    <a:ext uri="{FF2B5EF4-FFF2-40B4-BE49-F238E27FC236}">
                      <a16:creationId xmlns:a16="http://schemas.microsoft.com/office/drawing/2014/main" id="{82448A54-7B8B-490C-B8FA-038B192DA399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3018" y="1327"/>
                  <a:ext cx="165" cy="362"/>
                </a:xfrm>
                <a:custGeom>
                  <a:avLst/>
                  <a:gdLst>
                    <a:gd name="T0" fmla="*/ 18 w 165"/>
                    <a:gd name="T1" fmla="*/ 54 h 362"/>
                    <a:gd name="T2" fmla="*/ 45 w 165"/>
                    <a:gd name="T3" fmla="*/ 76 h 362"/>
                    <a:gd name="T4" fmla="*/ 53 w 165"/>
                    <a:gd name="T5" fmla="*/ 121 h 362"/>
                    <a:gd name="T6" fmla="*/ 49 w 165"/>
                    <a:gd name="T7" fmla="*/ 152 h 362"/>
                    <a:gd name="T8" fmla="*/ 58 w 165"/>
                    <a:gd name="T9" fmla="*/ 165 h 362"/>
                    <a:gd name="T10" fmla="*/ 67 w 165"/>
                    <a:gd name="T11" fmla="*/ 192 h 362"/>
                    <a:gd name="T12" fmla="*/ 45 w 165"/>
                    <a:gd name="T13" fmla="*/ 219 h 362"/>
                    <a:gd name="T14" fmla="*/ 22 w 165"/>
                    <a:gd name="T15" fmla="*/ 250 h 362"/>
                    <a:gd name="T16" fmla="*/ 9 w 165"/>
                    <a:gd name="T17" fmla="*/ 264 h 362"/>
                    <a:gd name="T18" fmla="*/ 13 w 165"/>
                    <a:gd name="T19" fmla="*/ 277 h 362"/>
                    <a:gd name="T20" fmla="*/ 13 w 165"/>
                    <a:gd name="T21" fmla="*/ 313 h 362"/>
                    <a:gd name="T22" fmla="*/ 27 w 165"/>
                    <a:gd name="T23" fmla="*/ 335 h 362"/>
                    <a:gd name="T24" fmla="*/ 36 w 165"/>
                    <a:gd name="T25" fmla="*/ 340 h 362"/>
                    <a:gd name="T26" fmla="*/ 36 w 165"/>
                    <a:gd name="T27" fmla="*/ 348 h 362"/>
                    <a:gd name="T28" fmla="*/ 40 w 165"/>
                    <a:gd name="T29" fmla="*/ 353 h 362"/>
                    <a:gd name="T30" fmla="*/ 40 w 165"/>
                    <a:gd name="T31" fmla="*/ 362 h 362"/>
                    <a:gd name="T32" fmla="*/ 58 w 165"/>
                    <a:gd name="T33" fmla="*/ 348 h 362"/>
                    <a:gd name="T34" fmla="*/ 62 w 165"/>
                    <a:gd name="T35" fmla="*/ 353 h 362"/>
                    <a:gd name="T36" fmla="*/ 76 w 165"/>
                    <a:gd name="T37" fmla="*/ 348 h 362"/>
                    <a:gd name="T38" fmla="*/ 85 w 165"/>
                    <a:gd name="T39" fmla="*/ 344 h 362"/>
                    <a:gd name="T40" fmla="*/ 98 w 165"/>
                    <a:gd name="T41" fmla="*/ 340 h 362"/>
                    <a:gd name="T42" fmla="*/ 112 w 165"/>
                    <a:gd name="T43" fmla="*/ 340 h 362"/>
                    <a:gd name="T44" fmla="*/ 129 w 165"/>
                    <a:gd name="T45" fmla="*/ 322 h 362"/>
                    <a:gd name="T46" fmla="*/ 161 w 165"/>
                    <a:gd name="T47" fmla="*/ 281 h 362"/>
                    <a:gd name="T48" fmla="*/ 147 w 165"/>
                    <a:gd name="T49" fmla="*/ 255 h 362"/>
                    <a:gd name="T50" fmla="*/ 147 w 165"/>
                    <a:gd name="T51" fmla="*/ 228 h 362"/>
                    <a:gd name="T52" fmla="*/ 143 w 165"/>
                    <a:gd name="T53" fmla="*/ 214 h 362"/>
                    <a:gd name="T54" fmla="*/ 134 w 165"/>
                    <a:gd name="T55" fmla="*/ 165 h 362"/>
                    <a:gd name="T56" fmla="*/ 134 w 165"/>
                    <a:gd name="T57" fmla="*/ 147 h 362"/>
                    <a:gd name="T58" fmla="*/ 120 w 165"/>
                    <a:gd name="T59" fmla="*/ 116 h 362"/>
                    <a:gd name="T60" fmla="*/ 134 w 165"/>
                    <a:gd name="T61" fmla="*/ 80 h 362"/>
                    <a:gd name="T62" fmla="*/ 116 w 165"/>
                    <a:gd name="T63" fmla="*/ 54 h 362"/>
                    <a:gd name="T64" fmla="*/ 112 w 165"/>
                    <a:gd name="T65" fmla="*/ 40 h 362"/>
                    <a:gd name="T66" fmla="*/ 116 w 165"/>
                    <a:gd name="T67" fmla="*/ 31 h 362"/>
                    <a:gd name="T68" fmla="*/ 120 w 165"/>
                    <a:gd name="T69" fmla="*/ 9 h 362"/>
                    <a:gd name="T70" fmla="*/ 107 w 165"/>
                    <a:gd name="T71" fmla="*/ 0 h 362"/>
                    <a:gd name="T72" fmla="*/ 76 w 165"/>
                    <a:gd name="T73" fmla="*/ 22 h 362"/>
                    <a:gd name="T74" fmla="*/ 62 w 165"/>
                    <a:gd name="T75" fmla="*/ 58 h 362"/>
                    <a:gd name="T76" fmla="*/ 31 w 165"/>
                    <a:gd name="T77" fmla="*/ 54 h 362"/>
                    <a:gd name="T78" fmla="*/ 9 w 165"/>
                    <a:gd name="T79" fmla="*/ 31 h 362"/>
                    <a:gd name="T80" fmla="*/ 0 w 165"/>
                    <a:gd name="T81" fmla="*/ 36 h 36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165" h="362">
                      <a:moveTo>
                        <a:pt x="4" y="40"/>
                      </a:moveTo>
                      <a:lnTo>
                        <a:pt x="18" y="54"/>
                      </a:lnTo>
                      <a:lnTo>
                        <a:pt x="40" y="62"/>
                      </a:lnTo>
                      <a:lnTo>
                        <a:pt x="45" y="76"/>
                      </a:lnTo>
                      <a:lnTo>
                        <a:pt x="49" y="98"/>
                      </a:lnTo>
                      <a:lnTo>
                        <a:pt x="53" y="121"/>
                      </a:lnTo>
                      <a:lnTo>
                        <a:pt x="49" y="138"/>
                      </a:lnTo>
                      <a:lnTo>
                        <a:pt x="49" y="152"/>
                      </a:lnTo>
                      <a:lnTo>
                        <a:pt x="53" y="165"/>
                      </a:lnTo>
                      <a:lnTo>
                        <a:pt x="58" y="165"/>
                      </a:lnTo>
                      <a:lnTo>
                        <a:pt x="71" y="183"/>
                      </a:lnTo>
                      <a:lnTo>
                        <a:pt x="67" y="192"/>
                      </a:lnTo>
                      <a:lnTo>
                        <a:pt x="71" y="197"/>
                      </a:lnTo>
                      <a:lnTo>
                        <a:pt x="45" y="219"/>
                      </a:lnTo>
                      <a:lnTo>
                        <a:pt x="31" y="237"/>
                      </a:lnTo>
                      <a:lnTo>
                        <a:pt x="22" y="250"/>
                      </a:lnTo>
                      <a:lnTo>
                        <a:pt x="13" y="250"/>
                      </a:lnTo>
                      <a:lnTo>
                        <a:pt x="9" y="264"/>
                      </a:lnTo>
                      <a:lnTo>
                        <a:pt x="9" y="277"/>
                      </a:lnTo>
                      <a:lnTo>
                        <a:pt x="13" y="277"/>
                      </a:lnTo>
                      <a:lnTo>
                        <a:pt x="18" y="299"/>
                      </a:lnTo>
                      <a:lnTo>
                        <a:pt x="13" y="313"/>
                      </a:lnTo>
                      <a:lnTo>
                        <a:pt x="18" y="331"/>
                      </a:lnTo>
                      <a:lnTo>
                        <a:pt x="27" y="335"/>
                      </a:lnTo>
                      <a:lnTo>
                        <a:pt x="31" y="344"/>
                      </a:lnTo>
                      <a:lnTo>
                        <a:pt x="36" y="340"/>
                      </a:lnTo>
                      <a:lnTo>
                        <a:pt x="36" y="344"/>
                      </a:lnTo>
                      <a:lnTo>
                        <a:pt x="36" y="348"/>
                      </a:lnTo>
                      <a:lnTo>
                        <a:pt x="36" y="353"/>
                      </a:lnTo>
                      <a:lnTo>
                        <a:pt x="40" y="353"/>
                      </a:lnTo>
                      <a:lnTo>
                        <a:pt x="36" y="362"/>
                      </a:lnTo>
                      <a:lnTo>
                        <a:pt x="40" y="362"/>
                      </a:lnTo>
                      <a:lnTo>
                        <a:pt x="45" y="353"/>
                      </a:lnTo>
                      <a:lnTo>
                        <a:pt x="58" y="348"/>
                      </a:lnTo>
                      <a:lnTo>
                        <a:pt x="58" y="353"/>
                      </a:lnTo>
                      <a:lnTo>
                        <a:pt x="62" y="353"/>
                      </a:lnTo>
                      <a:lnTo>
                        <a:pt x="67" y="344"/>
                      </a:lnTo>
                      <a:lnTo>
                        <a:pt x="76" y="348"/>
                      </a:lnTo>
                      <a:lnTo>
                        <a:pt x="80" y="344"/>
                      </a:lnTo>
                      <a:lnTo>
                        <a:pt x="85" y="344"/>
                      </a:lnTo>
                      <a:lnTo>
                        <a:pt x="94" y="344"/>
                      </a:lnTo>
                      <a:lnTo>
                        <a:pt x="98" y="340"/>
                      </a:lnTo>
                      <a:lnTo>
                        <a:pt x="107" y="344"/>
                      </a:lnTo>
                      <a:lnTo>
                        <a:pt x="112" y="340"/>
                      </a:lnTo>
                      <a:lnTo>
                        <a:pt x="120" y="331"/>
                      </a:lnTo>
                      <a:lnTo>
                        <a:pt x="129" y="322"/>
                      </a:lnTo>
                      <a:lnTo>
                        <a:pt x="134" y="308"/>
                      </a:lnTo>
                      <a:lnTo>
                        <a:pt x="161" y="281"/>
                      </a:lnTo>
                      <a:lnTo>
                        <a:pt x="165" y="273"/>
                      </a:lnTo>
                      <a:lnTo>
                        <a:pt x="147" y="255"/>
                      </a:lnTo>
                      <a:lnTo>
                        <a:pt x="134" y="241"/>
                      </a:lnTo>
                      <a:lnTo>
                        <a:pt x="147" y="228"/>
                      </a:lnTo>
                      <a:lnTo>
                        <a:pt x="134" y="219"/>
                      </a:lnTo>
                      <a:lnTo>
                        <a:pt x="143" y="214"/>
                      </a:lnTo>
                      <a:lnTo>
                        <a:pt x="134" y="210"/>
                      </a:lnTo>
                      <a:lnTo>
                        <a:pt x="134" y="165"/>
                      </a:lnTo>
                      <a:lnTo>
                        <a:pt x="143" y="161"/>
                      </a:lnTo>
                      <a:lnTo>
                        <a:pt x="134" y="147"/>
                      </a:lnTo>
                      <a:lnTo>
                        <a:pt x="129" y="130"/>
                      </a:lnTo>
                      <a:lnTo>
                        <a:pt x="120" y="116"/>
                      </a:lnTo>
                      <a:lnTo>
                        <a:pt x="134" y="89"/>
                      </a:lnTo>
                      <a:lnTo>
                        <a:pt x="134" y="80"/>
                      </a:lnTo>
                      <a:lnTo>
                        <a:pt x="120" y="71"/>
                      </a:lnTo>
                      <a:lnTo>
                        <a:pt x="116" y="54"/>
                      </a:lnTo>
                      <a:lnTo>
                        <a:pt x="125" y="36"/>
                      </a:lnTo>
                      <a:lnTo>
                        <a:pt x="112" y="40"/>
                      </a:lnTo>
                      <a:lnTo>
                        <a:pt x="112" y="36"/>
                      </a:lnTo>
                      <a:lnTo>
                        <a:pt x="116" y="31"/>
                      </a:lnTo>
                      <a:lnTo>
                        <a:pt x="120" y="13"/>
                      </a:lnTo>
                      <a:lnTo>
                        <a:pt x="120" y="9"/>
                      </a:lnTo>
                      <a:lnTo>
                        <a:pt x="112" y="9"/>
                      </a:lnTo>
                      <a:lnTo>
                        <a:pt x="107" y="0"/>
                      </a:lnTo>
                      <a:lnTo>
                        <a:pt x="89" y="4"/>
                      </a:lnTo>
                      <a:lnTo>
                        <a:pt x="76" y="22"/>
                      </a:lnTo>
                      <a:lnTo>
                        <a:pt x="76" y="45"/>
                      </a:lnTo>
                      <a:lnTo>
                        <a:pt x="62" y="58"/>
                      </a:lnTo>
                      <a:lnTo>
                        <a:pt x="53" y="54"/>
                      </a:lnTo>
                      <a:lnTo>
                        <a:pt x="31" y="54"/>
                      </a:lnTo>
                      <a:lnTo>
                        <a:pt x="18" y="31"/>
                      </a:lnTo>
                      <a:lnTo>
                        <a:pt x="9" y="31"/>
                      </a:lnTo>
                      <a:lnTo>
                        <a:pt x="9" y="36"/>
                      </a:lnTo>
                      <a:lnTo>
                        <a:pt x="0" y="36"/>
                      </a:lnTo>
                      <a:lnTo>
                        <a:pt x="4" y="40"/>
                      </a:lnTo>
                      <a:close/>
                    </a:path>
                  </a:pathLst>
                </a:custGeom>
                <a:grpFill/>
                <a:ln w="9525" cmpd="sng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>
                    <a:latin typeface="Delivery" panose="020F0503020204020204" pitchFamily="34" charset="0"/>
                  </a:endParaRPr>
                </a:p>
              </p:txBody>
            </p:sp>
            <p:sp>
              <p:nvSpPr>
                <p:cNvPr id="26" name="Freeform 182">
                  <a:extLst>
                    <a:ext uri="{FF2B5EF4-FFF2-40B4-BE49-F238E27FC236}">
                      <a16:creationId xmlns:a16="http://schemas.microsoft.com/office/drawing/2014/main" id="{FBA9BD26-5C3C-1943-A5A1-8BF95B49BE28}"/>
                    </a:ext>
                  </a:extLst>
                </p:cNvPr>
                <p:cNvSpPr>
                  <a:spLocks noEditPoints="1"/>
                </p:cNvSpPr>
                <p:nvPr/>
              </p:nvSpPr>
              <p:spPr bwMode="gray">
                <a:xfrm>
                  <a:off x="2661" y="1908"/>
                  <a:ext cx="205" cy="205"/>
                </a:xfrm>
                <a:custGeom>
                  <a:avLst/>
                  <a:gdLst>
                    <a:gd name="T0" fmla="*/ 49 w 205"/>
                    <a:gd name="T1" fmla="*/ 174 h 205"/>
                    <a:gd name="T2" fmla="*/ 67 w 205"/>
                    <a:gd name="T3" fmla="*/ 183 h 205"/>
                    <a:gd name="T4" fmla="*/ 89 w 205"/>
                    <a:gd name="T5" fmla="*/ 183 h 205"/>
                    <a:gd name="T6" fmla="*/ 107 w 205"/>
                    <a:gd name="T7" fmla="*/ 188 h 205"/>
                    <a:gd name="T8" fmla="*/ 116 w 205"/>
                    <a:gd name="T9" fmla="*/ 174 h 205"/>
                    <a:gd name="T10" fmla="*/ 129 w 205"/>
                    <a:gd name="T11" fmla="*/ 174 h 205"/>
                    <a:gd name="T12" fmla="*/ 142 w 205"/>
                    <a:gd name="T13" fmla="*/ 170 h 205"/>
                    <a:gd name="T14" fmla="*/ 165 w 205"/>
                    <a:gd name="T15" fmla="*/ 170 h 205"/>
                    <a:gd name="T16" fmla="*/ 178 w 205"/>
                    <a:gd name="T17" fmla="*/ 161 h 205"/>
                    <a:gd name="T18" fmla="*/ 165 w 205"/>
                    <a:gd name="T19" fmla="*/ 156 h 205"/>
                    <a:gd name="T20" fmla="*/ 160 w 205"/>
                    <a:gd name="T21" fmla="*/ 129 h 205"/>
                    <a:gd name="T22" fmla="*/ 169 w 205"/>
                    <a:gd name="T23" fmla="*/ 116 h 205"/>
                    <a:gd name="T24" fmla="*/ 160 w 205"/>
                    <a:gd name="T25" fmla="*/ 103 h 205"/>
                    <a:gd name="T26" fmla="*/ 156 w 205"/>
                    <a:gd name="T27" fmla="*/ 103 h 205"/>
                    <a:gd name="T28" fmla="*/ 165 w 205"/>
                    <a:gd name="T29" fmla="*/ 85 h 205"/>
                    <a:gd name="T30" fmla="*/ 178 w 205"/>
                    <a:gd name="T31" fmla="*/ 80 h 205"/>
                    <a:gd name="T32" fmla="*/ 183 w 205"/>
                    <a:gd name="T33" fmla="*/ 53 h 205"/>
                    <a:gd name="T34" fmla="*/ 174 w 205"/>
                    <a:gd name="T35" fmla="*/ 45 h 205"/>
                    <a:gd name="T36" fmla="*/ 160 w 205"/>
                    <a:gd name="T37" fmla="*/ 40 h 205"/>
                    <a:gd name="T38" fmla="*/ 151 w 205"/>
                    <a:gd name="T39" fmla="*/ 40 h 205"/>
                    <a:gd name="T40" fmla="*/ 142 w 205"/>
                    <a:gd name="T41" fmla="*/ 36 h 205"/>
                    <a:gd name="T42" fmla="*/ 138 w 205"/>
                    <a:gd name="T43" fmla="*/ 22 h 205"/>
                    <a:gd name="T44" fmla="*/ 125 w 205"/>
                    <a:gd name="T45" fmla="*/ 27 h 205"/>
                    <a:gd name="T46" fmla="*/ 120 w 205"/>
                    <a:gd name="T47" fmla="*/ 18 h 205"/>
                    <a:gd name="T48" fmla="*/ 111 w 205"/>
                    <a:gd name="T49" fmla="*/ 13 h 205"/>
                    <a:gd name="T50" fmla="*/ 93 w 205"/>
                    <a:gd name="T51" fmla="*/ 4 h 205"/>
                    <a:gd name="T52" fmla="*/ 93 w 205"/>
                    <a:gd name="T53" fmla="*/ 22 h 205"/>
                    <a:gd name="T54" fmla="*/ 93 w 205"/>
                    <a:gd name="T55" fmla="*/ 27 h 205"/>
                    <a:gd name="T56" fmla="*/ 80 w 205"/>
                    <a:gd name="T57" fmla="*/ 31 h 205"/>
                    <a:gd name="T58" fmla="*/ 67 w 205"/>
                    <a:gd name="T59" fmla="*/ 36 h 205"/>
                    <a:gd name="T60" fmla="*/ 67 w 205"/>
                    <a:gd name="T61" fmla="*/ 40 h 205"/>
                    <a:gd name="T62" fmla="*/ 49 w 205"/>
                    <a:gd name="T63" fmla="*/ 45 h 205"/>
                    <a:gd name="T64" fmla="*/ 40 w 205"/>
                    <a:gd name="T65" fmla="*/ 36 h 205"/>
                    <a:gd name="T66" fmla="*/ 44 w 205"/>
                    <a:gd name="T67" fmla="*/ 45 h 205"/>
                    <a:gd name="T68" fmla="*/ 49 w 205"/>
                    <a:gd name="T69" fmla="*/ 58 h 205"/>
                    <a:gd name="T70" fmla="*/ 35 w 205"/>
                    <a:gd name="T71" fmla="*/ 58 h 205"/>
                    <a:gd name="T72" fmla="*/ 22 w 205"/>
                    <a:gd name="T73" fmla="*/ 53 h 205"/>
                    <a:gd name="T74" fmla="*/ 17 w 205"/>
                    <a:gd name="T75" fmla="*/ 58 h 205"/>
                    <a:gd name="T76" fmla="*/ 8 w 205"/>
                    <a:gd name="T77" fmla="*/ 58 h 205"/>
                    <a:gd name="T78" fmla="*/ 0 w 205"/>
                    <a:gd name="T79" fmla="*/ 62 h 205"/>
                    <a:gd name="T80" fmla="*/ 4 w 205"/>
                    <a:gd name="T81" fmla="*/ 62 h 205"/>
                    <a:gd name="T82" fmla="*/ 0 w 205"/>
                    <a:gd name="T83" fmla="*/ 67 h 205"/>
                    <a:gd name="T84" fmla="*/ 4 w 205"/>
                    <a:gd name="T85" fmla="*/ 76 h 205"/>
                    <a:gd name="T86" fmla="*/ 22 w 205"/>
                    <a:gd name="T87" fmla="*/ 80 h 205"/>
                    <a:gd name="T88" fmla="*/ 26 w 205"/>
                    <a:gd name="T89" fmla="*/ 80 h 205"/>
                    <a:gd name="T90" fmla="*/ 35 w 205"/>
                    <a:gd name="T91" fmla="*/ 89 h 205"/>
                    <a:gd name="T92" fmla="*/ 40 w 205"/>
                    <a:gd name="T93" fmla="*/ 98 h 205"/>
                    <a:gd name="T94" fmla="*/ 53 w 205"/>
                    <a:gd name="T95" fmla="*/ 112 h 205"/>
                    <a:gd name="T96" fmla="*/ 49 w 205"/>
                    <a:gd name="T97" fmla="*/ 116 h 205"/>
                    <a:gd name="T98" fmla="*/ 58 w 205"/>
                    <a:gd name="T99" fmla="*/ 129 h 205"/>
                    <a:gd name="T100" fmla="*/ 49 w 205"/>
                    <a:gd name="T101" fmla="*/ 129 h 205"/>
                    <a:gd name="T102" fmla="*/ 53 w 205"/>
                    <a:gd name="T103" fmla="*/ 138 h 205"/>
                    <a:gd name="T104" fmla="*/ 49 w 205"/>
                    <a:gd name="T105" fmla="*/ 147 h 205"/>
                    <a:gd name="T106" fmla="*/ 44 w 205"/>
                    <a:gd name="T107" fmla="*/ 165 h 205"/>
                    <a:gd name="T108" fmla="*/ 192 w 205"/>
                    <a:gd name="T109" fmla="*/ 192 h 205"/>
                    <a:gd name="T110" fmla="*/ 192 w 205"/>
                    <a:gd name="T111" fmla="*/ 205 h 205"/>
                    <a:gd name="T112" fmla="*/ 205 w 205"/>
                    <a:gd name="T113" fmla="*/ 188 h 205"/>
                    <a:gd name="T114" fmla="*/ 196 w 205"/>
                    <a:gd name="T115" fmla="*/ 174 h 205"/>
                    <a:gd name="T116" fmla="*/ 192 w 205"/>
                    <a:gd name="T117" fmla="*/ 183 h 2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</a:cxnLst>
                  <a:rect l="0" t="0" r="r" b="b"/>
                  <a:pathLst>
                    <a:path w="205" h="205">
                      <a:moveTo>
                        <a:pt x="44" y="165"/>
                      </a:moveTo>
                      <a:lnTo>
                        <a:pt x="49" y="174"/>
                      </a:lnTo>
                      <a:lnTo>
                        <a:pt x="62" y="183"/>
                      </a:lnTo>
                      <a:lnTo>
                        <a:pt x="67" y="183"/>
                      </a:lnTo>
                      <a:lnTo>
                        <a:pt x="80" y="183"/>
                      </a:lnTo>
                      <a:lnTo>
                        <a:pt x="89" y="183"/>
                      </a:lnTo>
                      <a:lnTo>
                        <a:pt x="98" y="188"/>
                      </a:lnTo>
                      <a:lnTo>
                        <a:pt x="107" y="188"/>
                      </a:lnTo>
                      <a:lnTo>
                        <a:pt x="116" y="188"/>
                      </a:lnTo>
                      <a:lnTo>
                        <a:pt x="116" y="174"/>
                      </a:lnTo>
                      <a:lnTo>
                        <a:pt x="120" y="170"/>
                      </a:lnTo>
                      <a:lnTo>
                        <a:pt x="129" y="174"/>
                      </a:lnTo>
                      <a:lnTo>
                        <a:pt x="134" y="170"/>
                      </a:lnTo>
                      <a:lnTo>
                        <a:pt x="142" y="170"/>
                      </a:lnTo>
                      <a:lnTo>
                        <a:pt x="151" y="174"/>
                      </a:lnTo>
                      <a:lnTo>
                        <a:pt x="165" y="170"/>
                      </a:lnTo>
                      <a:lnTo>
                        <a:pt x="169" y="165"/>
                      </a:lnTo>
                      <a:lnTo>
                        <a:pt x="178" y="161"/>
                      </a:lnTo>
                      <a:lnTo>
                        <a:pt x="174" y="156"/>
                      </a:lnTo>
                      <a:lnTo>
                        <a:pt x="165" y="156"/>
                      </a:lnTo>
                      <a:lnTo>
                        <a:pt x="156" y="143"/>
                      </a:lnTo>
                      <a:lnTo>
                        <a:pt x="160" y="129"/>
                      </a:lnTo>
                      <a:lnTo>
                        <a:pt x="165" y="129"/>
                      </a:lnTo>
                      <a:lnTo>
                        <a:pt x="169" y="116"/>
                      </a:lnTo>
                      <a:lnTo>
                        <a:pt x="165" y="107"/>
                      </a:lnTo>
                      <a:lnTo>
                        <a:pt x="160" y="103"/>
                      </a:lnTo>
                      <a:lnTo>
                        <a:pt x="156" y="112"/>
                      </a:lnTo>
                      <a:lnTo>
                        <a:pt x="156" y="103"/>
                      </a:lnTo>
                      <a:lnTo>
                        <a:pt x="165" y="89"/>
                      </a:lnTo>
                      <a:lnTo>
                        <a:pt x="165" y="85"/>
                      </a:lnTo>
                      <a:lnTo>
                        <a:pt x="174" y="85"/>
                      </a:lnTo>
                      <a:lnTo>
                        <a:pt x="178" y="80"/>
                      </a:lnTo>
                      <a:lnTo>
                        <a:pt x="178" y="67"/>
                      </a:lnTo>
                      <a:lnTo>
                        <a:pt x="183" y="53"/>
                      </a:lnTo>
                      <a:lnTo>
                        <a:pt x="178" y="45"/>
                      </a:lnTo>
                      <a:lnTo>
                        <a:pt x="174" y="45"/>
                      </a:lnTo>
                      <a:lnTo>
                        <a:pt x="160" y="49"/>
                      </a:lnTo>
                      <a:lnTo>
                        <a:pt x="160" y="40"/>
                      </a:lnTo>
                      <a:lnTo>
                        <a:pt x="156" y="40"/>
                      </a:lnTo>
                      <a:lnTo>
                        <a:pt x="151" y="40"/>
                      </a:lnTo>
                      <a:lnTo>
                        <a:pt x="147" y="40"/>
                      </a:lnTo>
                      <a:lnTo>
                        <a:pt x="142" y="36"/>
                      </a:lnTo>
                      <a:lnTo>
                        <a:pt x="134" y="31"/>
                      </a:lnTo>
                      <a:lnTo>
                        <a:pt x="138" y="22"/>
                      </a:lnTo>
                      <a:lnTo>
                        <a:pt x="129" y="27"/>
                      </a:lnTo>
                      <a:lnTo>
                        <a:pt x="125" y="27"/>
                      </a:lnTo>
                      <a:lnTo>
                        <a:pt x="125" y="18"/>
                      </a:lnTo>
                      <a:lnTo>
                        <a:pt x="120" y="18"/>
                      </a:lnTo>
                      <a:lnTo>
                        <a:pt x="116" y="13"/>
                      </a:lnTo>
                      <a:lnTo>
                        <a:pt x="111" y="13"/>
                      </a:lnTo>
                      <a:lnTo>
                        <a:pt x="102" y="0"/>
                      </a:lnTo>
                      <a:lnTo>
                        <a:pt x="93" y="4"/>
                      </a:lnTo>
                      <a:lnTo>
                        <a:pt x="93" y="13"/>
                      </a:lnTo>
                      <a:lnTo>
                        <a:pt x="93" y="22"/>
                      </a:lnTo>
                      <a:lnTo>
                        <a:pt x="93" y="27"/>
                      </a:lnTo>
                      <a:lnTo>
                        <a:pt x="93" y="27"/>
                      </a:lnTo>
                      <a:lnTo>
                        <a:pt x="84" y="27"/>
                      </a:lnTo>
                      <a:lnTo>
                        <a:pt x="80" y="31"/>
                      </a:lnTo>
                      <a:lnTo>
                        <a:pt x="75" y="31"/>
                      </a:lnTo>
                      <a:lnTo>
                        <a:pt x="67" y="36"/>
                      </a:lnTo>
                      <a:lnTo>
                        <a:pt x="71" y="40"/>
                      </a:lnTo>
                      <a:lnTo>
                        <a:pt x="67" y="40"/>
                      </a:lnTo>
                      <a:lnTo>
                        <a:pt x="53" y="40"/>
                      </a:lnTo>
                      <a:lnTo>
                        <a:pt x="49" y="45"/>
                      </a:lnTo>
                      <a:lnTo>
                        <a:pt x="49" y="36"/>
                      </a:lnTo>
                      <a:lnTo>
                        <a:pt x="40" y="36"/>
                      </a:lnTo>
                      <a:lnTo>
                        <a:pt x="40" y="40"/>
                      </a:lnTo>
                      <a:lnTo>
                        <a:pt x="44" y="45"/>
                      </a:lnTo>
                      <a:lnTo>
                        <a:pt x="44" y="53"/>
                      </a:lnTo>
                      <a:lnTo>
                        <a:pt x="49" y="58"/>
                      </a:lnTo>
                      <a:lnTo>
                        <a:pt x="40" y="58"/>
                      </a:lnTo>
                      <a:lnTo>
                        <a:pt x="35" y="58"/>
                      </a:lnTo>
                      <a:lnTo>
                        <a:pt x="31" y="62"/>
                      </a:lnTo>
                      <a:lnTo>
                        <a:pt x="22" y="53"/>
                      </a:lnTo>
                      <a:lnTo>
                        <a:pt x="17" y="53"/>
                      </a:lnTo>
                      <a:lnTo>
                        <a:pt x="17" y="58"/>
                      </a:lnTo>
                      <a:lnTo>
                        <a:pt x="13" y="58"/>
                      </a:lnTo>
                      <a:lnTo>
                        <a:pt x="8" y="58"/>
                      </a:lnTo>
                      <a:lnTo>
                        <a:pt x="4" y="58"/>
                      </a:lnTo>
                      <a:lnTo>
                        <a:pt x="0" y="62"/>
                      </a:lnTo>
                      <a:lnTo>
                        <a:pt x="0" y="67"/>
                      </a:lnTo>
                      <a:lnTo>
                        <a:pt x="4" y="62"/>
                      </a:lnTo>
                      <a:lnTo>
                        <a:pt x="8" y="67"/>
                      </a:lnTo>
                      <a:lnTo>
                        <a:pt x="0" y="67"/>
                      </a:lnTo>
                      <a:lnTo>
                        <a:pt x="0" y="71"/>
                      </a:lnTo>
                      <a:lnTo>
                        <a:pt x="4" y="76"/>
                      </a:lnTo>
                      <a:lnTo>
                        <a:pt x="8" y="71"/>
                      </a:lnTo>
                      <a:lnTo>
                        <a:pt x="22" y="80"/>
                      </a:lnTo>
                      <a:lnTo>
                        <a:pt x="22" y="85"/>
                      </a:lnTo>
                      <a:lnTo>
                        <a:pt x="26" y="80"/>
                      </a:lnTo>
                      <a:lnTo>
                        <a:pt x="35" y="85"/>
                      </a:lnTo>
                      <a:lnTo>
                        <a:pt x="35" y="89"/>
                      </a:lnTo>
                      <a:lnTo>
                        <a:pt x="40" y="89"/>
                      </a:lnTo>
                      <a:lnTo>
                        <a:pt x="40" y="98"/>
                      </a:lnTo>
                      <a:lnTo>
                        <a:pt x="44" y="107"/>
                      </a:lnTo>
                      <a:lnTo>
                        <a:pt x="53" y="112"/>
                      </a:lnTo>
                      <a:lnTo>
                        <a:pt x="49" y="116"/>
                      </a:lnTo>
                      <a:lnTo>
                        <a:pt x="49" y="116"/>
                      </a:lnTo>
                      <a:lnTo>
                        <a:pt x="49" y="121"/>
                      </a:lnTo>
                      <a:lnTo>
                        <a:pt x="58" y="129"/>
                      </a:lnTo>
                      <a:lnTo>
                        <a:pt x="58" y="129"/>
                      </a:lnTo>
                      <a:lnTo>
                        <a:pt x="49" y="129"/>
                      </a:lnTo>
                      <a:lnTo>
                        <a:pt x="49" y="143"/>
                      </a:lnTo>
                      <a:lnTo>
                        <a:pt x="53" y="138"/>
                      </a:lnTo>
                      <a:lnTo>
                        <a:pt x="53" y="143"/>
                      </a:lnTo>
                      <a:lnTo>
                        <a:pt x="49" y="147"/>
                      </a:lnTo>
                      <a:lnTo>
                        <a:pt x="44" y="165"/>
                      </a:lnTo>
                      <a:lnTo>
                        <a:pt x="44" y="165"/>
                      </a:lnTo>
                      <a:close/>
                      <a:moveTo>
                        <a:pt x="192" y="183"/>
                      </a:moveTo>
                      <a:lnTo>
                        <a:pt x="192" y="192"/>
                      </a:lnTo>
                      <a:lnTo>
                        <a:pt x="187" y="196"/>
                      </a:lnTo>
                      <a:lnTo>
                        <a:pt x="192" y="205"/>
                      </a:lnTo>
                      <a:lnTo>
                        <a:pt x="201" y="205"/>
                      </a:lnTo>
                      <a:lnTo>
                        <a:pt x="205" y="188"/>
                      </a:lnTo>
                      <a:lnTo>
                        <a:pt x="201" y="174"/>
                      </a:lnTo>
                      <a:lnTo>
                        <a:pt x="196" y="174"/>
                      </a:lnTo>
                      <a:lnTo>
                        <a:pt x="196" y="183"/>
                      </a:lnTo>
                      <a:lnTo>
                        <a:pt x="192" y="183"/>
                      </a:lnTo>
                      <a:close/>
                    </a:path>
                  </a:pathLst>
                </a:custGeom>
                <a:grpFill/>
                <a:ln w="9525" cmpd="sng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>
                    <a:latin typeface="Delivery" panose="020F0503020204020204" pitchFamily="34" charset="0"/>
                  </a:endParaRPr>
                </a:p>
              </p:txBody>
            </p:sp>
            <p:sp>
              <p:nvSpPr>
                <p:cNvPr id="28" name="Freeform 184">
                  <a:extLst>
                    <a:ext uri="{FF2B5EF4-FFF2-40B4-BE49-F238E27FC236}">
                      <a16:creationId xmlns:a16="http://schemas.microsoft.com/office/drawing/2014/main" id="{F1A954AC-81BD-3DC9-A044-47795AFA4DFB}"/>
                    </a:ext>
                  </a:extLst>
                </p:cNvPr>
                <p:cNvSpPr>
                  <a:spLocks noEditPoints="1"/>
                </p:cNvSpPr>
                <p:nvPr/>
              </p:nvSpPr>
              <p:spPr bwMode="gray">
                <a:xfrm>
                  <a:off x="3013" y="2113"/>
                  <a:ext cx="117" cy="126"/>
                </a:xfrm>
                <a:custGeom>
                  <a:avLst/>
                  <a:gdLst>
                    <a:gd name="T0" fmla="*/ 9 w 117"/>
                    <a:gd name="T1" fmla="*/ 45 h 126"/>
                    <a:gd name="T2" fmla="*/ 14 w 117"/>
                    <a:gd name="T3" fmla="*/ 63 h 126"/>
                    <a:gd name="T4" fmla="*/ 41 w 117"/>
                    <a:gd name="T5" fmla="*/ 63 h 126"/>
                    <a:gd name="T6" fmla="*/ 41 w 117"/>
                    <a:gd name="T7" fmla="*/ 72 h 126"/>
                    <a:gd name="T8" fmla="*/ 14 w 117"/>
                    <a:gd name="T9" fmla="*/ 67 h 126"/>
                    <a:gd name="T10" fmla="*/ 23 w 117"/>
                    <a:gd name="T11" fmla="*/ 94 h 126"/>
                    <a:gd name="T12" fmla="*/ 36 w 117"/>
                    <a:gd name="T13" fmla="*/ 94 h 126"/>
                    <a:gd name="T14" fmla="*/ 41 w 117"/>
                    <a:gd name="T15" fmla="*/ 99 h 126"/>
                    <a:gd name="T16" fmla="*/ 41 w 117"/>
                    <a:gd name="T17" fmla="*/ 81 h 126"/>
                    <a:gd name="T18" fmla="*/ 50 w 117"/>
                    <a:gd name="T19" fmla="*/ 81 h 126"/>
                    <a:gd name="T20" fmla="*/ 54 w 117"/>
                    <a:gd name="T21" fmla="*/ 76 h 126"/>
                    <a:gd name="T22" fmla="*/ 45 w 117"/>
                    <a:gd name="T23" fmla="*/ 59 h 126"/>
                    <a:gd name="T24" fmla="*/ 36 w 117"/>
                    <a:gd name="T25" fmla="*/ 50 h 126"/>
                    <a:gd name="T26" fmla="*/ 36 w 117"/>
                    <a:gd name="T27" fmla="*/ 27 h 126"/>
                    <a:gd name="T28" fmla="*/ 45 w 117"/>
                    <a:gd name="T29" fmla="*/ 32 h 126"/>
                    <a:gd name="T30" fmla="*/ 58 w 117"/>
                    <a:gd name="T31" fmla="*/ 27 h 126"/>
                    <a:gd name="T32" fmla="*/ 72 w 117"/>
                    <a:gd name="T33" fmla="*/ 9 h 126"/>
                    <a:gd name="T34" fmla="*/ 72 w 117"/>
                    <a:gd name="T35" fmla="*/ 5 h 126"/>
                    <a:gd name="T36" fmla="*/ 45 w 117"/>
                    <a:gd name="T37" fmla="*/ 5 h 126"/>
                    <a:gd name="T38" fmla="*/ 27 w 117"/>
                    <a:gd name="T39" fmla="*/ 14 h 126"/>
                    <a:gd name="T40" fmla="*/ 5 w 117"/>
                    <a:gd name="T41" fmla="*/ 41 h 126"/>
                    <a:gd name="T42" fmla="*/ 54 w 117"/>
                    <a:gd name="T43" fmla="*/ 59 h 126"/>
                    <a:gd name="T44" fmla="*/ 67 w 117"/>
                    <a:gd name="T45" fmla="*/ 72 h 126"/>
                    <a:gd name="T46" fmla="*/ 58 w 117"/>
                    <a:gd name="T47" fmla="*/ 54 h 126"/>
                    <a:gd name="T48" fmla="*/ 41 w 117"/>
                    <a:gd name="T49" fmla="*/ 50 h 126"/>
                    <a:gd name="T50" fmla="*/ 50 w 117"/>
                    <a:gd name="T51" fmla="*/ 112 h 126"/>
                    <a:gd name="T52" fmla="*/ 63 w 117"/>
                    <a:gd name="T53" fmla="*/ 126 h 126"/>
                    <a:gd name="T54" fmla="*/ 81 w 117"/>
                    <a:gd name="T55" fmla="*/ 117 h 126"/>
                    <a:gd name="T56" fmla="*/ 63 w 117"/>
                    <a:gd name="T57" fmla="*/ 112 h 126"/>
                    <a:gd name="T58" fmla="*/ 58 w 117"/>
                    <a:gd name="T59" fmla="*/ 90 h 126"/>
                    <a:gd name="T60" fmla="*/ 58 w 117"/>
                    <a:gd name="T61" fmla="*/ 90 h 126"/>
                    <a:gd name="T62" fmla="*/ 72 w 117"/>
                    <a:gd name="T63" fmla="*/ 85 h 126"/>
                    <a:gd name="T64" fmla="*/ 76 w 117"/>
                    <a:gd name="T65" fmla="*/ 81 h 126"/>
                    <a:gd name="T66" fmla="*/ 81 w 117"/>
                    <a:gd name="T67" fmla="*/ 90 h 126"/>
                    <a:gd name="T68" fmla="*/ 81 w 117"/>
                    <a:gd name="T69" fmla="*/ 90 h 126"/>
                    <a:gd name="T70" fmla="*/ 85 w 117"/>
                    <a:gd name="T71" fmla="*/ 45 h 126"/>
                    <a:gd name="T72" fmla="*/ 90 w 117"/>
                    <a:gd name="T73" fmla="*/ 45 h 126"/>
                    <a:gd name="T74" fmla="*/ 81 w 117"/>
                    <a:gd name="T75" fmla="*/ 76 h 126"/>
                    <a:gd name="T76" fmla="*/ 81 w 117"/>
                    <a:gd name="T77" fmla="*/ 76 h 126"/>
                    <a:gd name="T78" fmla="*/ 85 w 117"/>
                    <a:gd name="T79" fmla="*/ 63 h 126"/>
                    <a:gd name="T80" fmla="*/ 112 w 117"/>
                    <a:gd name="T81" fmla="*/ 99 h 126"/>
                    <a:gd name="T82" fmla="*/ 112 w 117"/>
                    <a:gd name="T83" fmla="*/ 108 h 126"/>
                    <a:gd name="T84" fmla="*/ 112 w 117"/>
                    <a:gd name="T85" fmla="*/ 99 h 1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</a:cxnLst>
                  <a:rect l="0" t="0" r="r" b="b"/>
                  <a:pathLst>
                    <a:path w="117" h="126">
                      <a:moveTo>
                        <a:pt x="0" y="41"/>
                      </a:moveTo>
                      <a:lnTo>
                        <a:pt x="5" y="45"/>
                      </a:lnTo>
                      <a:lnTo>
                        <a:pt x="9" y="45"/>
                      </a:lnTo>
                      <a:lnTo>
                        <a:pt x="14" y="50"/>
                      </a:lnTo>
                      <a:lnTo>
                        <a:pt x="9" y="50"/>
                      </a:lnTo>
                      <a:lnTo>
                        <a:pt x="14" y="63"/>
                      </a:lnTo>
                      <a:lnTo>
                        <a:pt x="18" y="59"/>
                      </a:lnTo>
                      <a:lnTo>
                        <a:pt x="36" y="59"/>
                      </a:lnTo>
                      <a:lnTo>
                        <a:pt x="41" y="63"/>
                      </a:lnTo>
                      <a:lnTo>
                        <a:pt x="41" y="67"/>
                      </a:lnTo>
                      <a:lnTo>
                        <a:pt x="45" y="72"/>
                      </a:lnTo>
                      <a:lnTo>
                        <a:pt x="41" y="72"/>
                      </a:lnTo>
                      <a:lnTo>
                        <a:pt x="27" y="63"/>
                      </a:lnTo>
                      <a:lnTo>
                        <a:pt x="23" y="63"/>
                      </a:lnTo>
                      <a:lnTo>
                        <a:pt x="14" y="67"/>
                      </a:lnTo>
                      <a:lnTo>
                        <a:pt x="18" y="76"/>
                      </a:lnTo>
                      <a:lnTo>
                        <a:pt x="23" y="85"/>
                      </a:lnTo>
                      <a:lnTo>
                        <a:pt x="23" y="94"/>
                      </a:lnTo>
                      <a:lnTo>
                        <a:pt x="27" y="85"/>
                      </a:lnTo>
                      <a:lnTo>
                        <a:pt x="32" y="99"/>
                      </a:lnTo>
                      <a:lnTo>
                        <a:pt x="36" y="94"/>
                      </a:lnTo>
                      <a:lnTo>
                        <a:pt x="36" y="90"/>
                      </a:lnTo>
                      <a:lnTo>
                        <a:pt x="41" y="94"/>
                      </a:lnTo>
                      <a:lnTo>
                        <a:pt x="41" y="99"/>
                      </a:lnTo>
                      <a:lnTo>
                        <a:pt x="45" y="94"/>
                      </a:lnTo>
                      <a:lnTo>
                        <a:pt x="45" y="90"/>
                      </a:lnTo>
                      <a:lnTo>
                        <a:pt x="41" y="81"/>
                      </a:lnTo>
                      <a:lnTo>
                        <a:pt x="41" y="76"/>
                      </a:lnTo>
                      <a:lnTo>
                        <a:pt x="45" y="81"/>
                      </a:lnTo>
                      <a:lnTo>
                        <a:pt x="50" y="81"/>
                      </a:lnTo>
                      <a:lnTo>
                        <a:pt x="45" y="76"/>
                      </a:lnTo>
                      <a:lnTo>
                        <a:pt x="50" y="72"/>
                      </a:lnTo>
                      <a:lnTo>
                        <a:pt x="54" y="76"/>
                      </a:lnTo>
                      <a:lnTo>
                        <a:pt x="58" y="72"/>
                      </a:lnTo>
                      <a:lnTo>
                        <a:pt x="54" y="63"/>
                      </a:lnTo>
                      <a:lnTo>
                        <a:pt x="45" y="59"/>
                      </a:lnTo>
                      <a:lnTo>
                        <a:pt x="41" y="54"/>
                      </a:lnTo>
                      <a:lnTo>
                        <a:pt x="32" y="50"/>
                      </a:lnTo>
                      <a:lnTo>
                        <a:pt x="36" y="50"/>
                      </a:lnTo>
                      <a:lnTo>
                        <a:pt x="41" y="45"/>
                      </a:lnTo>
                      <a:lnTo>
                        <a:pt x="45" y="45"/>
                      </a:lnTo>
                      <a:lnTo>
                        <a:pt x="36" y="27"/>
                      </a:lnTo>
                      <a:lnTo>
                        <a:pt x="36" y="18"/>
                      </a:lnTo>
                      <a:lnTo>
                        <a:pt x="41" y="27"/>
                      </a:lnTo>
                      <a:lnTo>
                        <a:pt x="45" y="32"/>
                      </a:lnTo>
                      <a:lnTo>
                        <a:pt x="54" y="32"/>
                      </a:lnTo>
                      <a:lnTo>
                        <a:pt x="54" y="23"/>
                      </a:lnTo>
                      <a:lnTo>
                        <a:pt x="58" y="27"/>
                      </a:lnTo>
                      <a:lnTo>
                        <a:pt x="50" y="18"/>
                      </a:lnTo>
                      <a:lnTo>
                        <a:pt x="58" y="9"/>
                      </a:lnTo>
                      <a:lnTo>
                        <a:pt x="72" y="9"/>
                      </a:lnTo>
                      <a:lnTo>
                        <a:pt x="85" y="9"/>
                      </a:lnTo>
                      <a:lnTo>
                        <a:pt x="85" y="5"/>
                      </a:lnTo>
                      <a:lnTo>
                        <a:pt x="72" y="5"/>
                      </a:lnTo>
                      <a:lnTo>
                        <a:pt x="63" y="0"/>
                      </a:lnTo>
                      <a:lnTo>
                        <a:pt x="54" y="5"/>
                      </a:lnTo>
                      <a:lnTo>
                        <a:pt x="45" y="5"/>
                      </a:lnTo>
                      <a:lnTo>
                        <a:pt x="36" y="9"/>
                      </a:lnTo>
                      <a:lnTo>
                        <a:pt x="32" y="9"/>
                      </a:lnTo>
                      <a:lnTo>
                        <a:pt x="27" y="14"/>
                      </a:lnTo>
                      <a:lnTo>
                        <a:pt x="18" y="18"/>
                      </a:lnTo>
                      <a:lnTo>
                        <a:pt x="5" y="32"/>
                      </a:lnTo>
                      <a:lnTo>
                        <a:pt x="5" y="41"/>
                      </a:lnTo>
                      <a:lnTo>
                        <a:pt x="0" y="41"/>
                      </a:lnTo>
                      <a:close/>
                      <a:moveTo>
                        <a:pt x="41" y="50"/>
                      </a:moveTo>
                      <a:lnTo>
                        <a:pt x="54" y="59"/>
                      </a:lnTo>
                      <a:lnTo>
                        <a:pt x="58" y="67"/>
                      </a:lnTo>
                      <a:lnTo>
                        <a:pt x="67" y="72"/>
                      </a:lnTo>
                      <a:lnTo>
                        <a:pt x="67" y="72"/>
                      </a:lnTo>
                      <a:lnTo>
                        <a:pt x="58" y="63"/>
                      </a:lnTo>
                      <a:lnTo>
                        <a:pt x="58" y="59"/>
                      </a:lnTo>
                      <a:lnTo>
                        <a:pt x="58" y="54"/>
                      </a:lnTo>
                      <a:lnTo>
                        <a:pt x="50" y="54"/>
                      </a:lnTo>
                      <a:lnTo>
                        <a:pt x="45" y="50"/>
                      </a:lnTo>
                      <a:lnTo>
                        <a:pt x="41" y="50"/>
                      </a:lnTo>
                      <a:close/>
                      <a:moveTo>
                        <a:pt x="58" y="108"/>
                      </a:moveTo>
                      <a:lnTo>
                        <a:pt x="54" y="108"/>
                      </a:lnTo>
                      <a:lnTo>
                        <a:pt x="50" y="112"/>
                      </a:lnTo>
                      <a:lnTo>
                        <a:pt x="50" y="117"/>
                      </a:lnTo>
                      <a:lnTo>
                        <a:pt x="63" y="117"/>
                      </a:lnTo>
                      <a:lnTo>
                        <a:pt x="63" y="126"/>
                      </a:lnTo>
                      <a:lnTo>
                        <a:pt x="90" y="121"/>
                      </a:lnTo>
                      <a:lnTo>
                        <a:pt x="90" y="112"/>
                      </a:lnTo>
                      <a:lnTo>
                        <a:pt x="81" y="117"/>
                      </a:lnTo>
                      <a:lnTo>
                        <a:pt x="81" y="112"/>
                      </a:lnTo>
                      <a:lnTo>
                        <a:pt x="67" y="112"/>
                      </a:lnTo>
                      <a:lnTo>
                        <a:pt x="63" y="112"/>
                      </a:lnTo>
                      <a:lnTo>
                        <a:pt x="58" y="108"/>
                      </a:lnTo>
                      <a:close/>
                      <a:moveTo>
                        <a:pt x="58" y="90"/>
                      </a:moveTo>
                      <a:lnTo>
                        <a:pt x="58" y="90"/>
                      </a:lnTo>
                      <a:lnTo>
                        <a:pt x="58" y="94"/>
                      </a:lnTo>
                      <a:lnTo>
                        <a:pt x="63" y="90"/>
                      </a:lnTo>
                      <a:lnTo>
                        <a:pt x="58" y="90"/>
                      </a:lnTo>
                      <a:close/>
                      <a:moveTo>
                        <a:pt x="72" y="81"/>
                      </a:moveTo>
                      <a:lnTo>
                        <a:pt x="72" y="85"/>
                      </a:lnTo>
                      <a:lnTo>
                        <a:pt x="72" y="85"/>
                      </a:lnTo>
                      <a:lnTo>
                        <a:pt x="76" y="85"/>
                      </a:lnTo>
                      <a:lnTo>
                        <a:pt x="76" y="85"/>
                      </a:lnTo>
                      <a:lnTo>
                        <a:pt x="76" y="81"/>
                      </a:lnTo>
                      <a:lnTo>
                        <a:pt x="72" y="85"/>
                      </a:lnTo>
                      <a:lnTo>
                        <a:pt x="72" y="81"/>
                      </a:lnTo>
                      <a:close/>
                      <a:moveTo>
                        <a:pt x="81" y="90"/>
                      </a:moveTo>
                      <a:lnTo>
                        <a:pt x="81" y="90"/>
                      </a:lnTo>
                      <a:lnTo>
                        <a:pt x="85" y="85"/>
                      </a:lnTo>
                      <a:lnTo>
                        <a:pt x="81" y="90"/>
                      </a:lnTo>
                      <a:close/>
                      <a:moveTo>
                        <a:pt x="81" y="41"/>
                      </a:moveTo>
                      <a:lnTo>
                        <a:pt x="81" y="41"/>
                      </a:lnTo>
                      <a:lnTo>
                        <a:pt x="85" y="45"/>
                      </a:lnTo>
                      <a:lnTo>
                        <a:pt x="90" y="45"/>
                      </a:lnTo>
                      <a:lnTo>
                        <a:pt x="90" y="50"/>
                      </a:lnTo>
                      <a:lnTo>
                        <a:pt x="90" y="45"/>
                      </a:lnTo>
                      <a:lnTo>
                        <a:pt x="90" y="41"/>
                      </a:lnTo>
                      <a:lnTo>
                        <a:pt x="81" y="41"/>
                      </a:lnTo>
                      <a:close/>
                      <a:moveTo>
                        <a:pt x="81" y="76"/>
                      </a:moveTo>
                      <a:lnTo>
                        <a:pt x="85" y="76"/>
                      </a:lnTo>
                      <a:lnTo>
                        <a:pt x="90" y="76"/>
                      </a:lnTo>
                      <a:lnTo>
                        <a:pt x="81" y="76"/>
                      </a:lnTo>
                      <a:close/>
                      <a:moveTo>
                        <a:pt x="85" y="54"/>
                      </a:moveTo>
                      <a:lnTo>
                        <a:pt x="81" y="59"/>
                      </a:lnTo>
                      <a:lnTo>
                        <a:pt x="85" y="63"/>
                      </a:lnTo>
                      <a:lnTo>
                        <a:pt x="85" y="59"/>
                      </a:lnTo>
                      <a:lnTo>
                        <a:pt x="85" y="54"/>
                      </a:lnTo>
                      <a:close/>
                      <a:moveTo>
                        <a:pt x="112" y="99"/>
                      </a:moveTo>
                      <a:lnTo>
                        <a:pt x="108" y="103"/>
                      </a:lnTo>
                      <a:lnTo>
                        <a:pt x="108" y="112"/>
                      </a:lnTo>
                      <a:lnTo>
                        <a:pt x="112" y="108"/>
                      </a:lnTo>
                      <a:lnTo>
                        <a:pt x="117" y="108"/>
                      </a:lnTo>
                      <a:lnTo>
                        <a:pt x="117" y="99"/>
                      </a:lnTo>
                      <a:lnTo>
                        <a:pt x="112" y="99"/>
                      </a:lnTo>
                      <a:close/>
                    </a:path>
                  </a:pathLst>
                </a:custGeom>
                <a:grpFill/>
                <a:ln w="9525" cmpd="sng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>
                    <a:latin typeface="Delivery" panose="020F0503020204020204" pitchFamily="34" charset="0"/>
                  </a:endParaRPr>
                </a:p>
              </p:txBody>
            </p:sp>
            <p:sp>
              <p:nvSpPr>
                <p:cNvPr id="29" name="Freeform 185">
                  <a:extLst>
                    <a:ext uri="{FF2B5EF4-FFF2-40B4-BE49-F238E27FC236}">
                      <a16:creationId xmlns:a16="http://schemas.microsoft.com/office/drawing/2014/main" id="{453109B9-ACA5-2D8B-4A52-4353257AE9C9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2955" y="1966"/>
                  <a:ext cx="99" cy="63"/>
                </a:xfrm>
                <a:custGeom>
                  <a:avLst/>
                  <a:gdLst>
                    <a:gd name="T0" fmla="*/ 0 w 99"/>
                    <a:gd name="T1" fmla="*/ 40 h 63"/>
                    <a:gd name="T2" fmla="*/ 5 w 99"/>
                    <a:gd name="T3" fmla="*/ 36 h 63"/>
                    <a:gd name="T4" fmla="*/ 5 w 99"/>
                    <a:gd name="T5" fmla="*/ 31 h 63"/>
                    <a:gd name="T6" fmla="*/ 5 w 99"/>
                    <a:gd name="T7" fmla="*/ 27 h 63"/>
                    <a:gd name="T8" fmla="*/ 5 w 99"/>
                    <a:gd name="T9" fmla="*/ 22 h 63"/>
                    <a:gd name="T10" fmla="*/ 14 w 99"/>
                    <a:gd name="T11" fmla="*/ 22 h 63"/>
                    <a:gd name="T12" fmla="*/ 18 w 99"/>
                    <a:gd name="T13" fmla="*/ 13 h 63"/>
                    <a:gd name="T14" fmla="*/ 18 w 99"/>
                    <a:gd name="T15" fmla="*/ 9 h 63"/>
                    <a:gd name="T16" fmla="*/ 23 w 99"/>
                    <a:gd name="T17" fmla="*/ 13 h 63"/>
                    <a:gd name="T18" fmla="*/ 41 w 99"/>
                    <a:gd name="T19" fmla="*/ 13 h 63"/>
                    <a:gd name="T20" fmla="*/ 45 w 99"/>
                    <a:gd name="T21" fmla="*/ 9 h 63"/>
                    <a:gd name="T22" fmla="*/ 54 w 99"/>
                    <a:gd name="T23" fmla="*/ 9 h 63"/>
                    <a:gd name="T24" fmla="*/ 63 w 99"/>
                    <a:gd name="T25" fmla="*/ 0 h 63"/>
                    <a:gd name="T26" fmla="*/ 72 w 99"/>
                    <a:gd name="T27" fmla="*/ 4 h 63"/>
                    <a:gd name="T28" fmla="*/ 76 w 99"/>
                    <a:gd name="T29" fmla="*/ 0 h 63"/>
                    <a:gd name="T30" fmla="*/ 81 w 99"/>
                    <a:gd name="T31" fmla="*/ 4 h 63"/>
                    <a:gd name="T32" fmla="*/ 90 w 99"/>
                    <a:gd name="T33" fmla="*/ 4 h 63"/>
                    <a:gd name="T34" fmla="*/ 99 w 99"/>
                    <a:gd name="T35" fmla="*/ 18 h 63"/>
                    <a:gd name="T36" fmla="*/ 99 w 99"/>
                    <a:gd name="T37" fmla="*/ 22 h 63"/>
                    <a:gd name="T38" fmla="*/ 85 w 99"/>
                    <a:gd name="T39" fmla="*/ 27 h 63"/>
                    <a:gd name="T40" fmla="*/ 76 w 99"/>
                    <a:gd name="T41" fmla="*/ 45 h 63"/>
                    <a:gd name="T42" fmla="*/ 76 w 99"/>
                    <a:gd name="T43" fmla="*/ 49 h 63"/>
                    <a:gd name="T44" fmla="*/ 67 w 99"/>
                    <a:gd name="T45" fmla="*/ 54 h 63"/>
                    <a:gd name="T46" fmla="*/ 63 w 99"/>
                    <a:gd name="T47" fmla="*/ 54 h 63"/>
                    <a:gd name="T48" fmla="*/ 49 w 99"/>
                    <a:gd name="T49" fmla="*/ 54 h 63"/>
                    <a:gd name="T50" fmla="*/ 36 w 99"/>
                    <a:gd name="T51" fmla="*/ 58 h 63"/>
                    <a:gd name="T52" fmla="*/ 27 w 99"/>
                    <a:gd name="T53" fmla="*/ 63 h 63"/>
                    <a:gd name="T54" fmla="*/ 9 w 99"/>
                    <a:gd name="T55" fmla="*/ 58 h 63"/>
                    <a:gd name="T56" fmla="*/ 5 w 99"/>
                    <a:gd name="T57" fmla="*/ 49 h 63"/>
                    <a:gd name="T58" fmla="*/ 5 w 99"/>
                    <a:gd name="T59" fmla="*/ 49 h 63"/>
                    <a:gd name="T60" fmla="*/ 0 w 99"/>
                    <a:gd name="T61" fmla="*/ 40 h 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</a:cxnLst>
                  <a:rect l="0" t="0" r="r" b="b"/>
                  <a:pathLst>
                    <a:path w="99" h="63">
                      <a:moveTo>
                        <a:pt x="0" y="40"/>
                      </a:moveTo>
                      <a:lnTo>
                        <a:pt x="5" y="36"/>
                      </a:lnTo>
                      <a:lnTo>
                        <a:pt x="5" y="31"/>
                      </a:lnTo>
                      <a:lnTo>
                        <a:pt x="5" y="27"/>
                      </a:lnTo>
                      <a:lnTo>
                        <a:pt x="5" y="22"/>
                      </a:lnTo>
                      <a:lnTo>
                        <a:pt x="14" y="22"/>
                      </a:lnTo>
                      <a:lnTo>
                        <a:pt x="18" y="13"/>
                      </a:lnTo>
                      <a:lnTo>
                        <a:pt x="18" y="9"/>
                      </a:lnTo>
                      <a:lnTo>
                        <a:pt x="23" y="13"/>
                      </a:lnTo>
                      <a:lnTo>
                        <a:pt x="41" y="13"/>
                      </a:lnTo>
                      <a:lnTo>
                        <a:pt x="45" y="9"/>
                      </a:lnTo>
                      <a:lnTo>
                        <a:pt x="54" y="9"/>
                      </a:lnTo>
                      <a:lnTo>
                        <a:pt x="63" y="0"/>
                      </a:lnTo>
                      <a:lnTo>
                        <a:pt x="72" y="4"/>
                      </a:lnTo>
                      <a:lnTo>
                        <a:pt x="76" y="0"/>
                      </a:lnTo>
                      <a:lnTo>
                        <a:pt x="81" y="4"/>
                      </a:lnTo>
                      <a:lnTo>
                        <a:pt x="90" y="4"/>
                      </a:lnTo>
                      <a:lnTo>
                        <a:pt x="99" y="18"/>
                      </a:lnTo>
                      <a:lnTo>
                        <a:pt x="99" y="22"/>
                      </a:lnTo>
                      <a:lnTo>
                        <a:pt x="85" y="27"/>
                      </a:lnTo>
                      <a:lnTo>
                        <a:pt x="76" y="45"/>
                      </a:lnTo>
                      <a:lnTo>
                        <a:pt x="76" y="49"/>
                      </a:lnTo>
                      <a:lnTo>
                        <a:pt x="67" y="54"/>
                      </a:lnTo>
                      <a:lnTo>
                        <a:pt x="63" y="54"/>
                      </a:lnTo>
                      <a:lnTo>
                        <a:pt x="49" y="54"/>
                      </a:lnTo>
                      <a:lnTo>
                        <a:pt x="36" y="58"/>
                      </a:lnTo>
                      <a:lnTo>
                        <a:pt x="27" y="63"/>
                      </a:lnTo>
                      <a:lnTo>
                        <a:pt x="9" y="58"/>
                      </a:lnTo>
                      <a:lnTo>
                        <a:pt x="5" y="49"/>
                      </a:lnTo>
                      <a:lnTo>
                        <a:pt x="5" y="49"/>
                      </a:lnTo>
                      <a:lnTo>
                        <a:pt x="0" y="40"/>
                      </a:lnTo>
                      <a:close/>
                    </a:path>
                  </a:pathLst>
                </a:custGeom>
                <a:grpFill/>
                <a:ln w="9525" cmpd="sng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>
                    <a:latin typeface="Delivery" panose="020F0503020204020204" pitchFamily="34" charset="0"/>
                  </a:endParaRPr>
                </a:p>
              </p:txBody>
            </p:sp>
            <p:sp>
              <p:nvSpPr>
                <p:cNvPr id="30" name="Freeform 186">
                  <a:extLst>
                    <a:ext uri="{FF2B5EF4-FFF2-40B4-BE49-F238E27FC236}">
                      <a16:creationId xmlns:a16="http://schemas.microsoft.com/office/drawing/2014/main" id="{2B15F08B-C845-C4BC-1174-98B4CE1A5D5F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2379" y="1470"/>
                  <a:ext cx="156" cy="103"/>
                </a:xfrm>
                <a:custGeom>
                  <a:avLst/>
                  <a:gdLst>
                    <a:gd name="T0" fmla="*/ 45 w 156"/>
                    <a:gd name="T1" fmla="*/ 85 h 103"/>
                    <a:gd name="T2" fmla="*/ 81 w 156"/>
                    <a:gd name="T3" fmla="*/ 103 h 103"/>
                    <a:gd name="T4" fmla="*/ 98 w 156"/>
                    <a:gd name="T5" fmla="*/ 89 h 103"/>
                    <a:gd name="T6" fmla="*/ 121 w 156"/>
                    <a:gd name="T7" fmla="*/ 76 h 103"/>
                    <a:gd name="T8" fmla="*/ 134 w 156"/>
                    <a:gd name="T9" fmla="*/ 71 h 103"/>
                    <a:gd name="T10" fmla="*/ 148 w 156"/>
                    <a:gd name="T11" fmla="*/ 62 h 103"/>
                    <a:gd name="T12" fmla="*/ 152 w 156"/>
                    <a:gd name="T13" fmla="*/ 54 h 103"/>
                    <a:gd name="T14" fmla="*/ 152 w 156"/>
                    <a:gd name="T15" fmla="*/ 45 h 103"/>
                    <a:gd name="T16" fmla="*/ 148 w 156"/>
                    <a:gd name="T17" fmla="*/ 31 h 103"/>
                    <a:gd name="T18" fmla="*/ 143 w 156"/>
                    <a:gd name="T19" fmla="*/ 27 h 103"/>
                    <a:gd name="T20" fmla="*/ 143 w 156"/>
                    <a:gd name="T21" fmla="*/ 18 h 103"/>
                    <a:gd name="T22" fmla="*/ 134 w 156"/>
                    <a:gd name="T23" fmla="*/ 13 h 103"/>
                    <a:gd name="T24" fmla="*/ 139 w 156"/>
                    <a:gd name="T25" fmla="*/ 0 h 103"/>
                    <a:gd name="T26" fmla="*/ 125 w 156"/>
                    <a:gd name="T27" fmla="*/ 9 h 103"/>
                    <a:gd name="T28" fmla="*/ 107 w 156"/>
                    <a:gd name="T29" fmla="*/ 0 h 103"/>
                    <a:gd name="T30" fmla="*/ 107 w 156"/>
                    <a:gd name="T31" fmla="*/ 13 h 103"/>
                    <a:gd name="T32" fmla="*/ 98 w 156"/>
                    <a:gd name="T33" fmla="*/ 18 h 103"/>
                    <a:gd name="T34" fmla="*/ 85 w 156"/>
                    <a:gd name="T35" fmla="*/ 13 h 103"/>
                    <a:gd name="T36" fmla="*/ 76 w 156"/>
                    <a:gd name="T37" fmla="*/ 13 h 103"/>
                    <a:gd name="T38" fmla="*/ 72 w 156"/>
                    <a:gd name="T39" fmla="*/ 27 h 103"/>
                    <a:gd name="T40" fmla="*/ 58 w 156"/>
                    <a:gd name="T41" fmla="*/ 13 h 103"/>
                    <a:gd name="T42" fmla="*/ 54 w 156"/>
                    <a:gd name="T43" fmla="*/ 31 h 103"/>
                    <a:gd name="T44" fmla="*/ 40 w 156"/>
                    <a:gd name="T45" fmla="*/ 27 h 103"/>
                    <a:gd name="T46" fmla="*/ 45 w 156"/>
                    <a:gd name="T47" fmla="*/ 13 h 103"/>
                    <a:gd name="T48" fmla="*/ 18 w 156"/>
                    <a:gd name="T49" fmla="*/ 0 h 103"/>
                    <a:gd name="T50" fmla="*/ 22 w 156"/>
                    <a:gd name="T51" fmla="*/ 9 h 103"/>
                    <a:gd name="T52" fmla="*/ 22 w 156"/>
                    <a:gd name="T53" fmla="*/ 13 h 103"/>
                    <a:gd name="T54" fmla="*/ 9 w 156"/>
                    <a:gd name="T55" fmla="*/ 13 h 103"/>
                    <a:gd name="T56" fmla="*/ 14 w 156"/>
                    <a:gd name="T57" fmla="*/ 27 h 103"/>
                    <a:gd name="T58" fmla="*/ 9 w 156"/>
                    <a:gd name="T59" fmla="*/ 31 h 103"/>
                    <a:gd name="T60" fmla="*/ 0 w 156"/>
                    <a:gd name="T61" fmla="*/ 36 h 103"/>
                    <a:gd name="T62" fmla="*/ 27 w 156"/>
                    <a:gd name="T63" fmla="*/ 36 h 103"/>
                    <a:gd name="T64" fmla="*/ 31 w 156"/>
                    <a:gd name="T65" fmla="*/ 45 h 103"/>
                    <a:gd name="T66" fmla="*/ 27 w 156"/>
                    <a:gd name="T67" fmla="*/ 49 h 103"/>
                    <a:gd name="T68" fmla="*/ 9 w 156"/>
                    <a:gd name="T69" fmla="*/ 67 h 103"/>
                    <a:gd name="T70" fmla="*/ 31 w 156"/>
                    <a:gd name="T71" fmla="*/ 62 h 103"/>
                    <a:gd name="T72" fmla="*/ 36 w 156"/>
                    <a:gd name="T73" fmla="*/ 62 h 103"/>
                    <a:gd name="T74" fmla="*/ 22 w 156"/>
                    <a:gd name="T75" fmla="*/ 80 h 10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</a:cxnLst>
                  <a:rect l="0" t="0" r="r" b="b"/>
                  <a:pathLst>
                    <a:path w="156" h="103">
                      <a:moveTo>
                        <a:pt x="27" y="89"/>
                      </a:moveTo>
                      <a:lnTo>
                        <a:pt x="45" y="85"/>
                      </a:lnTo>
                      <a:lnTo>
                        <a:pt x="63" y="98"/>
                      </a:lnTo>
                      <a:lnTo>
                        <a:pt x="81" y="103"/>
                      </a:lnTo>
                      <a:lnTo>
                        <a:pt x="94" y="98"/>
                      </a:lnTo>
                      <a:lnTo>
                        <a:pt x="98" y="89"/>
                      </a:lnTo>
                      <a:lnTo>
                        <a:pt x="112" y="89"/>
                      </a:lnTo>
                      <a:lnTo>
                        <a:pt x="121" y="76"/>
                      </a:lnTo>
                      <a:lnTo>
                        <a:pt x="130" y="71"/>
                      </a:lnTo>
                      <a:lnTo>
                        <a:pt x="134" y="71"/>
                      </a:lnTo>
                      <a:lnTo>
                        <a:pt x="143" y="67"/>
                      </a:lnTo>
                      <a:lnTo>
                        <a:pt x="148" y="62"/>
                      </a:lnTo>
                      <a:lnTo>
                        <a:pt x="148" y="62"/>
                      </a:lnTo>
                      <a:lnTo>
                        <a:pt x="152" y="54"/>
                      </a:lnTo>
                      <a:lnTo>
                        <a:pt x="156" y="49"/>
                      </a:lnTo>
                      <a:lnTo>
                        <a:pt x="152" y="45"/>
                      </a:lnTo>
                      <a:lnTo>
                        <a:pt x="152" y="36"/>
                      </a:lnTo>
                      <a:lnTo>
                        <a:pt x="148" y="31"/>
                      </a:lnTo>
                      <a:lnTo>
                        <a:pt x="143" y="36"/>
                      </a:lnTo>
                      <a:lnTo>
                        <a:pt x="143" y="27"/>
                      </a:lnTo>
                      <a:lnTo>
                        <a:pt x="139" y="27"/>
                      </a:lnTo>
                      <a:lnTo>
                        <a:pt x="143" y="18"/>
                      </a:lnTo>
                      <a:lnTo>
                        <a:pt x="139" y="22"/>
                      </a:lnTo>
                      <a:lnTo>
                        <a:pt x="134" y="13"/>
                      </a:lnTo>
                      <a:lnTo>
                        <a:pt x="143" y="4"/>
                      </a:lnTo>
                      <a:lnTo>
                        <a:pt x="139" y="0"/>
                      </a:lnTo>
                      <a:lnTo>
                        <a:pt x="130" y="13"/>
                      </a:lnTo>
                      <a:lnTo>
                        <a:pt x="125" y="9"/>
                      </a:lnTo>
                      <a:lnTo>
                        <a:pt x="116" y="0"/>
                      </a:lnTo>
                      <a:lnTo>
                        <a:pt x="107" y="0"/>
                      </a:lnTo>
                      <a:lnTo>
                        <a:pt x="112" y="9"/>
                      </a:lnTo>
                      <a:lnTo>
                        <a:pt x="107" y="13"/>
                      </a:lnTo>
                      <a:lnTo>
                        <a:pt x="103" y="13"/>
                      </a:lnTo>
                      <a:lnTo>
                        <a:pt x="98" y="18"/>
                      </a:lnTo>
                      <a:lnTo>
                        <a:pt x="89" y="9"/>
                      </a:lnTo>
                      <a:lnTo>
                        <a:pt x="85" y="13"/>
                      </a:lnTo>
                      <a:lnTo>
                        <a:pt x="89" y="27"/>
                      </a:lnTo>
                      <a:lnTo>
                        <a:pt x="76" y="13"/>
                      </a:lnTo>
                      <a:lnTo>
                        <a:pt x="72" y="13"/>
                      </a:lnTo>
                      <a:lnTo>
                        <a:pt x="72" y="27"/>
                      </a:lnTo>
                      <a:lnTo>
                        <a:pt x="63" y="13"/>
                      </a:lnTo>
                      <a:lnTo>
                        <a:pt x="58" y="13"/>
                      </a:lnTo>
                      <a:lnTo>
                        <a:pt x="58" y="31"/>
                      </a:lnTo>
                      <a:lnTo>
                        <a:pt x="54" y="31"/>
                      </a:lnTo>
                      <a:lnTo>
                        <a:pt x="45" y="40"/>
                      </a:lnTo>
                      <a:lnTo>
                        <a:pt x="40" y="27"/>
                      </a:lnTo>
                      <a:lnTo>
                        <a:pt x="45" y="22"/>
                      </a:lnTo>
                      <a:lnTo>
                        <a:pt x="45" y="13"/>
                      </a:lnTo>
                      <a:lnTo>
                        <a:pt x="27" y="0"/>
                      </a:lnTo>
                      <a:lnTo>
                        <a:pt x="18" y="0"/>
                      </a:lnTo>
                      <a:lnTo>
                        <a:pt x="18" y="4"/>
                      </a:lnTo>
                      <a:lnTo>
                        <a:pt x="22" y="9"/>
                      </a:lnTo>
                      <a:lnTo>
                        <a:pt x="27" y="18"/>
                      </a:lnTo>
                      <a:lnTo>
                        <a:pt x="22" y="13"/>
                      </a:lnTo>
                      <a:lnTo>
                        <a:pt x="14" y="9"/>
                      </a:lnTo>
                      <a:lnTo>
                        <a:pt x="9" y="13"/>
                      </a:lnTo>
                      <a:lnTo>
                        <a:pt x="14" y="18"/>
                      </a:lnTo>
                      <a:lnTo>
                        <a:pt x="14" y="27"/>
                      </a:lnTo>
                      <a:lnTo>
                        <a:pt x="9" y="27"/>
                      </a:lnTo>
                      <a:lnTo>
                        <a:pt x="9" y="31"/>
                      </a:lnTo>
                      <a:lnTo>
                        <a:pt x="5" y="31"/>
                      </a:lnTo>
                      <a:lnTo>
                        <a:pt x="0" y="36"/>
                      </a:lnTo>
                      <a:lnTo>
                        <a:pt x="14" y="40"/>
                      </a:lnTo>
                      <a:lnTo>
                        <a:pt x="27" y="36"/>
                      </a:lnTo>
                      <a:lnTo>
                        <a:pt x="36" y="36"/>
                      </a:lnTo>
                      <a:lnTo>
                        <a:pt x="31" y="45"/>
                      </a:lnTo>
                      <a:lnTo>
                        <a:pt x="31" y="49"/>
                      </a:lnTo>
                      <a:lnTo>
                        <a:pt x="27" y="49"/>
                      </a:lnTo>
                      <a:lnTo>
                        <a:pt x="5" y="58"/>
                      </a:lnTo>
                      <a:lnTo>
                        <a:pt x="9" y="67"/>
                      </a:lnTo>
                      <a:lnTo>
                        <a:pt x="14" y="62"/>
                      </a:lnTo>
                      <a:lnTo>
                        <a:pt x="31" y="62"/>
                      </a:lnTo>
                      <a:lnTo>
                        <a:pt x="31" y="67"/>
                      </a:lnTo>
                      <a:lnTo>
                        <a:pt x="36" y="62"/>
                      </a:lnTo>
                      <a:lnTo>
                        <a:pt x="31" y="80"/>
                      </a:lnTo>
                      <a:lnTo>
                        <a:pt x="22" y="80"/>
                      </a:lnTo>
                      <a:lnTo>
                        <a:pt x="27" y="89"/>
                      </a:lnTo>
                      <a:close/>
                    </a:path>
                  </a:pathLst>
                </a:custGeom>
                <a:grpFill/>
                <a:ln w="9525" cmpd="sng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>
                    <a:latin typeface="Delivery" panose="020F0503020204020204" pitchFamily="34" charset="0"/>
                  </a:endParaRPr>
                </a:p>
              </p:txBody>
            </p:sp>
            <p:sp>
              <p:nvSpPr>
                <p:cNvPr id="31" name="Freeform 187">
                  <a:extLst>
                    <a:ext uri="{FF2B5EF4-FFF2-40B4-BE49-F238E27FC236}">
                      <a16:creationId xmlns:a16="http://schemas.microsoft.com/office/drawing/2014/main" id="{E7180928-6042-2785-6ADC-4D29E1575D9D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2580" y="1805"/>
                  <a:ext cx="58" cy="98"/>
                </a:xfrm>
                <a:custGeom>
                  <a:avLst/>
                  <a:gdLst>
                    <a:gd name="T0" fmla="*/ 45 w 58"/>
                    <a:gd name="T1" fmla="*/ 5 h 98"/>
                    <a:gd name="T2" fmla="*/ 45 w 58"/>
                    <a:gd name="T3" fmla="*/ 0 h 98"/>
                    <a:gd name="T4" fmla="*/ 40 w 58"/>
                    <a:gd name="T5" fmla="*/ 0 h 98"/>
                    <a:gd name="T6" fmla="*/ 40 w 58"/>
                    <a:gd name="T7" fmla="*/ 0 h 98"/>
                    <a:gd name="T8" fmla="*/ 36 w 58"/>
                    <a:gd name="T9" fmla="*/ 9 h 98"/>
                    <a:gd name="T10" fmla="*/ 36 w 58"/>
                    <a:gd name="T11" fmla="*/ 0 h 98"/>
                    <a:gd name="T12" fmla="*/ 27 w 58"/>
                    <a:gd name="T13" fmla="*/ 5 h 98"/>
                    <a:gd name="T14" fmla="*/ 27 w 58"/>
                    <a:gd name="T15" fmla="*/ 13 h 98"/>
                    <a:gd name="T16" fmla="*/ 22 w 58"/>
                    <a:gd name="T17" fmla="*/ 18 h 98"/>
                    <a:gd name="T18" fmla="*/ 27 w 58"/>
                    <a:gd name="T19" fmla="*/ 22 h 98"/>
                    <a:gd name="T20" fmla="*/ 27 w 58"/>
                    <a:gd name="T21" fmla="*/ 22 h 98"/>
                    <a:gd name="T22" fmla="*/ 22 w 58"/>
                    <a:gd name="T23" fmla="*/ 27 h 98"/>
                    <a:gd name="T24" fmla="*/ 22 w 58"/>
                    <a:gd name="T25" fmla="*/ 27 h 98"/>
                    <a:gd name="T26" fmla="*/ 18 w 58"/>
                    <a:gd name="T27" fmla="*/ 27 h 98"/>
                    <a:gd name="T28" fmla="*/ 5 w 58"/>
                    <a:gd name="T29" fmla="*/ 27 h 98"/>
                    <a:gd name="T30" fmla="*/ 0 w 58"/>
                    <a:gd name="T31" fmla="*/ 36 h 98"/>
                    <a:gd name="T32" fmla="*/ 9 w 58"/>
                    <a:gd name="T33" fmla="*/ 36 h 98"/>
                    <a:gd name="T34" fmla="*/ 5 w 58"/>
                    <a:gd name="T35" fmla="*/ 45 h 98"/>
                    <a:gd name="T36" fmla="*/ 0 w 58"/>
                    <a:gd name="T37" fmla="*/ 45 h 98"/>
                    <a:gd name="T38" fmla="*/ 0 w 58"/>
                    <a:gd name="T39" fmla="*/ 54 h 98"/>
                    <a:gd name="T40" fmla="*/ 9 w 58"/>
                    <a:gd name="T41" fmla="*/ 58 h 98"/>
                    <a:gd name="T42" fmla="*/ 14 w 58"/>
                    <a:gd name="T43" fmla="*/ 54 h 98"/>
                    <a:gd name="T44" fmla="*/ 18 w 58"/>
                    <a:gd name="T45" fmla="*/ 54 h 98"/>
                    <a:gd name="T46" fmla="*/ 14 w 58"/>
                    <a:gd name="T47" fmla="*/ 63 h 98"/>
                    <a:gd name="T48" fmla="*/ 14 w 58"/>
                    <a:gd name="T49" fmla="*/ 63 h 98"/>
                    <a:gd name="T50" fmla="*/ 9 w 58"/>
                    <a:gd name="T51" fmla="*/ 72 h 98"/>
                    <a:gd name="T52" fmla="*/ 18 w 58"/>
                    <a:gd name="T53" fmla="*/ 67 h 98"/>
                    <a:gd name="T54" fmla="*/ 18 w 58"/>
                    <a:gd name="T55" fmla="*/ 72 h 98"/>
                    <a:gd name="T56" fmla="*/ 9 w 58"/>
                    <a:gd name="T57" fmla="*/ 76 h 98"/>
                    <a:gd name="T58" fmla="*/ 9 w 58"/>
                    <a:gd name="T59" fmla="*/ 81 h 98"/>
                    <a:gd name="T60" fmla="*/ 0 w 58"/>
                    <a:gd name="T61" fmla="*/ 81 h 98"/>
                    <a:gd name="T62" fmla="*/ 0 w 58"/>
                    <a:gd name="T63" fmla="*/ 89 h 98"/>
                    <a:gd name="T64" fmla="*/ 9 w 58"/>
                    <a:gd name="T65" fmla="*/ 89 h 98"/>
                    <a:gd name="T66" fmla="*/ 0 w 58"/>
                    <a:gd name="T67" fmla="*/ 94 h 98"/>
                    <a:gd name="T68" fmla="*/ 9 w 58"/>
                    <a:gd name="T69" fmla="*/ 98 h 98"/>
                    <a:gd name="T70" fmla="*/ 27 w 58"/>
                    <a:gd name="T71" fmla="*/ 89 h 98"/>
                    <a:gd name="T72" fmla="*/ 40 w 58"/>
                    <a:gd name="T73" fmla="*/ 85 h 98"/>
                    <a:gd name="T74" fmla="*/ 49 w 58"/>
                    <a:gd name="T75" fmla="*/ 85 h 98"/>
                    <a:gd name="T76" fmla="*/ 54 w 58"/>
                    <a:gd name="T77" fmla="*/ 81 h 98"/>
                    <a:gd name="T78" fmla="*/ 58 w 58"/>
                    <a:gd name="T79" fmla="*/ 72 h 98"/>
                    <a:gd name="T80" fmla="*/ 58 w 58"/>
                    <a:gd name="T81" fmla="*/ 54 h 98"/>
                    <a:gd name="T82" fmla="*/ 58 w 58"/>
                    <a:gd name="T83" fmla="*/ 49 h 98"/>
                    <a:gd name="T84" fmla="*/ 58 w 58"/>
                    <a:gd name="T85" fmla="*/ 49 h 98"/>
                    <a:gd name="T86" fmla="*/ 54 w 58"/>
                    <a:gd name="T87" fmla="*/ 31 h 98"/>
                    <a:gd name="T88" fmla="*/ 49 w 58"/>
                    <a:gd name="T89" fmla="*/ 31 h 98"/>
                    <a:gd name="T90" fmla="*/ 40 w 58"/>
                    <a:gd name="T91" fmla="*/ 27 h 98"/>
                    <a:gd name="T92" fmla="*/ 40 w 58"/>
                    <a:gd name="T93" fmla="*/ 36 h 98"/>
                    <a:gd name="T94" fmla="*/ 27 w 58"/>
                    <a:gd name="T95" fmla="*/ 31 h 98"/>
                    <a:gd name="T96" fmla="*/ 27 w 58"/>
                    <a:gd name="T97" fmla="*/ 27 h 98"/>
                    <a:gd name="T98" fmla="*/ 31 w 58"/>
                    <a:gd name="T99" fmla="*/ 18 h 98"/>
                    <a:gd name="T100" fmla="*/ 36 w 58"/>
                    <a:gd name="T101" fmla="*/ 18 h 98"/>
                    <a:gd name="T102" fmla="*/ 40 w 58"/>
                    <a:gd name="T103" fmla="*/ 13 h 98"/>
                    <a:gd name="T104" fmla="*/ 45 w 58"/>
                    <a:gd name="T105" fmla="*/ 5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</a:cxnLst>
                  <a:rect l="0" t="0" r="r" b="b"/>
                  <a:pathLst>
                    <a:path w="58" h="98">
                      <a:moveTo>
                        <a:pt x="45" y="5"/>
                      </a:moveTo>
                      <a:lnTo>
                        <a:pt x="45" y="0"/>
                      </a:lnTo>
                      <a:lnTo>
                        <a:pt x="40" y="0"/>
                      </a:lnTo>
                      <a:lnTo>
                        <a:pt x="40" y="0"/>
                      </a:lnTo>
                      <a:lnTo>
                        <a:pt x="36" y="9"/>
                      </a:lnTo>
                      <a:lnTo>
                        <a:pt x="36" y="0"/>
                      </a:lnTo>
                      <a:lnTo>
                        <a:pt x="27" y="5"/>
                      </a:lnTo>
                      <a:lnTo>
                        <a:pt x="27" y="13"/>
                      </a:lnTo>
                      <a:lnTo>
                        <a:pt x="22" y="18"/>
                      </a:lnTo>
                      <a:lnTo>
                        <a:pt x="27" y="22"/>
                      </a:lnTo>
                      <a:lnTo>
                        <a:pt x="27" y="22"/>
                      </a:lnTo>
                      <a:lnTo>
                        <a:pt x="22" y="27"/>
                      </a:lnTo>
                      <a:lnTo>
                        <a:pt x="22" y="27"/>
                      </a:lnTo>
                      <a:lnTo>
                        <a:pt x="18" y="27"/>
                      </a:lnTo>
                      <a:lnTo>
                        <a:pt x="5" y="27"/>
                      </a:lnTo>
                      <a:lnTo>
                        <a:pt x="0" y="36"/>
                      </a:lnTo>
                      <a:lnTo>
                        <a:pt x="9" y="36"/>
                      </a:lnTo>
                      <a:lnTo>
                        <a:pt x="5" y="45"/>
                      </a:lnTo>
                      <a:lnTo>
                        <a:pt x="0" y="45"/>
                      </a:lnTo>
                      <a:lnTo>
                        <a:pt x="0" y="54"/>
                      </a:lnTo>
                      <a:lnTo>
                        <a:pt x="9" y="58"/>
                      </a:lnTo>
                      <a:lnTo>
                        <a:pt x="14" y="54"/>
                      </a:lnTo>
                      <a:lnTo>
                        <a:pt x="18" y="54"/>
                      </a:lnTo>
                      <a:lnTo>
                        <a:pt x="14" y="63"/>
                      </a:lnTo>
                      <a:lnTo>
                        <a:pt x="14" y="63"/>
                      </a:lnTo>
                      <a:lnTo>
                        <a:pt x="9" y="72"/>
                      </a:lnTo>
                      <a:lnTo>
                        <a:pt x="18" y="67"/>
                      </a:lnTo>
                      <a:lnTo>
                        <a:pt x="18" y="72"/>
                      </a:lnTo>
                      <a:lnTo>
                        <a:pt x="9" y="76"/>
                      </a:lnTo>
                      <a:lnTo>
                        <a:pt x="9" y="81"/>
                      </a:lnTo>
                      <a:lnTo>
                        <a:pt x="0" y="81"/>
                      </a:lnTo>
                      <a:lnTo>
                        <a:pt x="0" y="89"/>
                      </a:lnTo>
                      <a:lnTo>
                        <a:pt x="9" y="89"/>
                      </a:lnTo>
                      <a:lnTo>
                        <a:pt x="0" y="94"/>
                      </a:lnTo>
                      <a:lnTo>
                        <a:pt x="9" y="98"/>
                      </a:lnTo>
                      <a:lnTo>
                        <a:pt x="27" y="89"/>
                      </a:lnTo>
                      <a:lnTo>
                        <a:pt x="40" y="85"/>
                      </a:lnTo>
                      <a:lnTo>
                        <a:pt x="49" y="85"/>
                      </a:lnTo>
                      <a:lnTo>
                        <a:pt x="54" y="81"/>
                      </a:lnTo>
                      <a:lnTo>
                        <a:pt x="58" y="72"/>
                      </a:lnTo>
                      <a:lnTo>
                        <a:pt x="58" y="54"/>
                      </a:lnTo>
                      <a:lnTo>
                        <a:pt x="58" y="49"/>
                      </a:lnTo>
                      <a:lnTo>
                        <a:pt x="58" y="49"/>
                      </a:lnTo>
                      <a:lnTo>
                        <a:pt x="54" y="31"/>
                      </a:lnTo>
                      <a:lnTo>
                        <a:pt x="49" y="31"/>
                      </a:lnTo>
                      <a:lnTo>
                        <a:pt x="40" y="27"/>
                      </a:lnTo>
                      <a:lnTo>
                        <a:pt x="40" y="36"/>
                      </a:lnTo>
                      <a:lnTo>
                        <a:pt x="27" y="31"/>
                      </a:lnTo>
                      <a:lnTo>
                        <a:pt x="27" y="27"/>
                      </a:lnTo>
                      <a:lnTo>
                        <a:pt x="31" y="18"/>
                      </a:lnTo>
                      <a:lnTo>
                        <a:pt x="36" y="18"/>
                      </a:lnTo>
                      <a:lnTo>
                        <a:pt x="40" y="13"/>
                      </a:lnTo>
                      <a:lnTo>
                        <a:pt x="45" y="5"/>
                      </a:lnTo>
                      <a:close/>
                    </a:path>
                  </a:pathLst>
                </a:custGeom>
                <a:grpFill/>
                <a:ln w="9525" cmpd="sng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>
                    <a:latin typeface="Delivery" panose="020F0503020204020204" pitchFamily="34" charset="0"/>
                  </a:endParaRPr>
                </a:p>
              </p:txBody>
            </p:sp>
            <p:sp>
              <p:nvSpPr>
                <p:cNvPr id="32" name="Freeform 188">
                  <a:extLst>
                    <a:ext uri="{FF2B5EF4-FFF2-40B4-BE49-F238E27FC236}">
                      <a16:creationId xmlns:a16="http://schemas.microsoft.com/office/drawing/2014/main" id="{49B8CFC1-64FC-3033-7DC5-DBBC636BE1B5}"/>
                    </a:ext>
                  </a:extLst>
                </p:cNvPr>
                <p:cNvSpPr>
                  <a:spLocks noEditPoints="1"/>
                </p:cNvSpPr>
                <p:nvPr/>
              </p:nvSpPr>
              <p:spPr bwMode="gray">
                <a:xfrm>
                  <a:off x="2817" y="2002"/>
                  <a:ext cx="174" cy="205"/>
                </a:xfrm>
                <a:custGeom>
                  <a:avLst/>
                  <a:gdLst>
                    <a:gd name="T0" fmla="*/ 27 w 174"/>
                    <a:gd name="T1" fmla="*/ 62 h 205"/>
                    <a:gd name="T2" fmla="*/ 36 w 174"/>
                    <a:gd name="T3" fmla="*/ 49 h 205"/>
                    <a:gd name="T4" fmla="*/ 53 w 174"/>
                    <a:gd name="T5" fmla="*/ 62 h 205"/>
                    <a:gd name="T6" fmla="*/ 62 w 174"/>
                    <a:gd name="T7" fmla="*/ 94 h 205"/>
                    <a:gd name="T8" fmla="*/ 94 w 174"/>
                    <a:gd name="T9" fmla="*/ 120 h 205"/>
                    <a:gd name="T10" fmla="*/ 112 w 174"/>
                    <a:gd name="T11" fmla="*/ 129 h 205"/>
                    <a:gd name="T12" fmla="*/ 120 w 174"/>
                    <a:gd name="T13" fmla="*/ 138 h 205"/>
                    <a:gd name="T14" fmla="*/ 138 w 174"/>
                    <a:gd name="T15" fmla="*/ 161 h 205"/>
                    <a:gd name="T16" fmla="*/ 134 w 174"/>
                    <a:gd name="T17" fmla="*/ 170 h 205"/>
                    <a:gd name="T18" fmla="*/ 134 w 174"/>
                    <a:gd name="T19" fmla="*/ 183 h 205"/>
                    <a:gd name="T20" fmla="*/ 147 w 174"/>
                    <a:gd name="T21" fmla="*/ 170 h 205"/>
                    <a:gd name="T22" fmla="*/ 152 w 174"/>
                    <a:gd name="T23" fmla="*/ 161 h 205"/>
                    <a:gd name="T24" fmla="*/ 143 w 174"/>
                    <a:gd name="T25" fmla="*/ 143 h 205"/>
                    <a:gd name="T26" fmla="*/ 156 w 174"/>
                    <a:gd name="T27" fmla="*/ 134 h 205"/>
                    <a:gd name="T28" fmla="*/ 165 w 174"/>
                    <a:gd name="T29" fmla="*/ 143 h 205"/>
                    <a:gd name="T30" fmla="*/ 174 w 174"/>
                    <a:gd name="T31" fmla="*/ 138 h 205"/>
                    <a:gd name="T32" fmla="*/ 147 w 174"/>
                    <a:gd name="T33" fmla="*/ 111 h 205"/>
                    <a:gd name="T34" fmla="*/ 138 w 174"/>
                    <a:gd name="T35" fmla="*/ 102 h 205"/>
                    <a:gd name="T36" fmla="*/ 120 w 174"/>
                    <a:gd name="T37" fmla="*/ 98 h 205"/>
                    <a:gd name="T38" fmla="*/ 103 w 174"/>
                    <a:gd name="T39" fmla="*/ 80 h 205"/>
                    <a:gd name="T40" fmla="*/ 85 w 174"/>
                    <a:gd name="T41" fmla="*/ 58 h 205"/>
                    <a:gd name="T42" fmla="*/ 85 w 174"/>
                    <a:gd name="T43" fmla="*/ 44 h 205"/>
                    <a:gd name="T44" fmla="*/ 80 w 174"/>
                    <a:gd name="T45" fmla="*/ 31 h 205"/>
                    <a:gd name="T46" fmla="*/ 94 w 174"/>
                    <a:gd name="T47" fmla="*/ 22 h 205"/>
                    <a:gd name="T48" fmla="*/ 103 w 174"/>
                    <a:gd name="T49" fmla="*/ 27 h 205"/>
                    <a:gd name="T50" fmla="*/ 107 w 174"/>
                    <a:gd name="T51" fmla="*/ 31 h 205"/>
                    <a:gd name="T52" fmla="*/ 103 w 174"/>
                    <a:gd name="T53" fmla="*/ 18 h 205"/>
                    <a:gd name="T54" fmla="*/ 103 w 174"/>
                    <a:gd name="T55" fmla="*/ 13 h 205"/>
                    <a:gd name="T56" fmla="*/ 85 w 174"/>
                    <a:gd name="T57" fmla="*/ 0 h 205"/>
                    <a:gd name="T58" fmla="*/ 67 w 174"/>
                    <a:gd name="T59" fmla="*/ 4 h 205"/>
                    <a:gd name="T60" fmla="*/ 53 w 174"/>
                    <a:gd name="T61" fmla="*/ 13 h 205"/>
                    <a:gd name="T62" fmla="*/ 40 w 174"/>
                    <a:gd name="T63" fmla="*/ 9 h 205"/>
                    <a:gd name="T64" fmla="*/ 36 w 174"/>
                    <a:gd name="T65" fmla="*/ 22 h 205"/>
                    <a:gd name="T66" fmla="*/ 27 w 174"/>
                    <a:gd name="T67" fmla="*/ 13 h 205"/>
                    <a:gd name="T68" fmla="*/ 18 w 174"/>
                    <a:gd name="T69" fmla="*/ 22 h 205"/>
                    <a:gd name="T70" fmla="*/ 9 w 174"/>
                    <a:gd name="T71" fmla="*/ 35 h 205"/>
                    <a:gd name="T72" fmla="*/ 0 w 174"/>
                    <a:gd name="T73" fmla="*/ 49 h 205"/>
                    <a:gd name="T74" fmla="*/ 18 w 174"/>
                    <a:gd name="T75" fmla="*/ 62 h 205"/>
                    <a:gd name="T76" fmla="*/ 40 w 174"/>
                    <a:gd name="T77" fmla="*/ 116 h 205"/>
                    <a:gd name="T78" fmla="*/ 27 w 174"/>
                    <a:gd name="T79" fmla="*/ 125 h 205"/>
                    <a:gd name="T80" fmla="*/ 31 w 174"/>
                    <a:gd name="T81" fmla="*/ 129 h 205"/>
                    <a:gd name="T82" fmla="*/ 36 w 174"/>
                    <a:gd name="T83" fmla="*/ 143 h 205"/>
                    <a:gd name="T84" fmla="*/ 31 w 174"/>
                    <a:gd name="T85" fmla="*/ 147 h 205"/>
                    <a:gd name="T86" fmla="*/ 36 w 174"/>
                    <a:gd name="T87" fmla="*/ 161 h 205"/>
                    <a:gd name="T88" fmla="*/ 45 w 174"/>
                    <a:gd name="T89" fmla="*/ 156 h 205"/>
                    <a:gd name="T90" fmla="*/ 49 w 174"/>
                    <a:gd name="T91" fmla="*/ 143 h 205"/>
                    <a:gd name="T92" fmla="*/ 49 w 174"/>
                    <a:gd name="T93" fmla="*/ 129 h 205"/>
                    <a:gd name="T94" fmla="*/ 40 w 174"/>
                    <a:gd name="T95" fmla="*/ 116 h 205"/>
                    <a:gd name="T96" fmla="*/ 120 w 174"/>
                    <a:gd name="T97" fmla="*/ 174 h 205"/>
                    <a:gd name="T98" fmla="*/ 98 w 174"/>
                    <a:gd name="T99" fmla="*/ 170 h 205"/>
                    <a:gd name="T100" fmla="*/ 85 w 174"/>
                    <a:gd name="T101" fmla="*/ 178 h 205"/>
                    <a:gd name="T102" fmla="*/ 89 w 174"/>
                    <a:gd name="T103" fmla="*/ 187 h 205"/>
                    <a:gd name="T104" fmla="*/ 103 w 174"/>
                    <a:gd name="T105" fmla="*/ 196 h 205"/>
                    <a:gd name="T106" fmla="*/ 116 w 174"/>
                    <a:gd name="T107" fmla="*/ 201 h 205"/>
                    <a:gd name="T108" fmla="*/ 125 w 174"/>
                    <a:gd name="T109" fmla="*/ 201 h 205"/>
                    <a:gd name="T110" fmla="*/ 129 w 174"/>
                    <a:gd name="T111" fmla="*/ 178 h 205"/>
                    <a:gd name="T112" fmla="*/ 125 w 174"/>
                    <a:gd name="T113" fmla="*/ 174 h 2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74" h="205">
                      <a:moveTo>
                        <a:pt x="22" y="67"/>
                      </a:moveTo>
                      <a:lnTo>
                        <a:pt x="27" y="62"/>
                      </a:lnTo>
                      <a:lnTo>
                        <a:pt x="31" y="58"/>
                      </a:lnTo>
                      <a:lnTo>
                        <a:pt x="36" y="49"/>
                      </a:lnTo>
                      <a:lnTo>
                        <a:pt x="49" y="58"/>
                      </a:lnTo>
                      <a:lnTo>
                        <a:pt x="53" y="62"/>
                      </a:lnTo>
                      <a:lnTo>
                        <a:pt x="58" y="80"/>
                      </a:lnTo>
                      <a:lnTo>
                        <a:pt x="62" y="94"/>
                      </a:lnTo>
                      <a:lnTo>
                        <a:pt x="85" y="111"/>
                      </a:lnTo>
                      <a:lnTo>
                        <a:pt x="94" y="120"/>
                      </a:lnTo>
                      <a:lnTo>
                        <a:pt x="103" y="116"/>
                      </a:lnTo>
                      <a:lnTo>
                        <a:pt x="112" y="129"/>
                      </a:lnTo>
                      <a:lnTo>
                        <a:pt x="120" y="129"/>
                      </a:lnTo>
                      <a:lnTo>
                        <a:pt x="120" y="138"/>
                      </a:lnTo>
                      <a:lnTo>
                        <a:pt x="129" y="143"/>
                      </a:lnTo>
                      <a:lnTo>
                        <a:pt x="138" y="161"/>
                      </a:lnTo>
                      <a:lnTo>
                        <a:pt x="134" y="165"/>
                      </a:lnTo>
                      <a:lnTo>
                        <a:pt x="134" y="170"/>
                      </a:lnTo>
                      <a:lnTo>
                        <a:pt x="129" y="174"/>
                      </a:lnTo>
                      <a:lnTo>
                        <a:pt x="134" y="183"/>
                      </a:lnTo>
                      <a:lnTo>
                        <a:pt x="138" y="178"/>
                      </a:lnTo>
                      <a:lnTo>
                        <a:pt x="147" y="170"/>
                      </a:lnTo>
                      <a:lnTo>
                        <a:pt x="147" y="165"/>
                      </a:lnTo>
                      <a:lnTo>
                        <a:pt x="152" y="161"/>
                      </a:lnTo>
                      <a:lnTo>
                        <a:pt x="156" y="152"/>
                      </a:lnTo>
                      <a:lnTo>
                        <a:pt x="143" y="143"/>
                      </a:lnTo>
                      <a:lnTo>
                        <a:pt x="152" y="134"/>
                      </a:lnTo>
                      <a:lnTo>
                        <a:pt x="156" y="134"/>
                      </a:lnTo>
                      <a:lnTo>
                        <a:pt x="165" y="134"/>
                      </a:lnTo>
                      <a:lnTo>
                        <a:pt x="165" y="143"/>
                      </a:lnTo>
                      <a:lnTo>
                        <a:pt x="170" y="147"/>
                      </a:lnTo>
                      <a:lnTo>
                        <a:pt x="174" y="138"/>
                      </a:lnTo>
                      <a:lnTo>
                        <a:pt x="165" y="125"/>
                      </a:lnTo>
                      <a:lnTo>
                        <a:pt x="147" y="111"/>
                      </a:lnTo>
                      <a:lnTo>
                        <a:pt x="138" y="111"/>
                      </a:lnTo>
                      <a:lnTo>
                        <a:pt x="138" y="102"/>
                      </a:lnTo>
                      <a:lnTo>
                        <a:pt x="138" y="98"/>
                      </a:lnTo>
                      <a:lnTo>
                        <a:pt x="120" y="98"/>
                      </a:lnTo>
                      <a:lnTo>
                        <a:pt x="112" y="89"/>
                      </a:lnTo>
                      <a:lnTo>
                        <a:pt x="103" y="80"/>
                      </a:lnTo>
                      <a:lnTo>
                        <a:pt x="98" y="71"/>
                      </a:lnTo>
                      <a:lnTo>
                        <a:pt x="85" y="58"/>
                      </a:lnTo>
                      <a:lnTo>
                        <a:pt x="80" y="49"/>
                      </a:lnTo>
                      <a:lnTo>
                        <a:pt x="85" y="44"/>
                      </a:lnTo>
                      <a:lnTo>
                        <a:pt x="80" y="35"/>
                      </a:lnTo>
                      <a:lnTo>
                        <a:pt x="80" y="31"/>
                      </a:lnTo>
                      <a:lnTo>
                        <a:pt x="85" y="27"/>
                      </a:lnTo>
                      <a:lnTo>
                        <a:pt x="94" y="22"/>
                      </a:lnTo>
                      <a:lnTo>
                        <a:pt x="98" y="27"/>
                      </a:lnTo>
                      <a:lnTo>
                        <a:pt x="103" y="27"/>
                      </a:lnTo>
                      <a:lnTo>
                        <a:pt x="103" y="31"/>
                      </a:lnTo>
                      <a:lnTo>
                        <a:pt x="107" y="31"/>
                      </a:lnTo>
                      <a:lnTo>
                        <a:pt x="103" y="22"/>
                      </a:lnTo>
                      <a:lnTo>
                        <a:pt x="103" y="18"/>
                      </a:lnTo>
                      <a:lnTo>
                        <a:pt x="98" y="13"/>
                      </a:lnTo>
                      <a:lnTo>
                        <a:pt x="103" y="13"/>
                      </a:lnTo>
                      <a:lnTo>
                        <a:pt x="89" y="9"/>
                      </a:lnTo>
                      <a:lnTo>
                        <a:pt x="85" y="0"/>
                      </a:lnTo>
                      <a:lnTo>
                        <a:pt x="71" y="0"/>
                      </a:lnTo>
                      <a:lnTo>
                        <a:pt x="67" y="4"/>
                      </a:lnTo>
                      <a:lnTo>
                        <a:pt x="58" y="4"/>
                      </a:lnTo>
                      <a:lnTo>
                        <a:pt x="53" y="13"/>
                      </a:lnTo>
                      <a:lnTo>
                        <a:pt x="45" y="13"/>
                      </a:lnTo>
                      <a:lnTo>
                        <a:pt x="40" y="9"/>
                      </a:lnTo>
                      <a:lnTo>
                        <a:pt x="40" y="18"/>
                      </a:lnTo>
                      <a:lnTo>
                        <a:pt x="36" y="22"/>
                      </a:lnTo>
                      <a:lnTo>
                        <a:pt x="31" y="13"/>
                      </a:lnTo>
                      <a:lnTo>
                        <a:pt x="27" y="13"/>
                      </a:lnTo>
                      <a:lnTo>
                        <a:pt x="27" y="22"/>
                      </a:lnTo>
                      <a:lnTo>
                        <a:pt x="18" y="22"/>
                      </a:lnTo>
                      <a:lnTo>
                        <a:pt x="13" y="22"/>
                      </a:lnTo>
                      <a:lnTo>
                        <a:pt x="9" y="35"/>
                      </a:lnTo>
                      <a:lnTo>
                        <a:pt x="4" y="35"/>
                      </a:lnTo>
                      <a:lnTo>
                        <a:pt x="0" y="49"/>
                      </a:lnTo>
                      <a:lnTo>
                        <a:pt x="9" y="62"/>
                      </a:lnTo>
                      <a:lnTo>
                        <a:pt x="18" y="62"/>
                      </a:lnTo>
                      <a:lnTo>
                        <a:pt x="22" y="67"/>
                      </a:lnTo>
                      <a:close/>
                      <a:moveTo>
                        <a:pt x="40" y="116"/>
                      </a:moveTo>
                      <a:lnTo>
                        <a:pt x="36" y="125"/>
                      </a:lnTo>
                      <a:lnTo>
                        <a:pt x="27" y="125"/>
                      </a:lnTo>
                      <a:lnTo>
                        <a:pt x="27" y="129"/>
                      </a:lnTo>
                      <a:lnTo>
                        <a:pt x="31" y="129"/>
                      </a:lnTo>
                      <a:lnTo>
                        <a:pt x="31" y="143"/>
                      </a:lnTo>
                      <a:lnTo>
                        <a:pt x="36" y="143"/>
                      </a:lnTo>
                      <a:lnTo>
                        <a:pt x="36" y="147"/>
                      </a:lnTo>
                      <a:lnTo>
                        <a:pt x="31" y="147"/>
                      </a:lnTo>
                      <a:lnTo>
                        <a:pt x="31" y="156"/>
                      </a:lnTo>
                      <a:lnTo>
                        <a:pt x="36" y="161"/>
                      </a:lnTo>
                      <a:lnTo>
                        <a:pt x="40" y="161"/>
                      </a:lnTo>
                      <a:lnTo>
                        <a:pt x="45" y="156"/>
                      </a:lnTo>
                      <a:lnTo>
                        <a:pt x="45" y="156"/>
                      </a:lnTo>
                      <a:lnTo>
                        <a:pt x="49" y="143"/>
                      </a:lnTo>
                      <a:lnTo>
                        <a:pt x="45" y="134"/>
                      </a:lnTo>
                      <a:lnTo>
                        <a:pt x="49" y="129"/>
                      </a:lnTo>
                      <a:lnTo>
                        <a:pt x="49" y="120"/>
                      </a:lnTo>
                      <a:lnTo>
                        <a:pt x="40" y="116"/>
                      </a:lnTo>
                      <a:close/>
                      <a:moveTo>
                        <a:pt x="125" y="174"/>
                      </a:moveTo>
                      <a:lnTo>
                        <a:pt x="120" y="174"/>
                      </a:lnTo>
                      <a:lnTo>
                        <a:pt x="107" y="174"/>
                      </a:lnTo>
                      <a:lnTo>
                        <a:pt x="98" y="170"/>
                      </a:lnTo>
                      <a:lnTo>
                        <a:pt x="89" y="174"/>
                      </a:lnTo>
                      <a:lnTo>
                        <a:pt x="85" y="178"/>
                      </a:lnTo>
                      <a:lnTo>
                        <a:pt x="85" y="187"/>
                      </a:lnTo>
                      <a:lnTo>
                        <a:pt x="89" y="187"/>
                      </a:lnTo>
                      <a:lnTo>
                        <a:pt x="94" y="187"/>
                      </a:lnTo>
                      <a:lnTo>
                        <a:pt x="103" y="196"/>
                      </a:lnTo>
                      <a:lnTo>
                        <a:pt x="112" y="196"/>
                      </a:lnTo>
                      <a:lnTo>
                        <a:pt x="116" y="201"/>
                      </a:lnTo>
                      <a:lnTo>
                        <a:pt x="125" y="205"/>
                      </a:lnTo>
                      <a:lnTo>
                        <a:pt x="125" y="201"/>
                      </a:lnTo>
                      <a:lnTo>
                        <a:pt x="125" y="187"/>
                      </a:lnTo>
                      <a:lnTo>
                        <a:pt x="129" y="178"/>
                      </a:lnTo>
                      <a:lnTo>
                        <a:pt x="129" y="174"/>
                      </a:lnTo>
                      <a:lnTo>
                        <a:pt x="125" y="174"/>
                      </a:lnTo>
                      <a:close/>
                    </a:path>
                  </a:pathLst>
                </a:custGeom>
                <a:grpFill/>
                <a:ln w="9525" cmpd="sng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>
                    <a:latin typeface="Delivery" panose="020F0503020204020204" pitchFamily="34" charset="0"/>
                  </a:endParaRPr>
                </a:p>
              </p:txBody>
            </p:sp>
            <p:sp>
              <p:nvSpPr>
                <p:cNvPr id="33" name="Freeform 189">
                  <a:extLst>
                    <a:ext uri="{FF2B5EF4-FFF2-40B4-BE49-F238E27FC236}">
                      <a16:creationId xmlns:a16="http://schemas.microsoft.com/office/drawing/2014/main" id="{96C6E1D6-B491-FE86-AF67-96DB337B735C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3022" y="1738"/>
                  <a:ext cx="108" cy="67"/>
                </a:xfrm>
                <a:custGeom>
                  <a:avLst/>
                  <a:gdLst>
                    <a:gd name="T0" fmla="*/ 5 w 108"/>
                    <a:gd name="T1" fmla="*/ 49 h 67"/>
                    <a:gd name="T2" fmla="*/ 9 w 108"/>
                    <a:gd name="T3" fmla="*/ 49 h 67"/>
                    <a:gd name="T4" fmla="*/ 18 w 108"/>
                    <a:gd name="T5" fmla="*/ 45 h 67"/>
                    <a:gd name="T6" fmla="*/ 23 w 108"/>
                    <a:gd name="T7" fmla="*/ 49 h 67"/>
                    <a:gd name="T8" fmla="*/ 32 w 108"/>
                    <a:gd name="T9" fmla="*/ 45 h 67"/>
                    <a:gd name="T10" fmla="*/ 49 w 108"/>
                    <a:gd name="T11" fmla="*/ 49 h 67"/>
                    <a:gd name="T12" fmla="*/ 58 w 108"/>
                    <a:gd name="T13" fmla="*/ 45 h 67"/>
                    <a:gd name="T14" fmla="*/ 63 w 108"/>
                    <a:gd name="T15" fmla="*/ 49 h 67"/>
                    <a:gd name="T16" fmla="*/ 67 w 108"/>
                    <a:gd name="T17" fmla="*/ 54 h 67"/>
                    <a:gd name="T18" fmla="*/ 81 w 108"/>
                    <a:gd name="T19" fmla="*/ 67 h 67"/>
                    <a:gd name="T20" fmla="*/ 94 w 108"/>
                    <a:gd name="T21" fmla="*/ 63 h 67"/>
                    <a:gd name="T22" fmla="*/ 99 w 108"/>
                    <a:gd name="T23" fmla="*/ 58 h 67"/>
                    <a:gd name="T24" fmla="*/ 103 w 108"/>
                    <a:gd name="T25" fmla="*/ 49 h 67"/>
                    <a:gd name="T26" fmla="*/ 103 w 108"/>
                    <a:gd name="T27" fmla="*/ 49 h 67"/>
                    <a:gd name="T28" fmla="*/ 103 w 108"/>
                    <a:gd name="T29" fmla="*/ 40 h 67"/>
                    <a:gd name="T30" fmla="*/ 103 w 108"/>
                    <a:gd name="T31" fmla="*/ 22 h 67"/>
                    <a:gd name="T32" fmla="*/ 108 w 108"/>
                    <a:gd name="T33" fmla="*/ 18 h 67"/>
                    <a:gd name="T34" fmla="*/ 103 w 108"/>
                    <a:gd name="T35" fmla="*/ 13 h 67"/>
                    <a:gd name="T36" fmla="*/ 99 w 108"/>
                    <a:gd name="T37" fmla="*/ 13 h 67"/>
                    <a:gd name="T38" fmla="*/ 90 w 108"/>
                    <a:gd name="T39" fmla="*/ 9 h 67"/>
                    <a:gd name="T40" fmla="*/ 85 w 108"/>
                    <a:gd name="T41" fmla="*/ 9 h 67"/>
                    <a:gd name="T42" fmla="*/ 76 w 108"/>
                    <a:gd name="T43" fmla="*/ 5 h 67"/>
                    <a:gd name="T44" fmla="*/ 67 w 108"/>
                    <a:gd name="T45" fmla="*/ 0 h 67"/>
                    <a:gd name="T46" fmla="*/ 54 w 108"/>
                    <a:gd name="T47" fmla="*/ 5 h 67"/>
                    <a:gd name="T48" fmla="*/ 54 w 108"/>
                    <a:gd name="T49" fmla="*/ 18 h 67"/>
                    <a:gd name="T50" fmla="*/ 49 w 108"/>
                    <a:gd name="T51" fmla="*/ 22 h 67"/>
                    <a:gd name="T52" fmla="*/ 41 w 108"/>
                    <a:gd name="T53" fmla="*/ 27 h 67"/>
                    <a:gd name="T54" fmla="*/ 32 w 108"/>
                    <a:gd name="T55" fmla="*/ 22 h 67"/>
                    <a:gd name="T56" fmla="*/ 32 w 108"/>
                    <a:gd name="T57" fmla="*/ 18 h 67"/>
                    <a:gd name="T58" fmla="*/ 27 w 108"/>
                    <a:gd name="T59" fmla="*/ 9 h 67"/>
                    <a:gd name="T60" fmla="*/ 23 w 108"/>
                    <a:gd name="T61" fmla="*/ 5 h 67"/>
                    <a:gd name="T62" fmla="*/ 14 w 108"/>
                    <a:gd name="T63" fmla="*/ 9 h 67"/>
                    <a:gd name="T64" fmla="*/ 9 w 108"/>
                    <a:gd name="T65" fmla="*/ 13 h 67"/>
                    <a:gd name="T66" fmla="*/ 9 w 108"/>
                    <a:gd name="T67" fmla="*/ 22 h 67"/>
                    <a:gd name="T68" fmla="*/ 0 w 108"/>
                    <a:gd name="T69" fmla="*/ 31 h 67"/>
                    <a:gd name="T70" fmla="*/ 5 w 108"/>
                    <a:gd name="T71" fmla="*/ 49 h 6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</a:cxnLst>
                  <a:rect l="0" t="0" r="r" b="b"/>
                  <a:pathLst>
                    <a:path w="108" h="67">
                      <a:moveTo>
                        <a:pt x="5" y="49"/>
                      </a:moveTo>
                      <a:lnTo>
                        <a:pt x="9" y="49"/>
                      </a:lnTo>
                      <a:lnTo>
                        <a:pt x="18" y="45"/>
                      </a:lnTo>
                      <a:lnTo>
                        <a:pt x="23" y="49"/>
                      </a:lnTo>
                      <a:lnTo>
                        <a:pt x="32" y="45"/>
                      </a:lnTo>
                      <a:lnTo>
                        <a:pt x="49" y="49"/>
                      </a:lnTo>
                      <a:lnTo>
                        <a:pt x="58" y="45"/>
                      </a:lnTo>
                      <a:lnTo>
                        <a:pt x="63" y="49"/>
                      </a:lnTo>
                      <a:lnTo>
                        <a:pt x="67" y="54"/>
                      </a:lnTo>
                      <a:lnTo>
                        <a:pt x="81" y="67"/>
                      </a:lnTo>
                      <a:lnTo>
                        <a:pt x="94" y="63"/>
                      </a:lnTo>
                      <a:lnTo>
                        <a:pt x="99" y="58"/>
                      </a:lnTo>
                      <a:lnTo>
                        <a:pt x="103" y="49"/>
                      </a:lnTo>
                      <a:lnTo>
                        <a:pt x="103" y="49"/>
                      </a:lnTo>
                      <a:lnTo>
                        <a:pt x="103" y="40"/>
                      </a:lnTo>
                      <a:lnTo>
                        <a:pt x="103" y="22"/>
                      </a:lnTo>
                      <a:lnTo>
                        <a:pt x="108" y="18"/>
                      </a:lnTo>
                      <a:lnTo>
                        <a:pt x="103" y="13"/>
                      </a:lnTo>
                      <a:lnTo>
                        <a:pt x="99" y="13"/>
                      </a:lnTo>
                      <a:lnTo>
                        <a:pt x="90" y="9"/>
                      </a:lnTo>
                      <a:lnTo>
                        <a:pt x="85" y="9"/>
                      </a:lnTo>
                      <a:lnTo>
                        <a:pt x="76" y="5"/>
                      </a:lnTo>
                      <a:lnTo>
                        <a:pt x="67" y="0"/>
                      </a:lnTo>
                      <a:lnTo>
                        <a:pt x="54" y="5"/>
                      </a:lnTo>
                      <a:lnTo>
                        <a:pt x="54" y="18"/>
                      </a:lnTo>
                      <a:lnTo>
                        <a:pt x="49" y="22"/>
                      </a:lnTo>
                      <a:lnTo>
                        <a:pt x="41" y="27"/>
                      </a:lnTo>
                      <a:lnTo>
                        <a:pt x="32" y="22"/>
                      </a:lnTo>
                      <a:lnTo>
                        <a:pt x="32" y="18"/>
                      </a:lnTo>
                      <a:lnTo>
                        <a:pt x="27" y="9"/>
                      </a:lnTo>
                      <a:lnTo>
                        <a:pt x="23" y="5"/>
                      </a:lnTo>
                      <a:lnTo>
                        <a:pt x="14" y="9"/>
                      </a:lnTo>
                      <a:lnTo>
                        <a:pt x="9" y="13"/>
                      </a:lnTo>
                      <a:lnTo>
                        <a:pt x="9" y="22"/>
                      </a:lnTo>
                      <a:lnTo>
                        <a:pt x="0" y="31"/>
                      </a:lnTo>
                      <a:lnTo>
                        <a:pt x="5" y="49"/>
                      </a:lnTo>
                      <a:close/>
                    </a:path>
                  </a:pathLst>
                </a:custGeom>
                <a:grpFill/>
                <a:ln w="9525" cmpd="sng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>
                    <a:latin typeface="Delivery" panose="020F0503020204020204" pitchFamily="34" charset="0"/>
                  </a:endParaRPr>
                </a:p>
              </p:txBody>
            </p:sp>
            <p:sp>
              <p:nvSpPr>
                <p:cNvPr id="34" name="Freeform 190">
                  <a:extLst>
                    <a:ext uri="{FF2B5EF4-FFF2-40B4-BE49-F238E27FC236}">
                      <a16:creationId xmlns:a16="http://schemas.microsoft.com/office/drawing/2014/main" id="{E90E717F-CFBF-8EAC-BDB9-0F5E225C75ED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3022" y="1783"/>
                  <a:ext cx="85" cy="62"/>
                </a:xfrm>
                <a:custGeom>
                  <a:avLst/>
                  <a:gdLst>
                    <a:gd name="T0" fmla="*/ 5 w 85"/>
                    <a:gd name="T1" fmla="*/ 4 h 62"/>
                    <a:gd name="T2" fmla="*/ 0 w 85"/>
                    <a:gd name="T3" fmla="*/ 4 h 62"/>
                    <a:gd name="T4" fmla="*/ 5 w 85"/>
                    <a:gd name="T5" fmla="*/ 18 h 62"/>
                    <a:gd name="T6" fmla="*/ 5 w 85"/>
                    <a:gd name="T7" fmla="*/ 22 h 62"/>
                    <a:gd name="T8" fmla="*/ 9 w 85"/>
                    <a:gd name="T9" fmla="*/ 22 h 62"/>
                    <a:gd name="T10" fmla="*/ 9 w 85"/>
                    <a:gd name="T11" fmla="*/ 27 h 62"/>
                    <a:gd name="T12" fmla="*/ 23 w 85"/>
                    <a:gd name="T13" fmla="*/ 31 h 62"/>
                    <a:gd name="T14" fmla="*/ 32 w 85"/>
                    <a:gd name="T15" fmla="*/ 31 h 62"/>
                    <a:gd name="T16" fmla="*/ 32 w 85"/>
                    <a:gd name="T17" fmla="*/ 35 h 62"/>
                    <a:gd name="T18" fmla="*/ 32 w 85"/>
                    <a:gd name="T19" fmla="*/ 49 h 62"/>
                    <a:gd name="T20" fmla="*/ 41 w 85"/>
                    <a:gd name="T21" fmla="*/ 58 h 62"/>
                    <a:gd name="T22" fmla="*/ 41 w 85"/>
                    <a:gd name="T23" fmla="*/ 62 h 62"/>
                    <a:gd name="T24" fmla="*/ 49 w 85"/>
                    <a:gd name="T25" fmla="*/ 53 h 62"/>
                    <a:gd name="T26" fmla="*/ 58 w 85"/>
                    <a:gd name="T27" fmla="*/ 58 h 62"/>
                    <a:gd name="T28" fmla="*/ 63 w 85"/>
                    <a:gd name="T29" fmla="*/ 53 h 62"/>
                    <a:gd name="T30" fmla="*/ 67 w 85"/>
                    <a:gd name="T31" fmla="*/ 58 h 62"/>
                    <a:gd name="T32" fmla="*/ 67 w 85"/>
                    <a:gd name="T33" fmla="*/ 49 h 62"/>
                    <a:gd name="T34" fmla="*/ 72 w 85"/>
                    <a:gd name="T35" fmla="*/ 44 h 62"/>
                    <a:gd name="T36" fmla="*/ 76 w 85"/>
                    <a:gd name="T37" fmla="*/ 35 h 62"/>
                    <a:gd name="T38" fmla="*/ 81 w 85"/>
                    <a:gd name="T39" fmla="*/ 31 h 62"/>
                    <a:gd name="T40" fmla="*/ 81 w 85"/>
                    <a:gd name="T41" fmla="*/ 31 h 62"/>
                    <a:gd name="T42" fmla="*/ 85 w 85"/>
                    <a:gd name="T43" fmla="*/ 31 h 62"/>
                    <a:gd name="T44" fmla="*/ 81 w 85"/>
                    <a:gd name="T45" fmla="*/ 27 h 62"/>
                    <a:gd name="T46" fmla="*/ 81 w 85"/>
                    <a:gd name="T47" fmla="*/ 27 h 62"/>
                    <a:gd name="T48" fmla="*/ 81 w 85"/>
                    <a:gd name="T49" fmla="*/ 22 h 62"/>
                    <a:gd name="T50" fmla="*/ 67 w 85"/>
                    <a:gd name="T51" fmla="*/ 9 h 62"/>
                    <a:gd name="T52" fmla="*/ 63 w 85"/>
                    <a:gd name="T53" fmla="*/ 4 h 62"/>
                    <a:gd name="T54" fmla="*/ 58 w 85"/>
                    <a:gd name="T55" fmla="*/ 0 h 62"/>
                    <a:gd name="T56" fmla="*/ 49 w 85"/>
                    <a:gd name="T57" fmla="*/ 4 h 62"/>
                    <a:gd name="T58" fmla="*/ 32 w 85"/>
                    <a:gd name="T59" fmla="*/ 0 h 62"/>
                    <a:gd name="T60" fmla="*/ 23 w 85"/>
                    <a:gd name="T61" fmla="*/ 4 h 62"/>
                    <a:gd name="T62" fmla="*/ 18 w 85"/>
                    <a:gd name="T63" fmla="*/ 0 h 62"/>
                    <a:gd name="T64" fmla="*/ 9 w 85"/>
                    <a:gd name="T65" fmla="*/ 4 h 62"/>
                    <a:gd name="T66" fmla="*/ 5 w 85"/>
                    <a:gd name="T67" fmla="*/ 4 h 6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</a:cxnLst>
                  <a:rect l="0" t="0" r="r" b="b"/>
                  <a:pathLst>
                    <a:path w="85" h="62">
                      <a:moveTo>
                        <a:pt x="5" y="4"/>
                      </a:moveTo>
                      <a:lnTo>
                        <a:pt x="0" y="4"/>
                      </a:lnTo>
                      <a:lnTo>
                        <a:pt x="5" y="18"/>
                      </a:lnTo>
                      <a:lnTo>
                        <a:pt x="5" y="22"/>
                      </a:lnTo>
                      <a:lnTo>
                        <a:pt x="9" y="22"/>
                      </a:lnTo>
                      <a:lnTo>
                        <a:pt x="9" y="27"/>
                      </a:lnTo>
                      <a:lnTo>
                        <a:pt x="23" y="31"/>
                      </a:lnTo>
                      <a:lnTo>
                        <a:pt x="32" y="31"/>
                      </a:lnTo>
                      <a:lnTo>
                        <a:pt x="32" y="35"/>
                      </a:lnTo>
                      <a:lnTo>
                        <a:pt x="32" y="49"/>
                      </a:lnTo>
                      <a:lnTo>
                        <a:pt x="41" y="58"/>
                      </a:lnTo>
                      <a:lnTo>
                        <a:pt x="41" y="62"/>
                      </a:lnTo>
                      <a:lnTo>
                        <a:pt x="49" y="53"/>
                      </a:lnTo>
                      <a:lnTo>
                        <a:pt x="58" y="58"/>
                      </a:lnTo>
                      <a:lnTo>
                        <a:pt x="63" y="53"/>
                      </a:lnTo>
                      <a:lnTo>
                        <a:pt x="67" y="58"/>
                      </a:lnTo>
                      <a:lnTo>
                        <a:pt x="67" y="49"/>
                      </a:lnTo>
                      <a:lnTo>
                        <a:pt x="72" y="44"/>
                      </a:lnTo>
                      <a:lnTo>
                        <a:pt x="76" y="35"/>
                      </a:lnTo>
                      <a:lnTo>
                        <a:pt x="81" y="31"/>
                      </a:lnTo>
                      <a:lnTo>
                        <a:pt x="81" y="31"/>
                      </a:lnTo>
                      <a:lnTo>
                        <a:pt x="85" y="31"/>
                      </a:lnTo>
                      <a:lnTo>
                        <a:pt x="81" y="27"/>
                      </a:lnTo>
                      <a:lnTo>
                        <a:pt x="81" y="27"/>
                      </a:lnTo>
                      <a:lnTo>
                        <a:pt x="81" y="22"/>
                      </a:lnTo>
                      <a:lnTo>
                        <a:pt x="67" y="9"/>
                      </a:lnTo>
                      <a:lnTo>
                        <a:pt x="63" y="4"/>
                      </a:lnTo>
                      <a:lnTo>
                        <a:pt x="58" y="0"/>
                      </a:lnTo>
                      <a:lnTo>
                        <a:pt x="49" y="4"/>
                      </a:lnTo>
                      <a:lnTo>
                        <a:pt x="32" y="0"/>
                      </a:lnTo>
                      <a:lnTo>
                        <a:pt x="23" y="4"/>
                      </a:lnTo>
                      <a:lnTo>
                        <a:pt x="18" y="0"/>
                      </a:lnTo>
                      <a:lnTo>
                        <a:pt x="9" y="4"/>
                      </a:lnTo>
                      <a:lnTo>
                        <a:pt x="5" y="4"/>
                      </a:lnTo>
                      <a:close/>
                    </a:path>
                  </a:pathLst>
                </a:custGeom>
                <a:grpFill/>
                <a:ln w="9525" cmpd="sng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>
                    <a:latin typeface="Delivery" panose="020F0503020204020204" pitchFamily="34" charset="0"/>
                  </a:endParaRPr>
                </a:p>
              </p:txBody>
            </p:sp>
            <p:sp>
              <p:nvSpPr>
                <p:cNvPr id="35" name="Freeform 191">
                  <a:extLst>
                    <a:ext uri="{FF2B5EF4-FFF2-40B4-BE49-F238E27FC236}">
                      <a16:creationId xmlns:a16="http://schemas.microsoft.com/office/drawing/2014/main" id="{5A29E58A-B7B6-EFA8-0503-E393DC423E65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2812" y="1935"/>
                  <a:ext cx="9" cy="13"/>
                </a:xfrm>
                <a:custGeom>
                  <a:avLst/>
                  <a:gdLst>
                    <a:gd name="T0" fmla="*/ 0 w 9"/>
                    <a:gd name="T1" fmla="*/ 13 h 13"/>
                    <a:gd name="T2" fmla="*/ 0 w 9"/>
                    <a:gd name="T3" fmla="*/ 9 h 13"/>
                    <a:gd name="T4" fmla="*/ 0 w 9"/>
                    <a:gd name="T5" fmla="*/ 0 h 13"/>
                    <a:gd name="T6" fmla="*/ 5 w 9"/>
                    <a:gd name="T7" fmla="*/ 0 h 13"/>
                    <a:gd name="T8" fmla="*/ 5 w 9"/>
                    <a:gd name="T9" fmla="*/ 4 h 13"/>
                    <a:gd name="T10" fmla="*/ 9 w 9"/>
                    <a:gd name="T11" fmla="*/ 9 h 13"/>
                    <a:gd name="T12" fmla="*/ 9 w 9"/>
                    <a:gd name="T13" fmla="*/ 13 h 13"/>
                    <a:gd name="T14" fmla="*/ 5 w 9"/>
                    <a:gd name="T15" fmla="*/ 13 h 13"/>
                    <a:gd name="T16" fmla="*/ 0 w 9"/>
                    <a:gd name="T17" fmla="*/ 13 h 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9" h="13">
                      <a:moveTo>
                        <a:pt x="0" y="13"/>
                      </a:moveTo>
                      <a:lnTo>
                        <a:pt x="0" y="9"/>
                      </a:lnTo>
                      <a:lnTo>
                        <a:pt x="0" y="0"/>
                      </a:lnTo>
                      <a:lnTo>
                        <a:pt x="5" y="0"/>
                      </a:lnTo>
                      <a:lnTo>
                        <a:pt x="5" y="4"/>
                      </a:lnTo>
                      <a:lnTo>
                        <a:pt x="9" y="9"/>
                      </a:lnTo>
                      <a:lnTo>
                        <a:pt x="9" y="13"/>
                      </a:lnTo>
                      <a:lnTo>
                        <a:pt x="5" y="13"/>
                      </a:lnTo>
                      <a:lnTo>
                        <a:pt x="0" y="13"/>
                      </a:lnTo>
                      <a:close/>
                    </a:path>
                  </a:pathLst>
                </a:custGeom>
                <a:grpFill/>
                <a:ln w="9525" cmpd="sng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>
                    <a:latin typeface="Delivery" panose="020F0503020204020204" pitchFamily="34" charset="0"/>
                  </a:endParaRPr>
                </a:p>
              </p:txBody>
            </p:sp>
            <p:sp>
              <p:nvSpPr>
                <p:cNvPr id="36" name="Freeform 192">
                  <a:extLst>
                    <a:ext uri="{FF2B5EF4-FFF2-40B4-BE49-F238E27FC236}">
                      <a16:creationId xmlns:a16="http://schemas.microsoft.com/office/drawing/2014/main" id="{401AF620-B79B-E96F-36FD-F04D943895F9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3107" y="1975"/>
                  <a:ext cx="45" cy="58"/>
                </a:xfrm>
                <a:custGeom>
                  <a:avLst/>
                  <a:gdLst>
                    <a:gd name="T0" fmla="*/ 0 w 45"/>
                    <a:gd name="T1" fmla="*/ 0 h 58"/>
                    <a:gd name="T2" fmla="*/ 14 w 45"/>
                    <a:gd name="T3" fmla="*/ 18 h 58"/>
                    <a:gd name="T4" fmla="*/ 18 w 45"/>
                    <a:gd name="T5" fmla="*/ 27 h 58"/>
                    <a:gd name="T6" fmla="*/ 23 w 45"/>
                    <a:gd name="T7" fmla="*/ 40 h 58"/>
                    <a:gd name="T8" fmla="*/ 18 w 45"/>
                    <a:gd name="T9" fmla="*/ 58 h 58"/>
                    <a:gd name="T10" fmla="*/ 27 w 45"/>
                    <a:gd name="T11" fmla="*/ 58 h 58"/>
                    <a:gd name="T12" fmla="*/ 31 w 45"/>
                    <a:gd name="T13" fmla="*/ 54 h 58"/>
                    <a:gd name="T14" fmla="*/ 31 w 45"/>
                    <a:gd name="T15" fmla="*/ 49 h 58"/>
                    <a:gd name="T16" fmla="*/ 31 w 45"/>
                    <a:gd name="T17" fmla="*/ 40 h 58"/>
                    <a:gd name="T18" fmla="*/ 36 w 45"/>
                    <a:gd name="T19" fmla="*/ 45 h 58"/>
                    <a:gd name="T20" fmla="*/ 36 w 45"/>
                    <a:gd name="T21" fmla="*/ 40 h 58"/>
                    <a:gd name="T22" fmla="*/ 40 w 45"/>
                    <a:gd name="T23" fmla="*/ 40 h 58"/>
                    <a:gd name="T24" fmla="*/ 45 w 45"/>
                    <a:gd name="T25" fmla="*/ 40 h 58"/>
                    <a:gd name="T26" fmla="*/ 45 w 45"/>
                    <a:gd name="T27" fmla="*/ 31 h 58"/>
                    <a:gd name="T28" fmla="*/ 40 w 45"/>
                    <a:gd name="T29" fmla="*/ 22 h 58"/>
                    <a:gd name="T30" fmla="*/ 40 w 45"/>
                    <a:gd name="T31" fmla="*/ 13 h 58"/>
                    <a:gd name="T32" fmla="*/ 27 w 45"/>
                    <a:gd name="T33" fmla="*/ 4 h 58"/>
                    <a:gd name="T34" fmla="*/ 23 w 45"/>
                    <a:gd name="T35" fmla="*/ 4 h 58"/>
                    <a:gd name="T36" fmla="*/ 18 w 45"/>
                    <a:gd name="T37" fmla="*/ 0 h 58"/>
                    <a:gd name="T38" fmla="*/ 14 w 45"/>
                    <a:gd name="T39" fmla="*/ 4 h 58"/>
                    <a:gd name="T40" fmla="*/ 14 w 45"/>
                    <a:gd name="T41" fmla="*/ 0 h 58"/>
                    <a:gd name="T42" fmla="*/ 0 w 45"/>
                    <a:gd name="T43" fmla="*/ 0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</a:cxnLst>
                  <a:rect l="0" t="0" r="r" b="b"/>
                  <a:pathLst>
                    <a:path w="45" h="58">
                      <a:moveTo>
                        <a:pt x="0" y="0"/>
                      </a:moveTo>
                      <a:lnTo>
                        <a:pt x="14" y="18"/>
                      </a:lnTo>
                      <a:lnTo>
                        <a:pt x="18" y="27"/>
                      </a:lnTo>
                      <a:lnTo>
                        <a:pt x="23" y="40"/>
                      </a:lnTo>
                      <a:lnTo>
                        <a:pt x="18" y="58"/>
                      </a:lnTo>
                      <a:lnTo>
                        <a:pt x="27" y="58"/>
                      </a:lnTo>
                      <a:lnTo>
                        <a:pt x="31" y="54"/>
                      </a:lnTo>
                      <a:lnTo>
                        <a:pt x="31" y="49"/>
                      </a:lnTo>
                      <a:lnTo>
                        <a:pt x="31" y="40"/>
                      </a:lnTo>
                      <a:lnTo>
                        <a:pt x="36" y="45"/>
                      </a:lnTo>
                      <a:lnTo>
                        <a:pt x="36" y="40"/>
                      </a:lnTo>
                      <a:lnTo>
                        <a:pt x="40" y="40"/>
                      </a:lnTo>
                      <a:lnTo>
                        <a:pt x="45" y="40"/>
                      </a:lnTo>
                      <a:lnTo>
                        <a:pt x="45" y="31"/>
                      </a:lnTo>
                      <a:lnTo>
                        <a:pt x="40" y="22"/>
                      </a:lnTo>
                      <a:lnTo>
                        <a:pt x="40" y="13"/>
                      </a:lnTo>
                      <a:lnTo>
                        <a:pt x="27" y="4"/>
                      </a:lnTo>
                      <a:lnTo>
                        <a:pt x="23" y="4"/>
                      </a:lnTo>
                      <a:lnTo>
                        <a:pt x="18" y="0"/>
                      </a:lnTo>
                      <a:lnTo>
                        <a:pt x="14" y="4"/>
                      </a:lnTo>
                      <a:lnTo>
                        <a:pt x="1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9525" cmpd="sng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>
                    <a:latin typeface="Delivery" panose="020F0503020204020204" pitchFamily="34" charset="0"/>
                  </a:endParaRPr>
                </a:p>
              </p:txBody>
            </p:sp>
            <p:sp>
              <p:nvSpPr>
                <p:cNvPr id="37" name="Freeform 193">
                  <a:extLst>
                    <a:ext uri="{FF2B5EF4-FFF2-40B4-BE49-F238E27FC236}">
                      <a16:creationId xmlns:a16="http://schemas.microsoft.com/office/drawing/2014/main" id="{7A999DAE-8490-5B25-E655-476D7E47CCC5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2772" y="1854"/>
                  <a:ext cx="58" cy="63"/>
                </a:xfrm>
                <a:custGeom>
                  <a:avLst/>
                  <a:gdLst>
                    <a:gd name="T0" fmla="*/ 45 w 58"/>
                    <a:gd name="T1" fmla="*/ 63 h 63"/>
                    <a:gd name="T2" fmla="*/ 40 w 58"/>
                    <a:gd name="T3" fmla="*/ 63 h 63"/>
                    <a:gd name="T4" fmla="*/ 40 w 58"/>
                    <a:gd name="T5" fmla="*/ 58 h 63"/>
                    <a:gd name="T6" fmla="*/ 36 w 58"/>
                    <a:gd name="T7" fmla="*/ 54 h 63"/>
                    <a:gd name="T8" fmla="*/ 27 w 58"/>
                    <a:gd name="T9" fmla="*/ 54 h 63"/>
                    <a:gd name="T10" fmla="*/ 18 w 58"/>
                    <a:gd name="T11" fmla="*/ 45 h 63"/>
                    <a:gd name="T12" fmla="*/ 14 w 58"/>
                    <a:gd name="T13" fmla="*/ 54 h 63"/>
                    <a:gd name="T14" fmla="*/ 9 w 58"/>
                    <a:gd name="T15" fmla="*/ 54 h 63"/>
                    <a:gd name="T16" fmla="*/ 0 w 58"/>
                    <a:gd name="T17" fmla="*/ 54 h 63"/>
                    <a:gd name="T18" fmla="*/ 0 w 58"/>
                    <a:gd name="T19" fmla="*/ 49 h 63"/>
                    <a:gd name="T20" fmla="*/ 5 w 58"/>
                    <a:gd name="T21" fmla="*/ 49 h 63"/>
                    <a:gd name="T22" fmla="*/ 5 w 58"/>
                    <a:gd name="T23" fmla="*/ 49 h 63"/>
                    <a:gd name="T24" fmla="*/ 5 w 58"/>
                    <a:gd name="T25" fmla="*/ 49 h 63"/>
                    <a:gd name="T26" fmla="*/ 0 w 58"/>
                    <a:gd name="T27" fmla="*/ 45 h 63"/>
                    <a:gd name="T28" fmla="*/ 5 w 58"/>
                    <a:gd name="T29" fmla="*/ 40 h 63"/>
                    <a:gd name="T30" fmla="*/ 14 w 58"/>
                    <a:gd name="T31" fmla="*/ 45 h 63"/>
                    <a:gd name="T32" fmla="*/ 14 w 58"/>
                    <a:gd name="T33" fmla="*/ 40 h 63"/>
                    <a:gd name="T34" fmla="*/ 9 w 58"/>
                    <a:gd name="T35" fmla="*/ 40 h 63"/>
                    <a:gd name="T36" fmla="*/ 5 w 58"/>
                    <a:gd name="T37" fmla="*/ 40 h 63"/>
                    <a:gd name="T38" fmla="*/ 14 w 58"/>
                    <a:gd name="T39" fmla="*/ 36 h 63"/>
                    <a:gd name="T40" fmla="*/ 18 w 58"/>
                    <a:gd name="T41" fmla="*/ 27 h 63"/>
                    <a:gd name="T42" fmla="*/ 27 w 58"/>
                    <a:gd name="T43" fmla="*/ 9 h 63"/>
                    <a:gd name="T44" fmla="*/ 27 w 58"/>
                    <a:gd name="T45" fmla="*/ 9 h 63"/>
                    <a:gd name="T46" fmla="*/ 31 w 58"/>
                    <a:gd name="T47" fmla="*/ 9 h 63"/>
                    <a:gd name="T48" fmla="*/ 36 w 58"/>
                    <a:gd name="T49" fmla="*/ 5 h 63"/>
                    <a:gd name="T50" fmla="*/ 40 w 58"/>
                    <a:gd name="T51" fmla="*/ 0 h 63"/>
                    <a:gd name="T52" fmla="*/ 54 w 58"/>
                    <a:gd name="T53" fmla="*/ 0 h 63"/>
                    <a:gd name="T54" fmla="*/ 54 w 58"/>
                    <a:gd name="T55" fmla="*/ 0 h 63"/>
                    <a:gd name="T56" fmla="*/ 54 w 58"/>
                    <a:gd name="T57" fmla="*/ 9 h 63"/>
                    <a:gd name="T58" fmla="*/ 58 w 58"/>
                    <a:gd name="T59" fmla="*/ 9 h 63"/>
                    <a:gd name="T60" fmla="*/ 54 w 58"/>
                    <a:gd name="T61" fmla="*/ 18 h 63"/>
                    <a:gd name="T62" fmla="*/ 54 w 58"/>
                    <a:gd name="T63" fmla="*/ 18 h 63"/>
                    <a:gd name="T64" fmla="*/ 54 w 58"/>
                    <a:gd name="T65" fmla="*/ 36 h 63"/>
                    <a:gd name="T66" fmla="*/ 49 w 58"/>
                    <a:gd name="T67" fmla="*/ 36 h 63"/>
                    <a:gd name="T68" fmla="*/ 40 w 58"/>
                    <a:gd name="T69" fmla="*/ 40 h 63"/>
                    <a:gd name="T70" fmla="*/ 40 w 58"/>
                    <a:gd name="T71" fmla="*/ 45 h 63"/>
                    <a:gd name="T72" fmla="*/ 45 w 58"/>
                    <a:gd name="T73" fmla="*/ 49 h 63"/>
                    <a:gd name="T74" fmla="*/ 40 w 58"/>
                    <a:gd name="T75" fmla="*/ 58 h 63"/>
                    <a:gd name="T76" fmla="*/ 45 w 58"/>
                    <a:gd name="T77" fmla="*/ 63 h 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</a:cxnLst>
                  <a:rect l="0" t="0" r="r" b="b"/>
                  <a:pathLst>
                    <a:path w="58" h="63">
                      <a:moveTo>
                        <a:pt x="45" y="63"/>
                      </a:moveTo>
                      <a:lnTo>
                        <a:pt x="40" y="63"/>
                      </a:lnTo>
                      <a:lnTo>
                        <a:pt x="40" y="58"/>
                      </a:lnTo>
                      <a:lnTo>
                        <a:pt x="36" y="54"/>
                      </a:lnTo>
                      <a:lnTo>
                        <a:pt x="27" y="54"/>
                      </a:lnTo>
                      <a:lnTo>
                        <a:pt x="18" y="45"/>
                      </a:lnTo>
                      <a:lnTo>
                        <a:pt x="14" y="54"/>
                      </a:lnTo>
                      <a:lnTo>
                        <a:pt x="9" y="54"/>
                      </a:lnTo>
                      <a:lnTo>
                        <a:pt x="0" y="54"/>
                      </a:lnTo>
                      <a:lnTo>
                        <a:pt x="0" y="49"/>
                      </a:lnTo>
                      <a:lnTo>
                        <a:pt x="5" y="49"/>
                      </a:lnTo>
                      <a:lnTo>
                        <a:pt x="5" y="49"/>
                      </a:lnTo>
                      <a:lnTo>
                        <a:pt x="5" y="49"/>
                      </a:lnTo>
                      <a:lnTo>
                        <a:pt x="0" y="45"/>
                      </a:lnTo>
                      <a:lnTo>
                        <a:pt x="5" y="40"/>
                      </a:lnTo>
                      <a:lnTo>
                        <a:pt x="14" y="45"/>
                      </a:lnTo>
                      <a:lnTo>
                        <a:pt x="14" y="40"/>
                      </a:lnTo>
                      <a:lnTo>
                        <a:pt x="9" y="40"/>
                      </a:lnTo>
                      <a:lnTo>
                        <a:pt x="5" y="40"/>
                      </a:lnTo>
                      <a:lnTo>
                        <a:pt x="14" y="36"/>
                      </a:lnTo>
                      <a:lnTo>
                        <a:pt x="18" y="27"/>
                      </a:lnTo>
                      <a:lnTo>
                        <a:pt x="27" y="9"/>
                      </a:lnTo>
                      <a:lnTo>
                        <a:pt x="27" y="9"/>
                      </a:lnTo>
                      <a:lnTo>
                        <a:pt x="31" y="9"/>
                      </a:lnTo>
                      <a:lnTo>
                        <a:pt x="36" y="5"/>
                      </a:lnTo>
                      <a:lnTo>
                        <a:pt x="40" y="0"/>
                      </a:lnTo>
                      <a:lnTo>
                        <a:pt x="54" y="0"/>
                      </a:lnTo>
                      <a:lnTo>
                        <a:pt x="54" y="0"/>
                      </a:lnTo>
                      <a:lnTo>
                        <a:pt x="54" y="9"/>
                      </a:lnTo>
                      <a:lnTo>
                        <a:pt x="58" y="9"/>
                      </a:lnTo>
                      <a:lnTo>
                        <a:pt x="54" y="18"/>
                      </a:lnTo>
                      <a:lnTo>
                        <a:pt x="54" y="18"/>
                      </a:lnTo>
                      <a:lnTo>
                        <a:pt x="54" y="36"/>
                      </a:lnTo>
                      <a:lnTo>
                        <a:pt x="49" y="36"/>
                      </a:lnTo>
                      <a:lnTo>
                        <a:pt x="40" y="40"/>
                      </a:lnTo>
                      <a:lnTo>
                        <a:pt x="40" y="45"/>
                      </a:lnTo>
                      <a:lnTo>
                        <a:pt x="45" y="49"/>
                      </a:lnTo>
                      <a:lnTo>
                        <a:pt x="40" y="58"/>
                      </a:lnTo>
                      <a:lnTo>
                        <a:pt x="45" y="63"/>
                      </a:lnTo>
                      <a:close/>
                    </a:path>
                  </a:pathLst>
                </a:custGeom>
                <a:grpFill/>
                <a:ln w="9525" cmpd="sng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>
                    <a:latin typeface="Delivery" panose="020F0503020204020204" pitchFamily="34" charset="0"/>
                  </a:endParaRPr>
                </a:p>
              </p:txBody>
            </p:sp>
            <p:sp>
              <p:nvSpPr>
                <p:cNvPr id="38" name="Freeform 194">
                  <a:extLst>
                    <a:ext uri="{FF2B5EF4-FFF2-40B4-BE49-F238E27FC236}">
                      <a16:creationId xmlns:a16="http://schemas.microsoft.com/office/drawing/2014/main" id="{12320D9D-B934-5D0F-EF93-4E9B17C6B017}"/>
                    </a:ext>
                  </a:extLst>
                </p:cNvPr>
                <p:cNvSpPr>
                  <a:spLocks noEditPoints="1"/>
                </p:cNvSpPr>
                <p:nvPr/>
              </p:nvSpPr>
              <p:spPr bwMode="gray">
                <a:xfrm>
                  <a:off x="2799" y="1273"/>
                  <a:ext cx="371" cy="465"/>
                </a:xfrm>
                <a:custGeom>
                  <a:avLst/>
                  <a:gdLst>
                    <a:gd name="T0" fmla="*/ 98 w 371"/>
                    <a:gd name="T1" fmla="*/ 416 h 465"/>
                    <a:gd name="T2" fmla="*/ 98 w 371"/>
                    <a:gd name="T3" fmla="*/ 349 h 465"/>
                    <a:gd name="T4" fmla="*/ 103 w 371"/>
                    <a:gd name="T5" fmla="*/ 277 h 465"/>
                    <a:gd name="T6" fmla="*/ 125 w 371"/>
                    <a:gd name="T7" fmla="*/ 259 h 465"/>
                    <a:gd name="T8" fmla="*/ 143 w 371"/>
                    <a:gd name="T9" fmla="*/ 215 h 465"/>
                    <a:gd name="T10" fmla="*/ 161 w 371"/>
                    <a:gd name="T11" fmla="*/ 157 h 465"/>
                    <a:gd name="T12" fmla="*/ 188 w 371"/>
                    <a:gd name="T13" fmla="*/ 130 h 465"/>
                    <a:gd name="T14" fmla="*/ 210 w 371"/>
                    <a:gd name="T15" fmla="*/ 103 h 465"/>
                    <a:gd name="T16" fmla="*/ 228 w 371"/>
                    <a:gd name="T17" fmla="*/ 90 h 465"/>
                    <a:gd name="T18" fmla="*/ 272 w 371"/>
                    <a:gd name="T19" fmla="*/ 108 h 465"/>
                    <a:gd name="T20" fmla="*/ 308 w 371"/>
                    <a:gd name="T21" fmla="*/ 58 h 465"/>
                    <a:gd name="T22" fmla="*/ 339 w 371"/>
                    <a:gd name="T23" fmla="*/ 67 h 465"/>
                    <a:gd name="T24" fmla="*/ 344 w 371"/>
                    <a:gd name="T25" fmla="*/ 90 h 465"/>
                    <a:gd name="T26" fmla="*/ 362 w 371"/>
                    <a:gd name="T27" fmla="*/ 76 h 465"/>
                    <a:gd name="T28" fmla="*/ 357 w 371"/>
                    <a:gd name="T29" fmla="*/ 49 h 465"/>
                    <a:gd name="T30" fmla="*/ 348 w 371"/>
                    <a:gd name="T31" fmla="*/ 18 h 465"/>
                    <a:gd name="T32" fmla="*/ 335 w 371"/>
                    <a:gd name="T33" fmla="*/ 14 h 465"/>
                    <a:gd name="T34" fmla="*/ 335 w 371"/>
                    <a:gd name="T35" fmla="*/ 5 h 465"/>
                    <a:gd name="T36" fmla="*/ 308 w 371"/>
                    <a:gd name="T37" fmla="*/ 32 h 465"/>
                    <a:gd name="T38" fmla="*/ 281 w 371"/>
                    <a:gd name="T39" fmla="*/ 49 h 465"/>
                    <a:gd name="T40" fmla="*/ 272 w 371"/>
                    <a:gd name="T41" fmla="*/ 18 h 465"/>
                    <a:gd name="T42" fmla="*/ 259 w 371"/>
                    <a:gd name="T43" fmla="*/ 54 h 465"/>
                    <a:gd name="T44" fmla="*/ 228 w 371"/>
                    <a:gd name="T45" fmla="*/ 45 h 465"/>
                    <a:gd name="T46" fmla="*/ 214 w 371"/>
                    <a:gd name="T47" fmla="*/ 76 h 465"/>
                    <a:gd name="T48" fmla="*/ 179 w 371"/>
                    <a:gd name="T49" fmla="*/ 67 h 465"/>
                    <a:gd name="T50" fmla="*/ 179 w 371"/>
                    <a:gd name="T51" fmla="*/ 81 h 465"/>
                    <a:gd name="T52" fmla="*/ 161 w 371"/>
                    <a:gd name="T53" fmla="*/ 125 h 465"/>
                    <a:gd name="T54" fmla="*/ 147 w 371"/>
                    <a:gd name="T55" fmla="*/ 143 h 465"/>
                    <a:gd name="T56" fmla="*/ 147 w 371"/>
                    <a:gd name="T57" fmla="*/ 157 h 465"/>
                    <a:gd name="T58" fmla="*/ 134 w 371"/>
                    <a:gd name="T59" fmla="*/ 166 h 465"/>
                    <a:gd name="T60" fmla="*/ 121 w 371"/>
                    <a:gd name="T61" fmla="*/ 192 h 465"/>
                    <a:gd name="T62" fmla="*/ 98 w 371"/>
                    <a:gd name="T63" fmla="*/ 233 h 465"/>
                    <a:gd name="T64" fmla="*/ 89 w 371"/>
                    <a:gd name="T65" fmla="*/ 255 h 465"/>
                    <a:gd name="T66" fmla="*/ 76 w 371"/>
                    <a:gd name="T67" fmla="*/ 277 h 465"/>
                    <a:gd name="T68" fmla="*/ 67 w 371"/>
                    <a:gd name="T69" fmla="*/ 295 h 465"/>
                    <a:gd name="T70" fmla="*/ 40 w 371"/>
                    <a:gd name="T71" fmla="*/ 309 h 465"/>
                    <a:gd name="T72" fmla="*/ 4 w 371"/>
                    <a:gd name="T73" fmla="*/ 358 h 465"/>
                    <a:gd name="T74" fmla="*/ 13 w 371"/>
                    <a:gd name="T75" fmla="*/ 376 h 465"/>
                    <a:gd name="T76" fmla="*/ 0 w 371"/>
                    <a:gd name="T77" fmla="*/ 425 h 465"/>
                    <a:gd name="T78" fmla="*/ 27 w 371"/>
                    <a:gd name="T79" fmla="*/ 452 h 465"/>
                    <a:gd name="T80" fmla="*/ 49 w 371"/>
                    <a:gd name="T81" fmla="*/ 456 h 465"/>
                    <a:gd name="T82" fmla="*/ 71 w 371"/>
                    <a:gd name="T83" fmla="*/ 425 h 465"/>
                    <a:gd name="T84" fmla="*/ 89 w 371"/>
                    <a:gd name="T85" fmla="*/ 429 h 465"/>
                    <a:gd name="T86" fmla="*/ 125 w 371"/>
                    <a:gd name="T87" fmla="*/ 125 h 465"/>
                    <a:gd name="T88" fmla="*/ 134 w 371"/>
                    <a:gd name="T89" fmla="*/ 116 h 465"/>
                    <a:gd name="T90" fmla="*/ 112 w 371"/>
                    <a:gd name="T91" fmla="*/ 139 h 465"/>
                    <a:gd name="T92" fmla="*/ 161 w 371"/>
                    <a:gd name="T93" fmla="*/ 94 h 465"/>
                    <a:gd name="T94" fmla="*/ 156 w 371"/>
                    <a:gd name="T95" fmla="*/ 90 h 465"/>
                    <a:gd name="T96" fmla="*/ 138 w 371"/>
                    <a:gd name="T97" fmla="*/ 90 h 465"/>
                    <a:gd name="T98" fmla="*/ 138 w 371"/>
                    <a:gd name="T99" fmla="*/ 108 h 465"/>
                    <a:gd name="T100" fmla="*/ 192 w 371"/>
                    <a:gd name="T101" fmla="*/ 67 h 465"/>
                    <a:gd name="T102" fmla="*/ 205 w 371"/>
                    <a:gd name="T103" fmla="*/ 58 h 465"/>
                    <a:gd name="T104" fmla="*/ 192 w 371"/>
                    <a:gd name="T105" fmla="*/ 54 h 465"/>
                    <a:gd name="T106" fmla="*/ 192 w 371"/>
                    <a:gd name="T107" fmla="*/ 67 h 465"/>
                    <a:gd name="T108" fmla="*/ 255 w 371"/>
                    <a:gd name="T109" fmla="*/ 36 h 465"/>
                    <a:gd name="T110" fmla="*/ 264 w 371"/>
                    <a:gd name="T111" fmla="*/ 14 h 465"/>
                    <a:gd name="T112" fmla="*/ 241 w 371"/>
                    <a:gd name="T113" fmla="*/ 27 h 4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371" h="465">
                      <a:moveTo>
                        <a:pt x="89" y="434"/>
                      </a:moveTo>
                      <a:lnTo>
                        <a:pt x="98" y="438"/>
                      </a:lnTo>
                      <a:lnTo>
                        <a:pt x="98" y="425"/>
                      </a:lnTo>
                      <a:lnTo>
                        <a:pt x="98" y="416"/>
                      </a:lnTo>
                      <a:lnTo>
                        <a:pt x="107" y="407"/>
                      </a:lnTo>
                      <a:lnTo>
                        <a:pt x="103" y="380"/>
                      </a:lnTo>
                      <a:lnTo>
                        <a:pt x="112" y="367"/>
                      </a:lnTo>
                      <a:lnTo>
                        <a:pt x="98" y="349"/>
                      </a:lnTo>
                      <a:lnTo>
                        <a:pt x="98" y="304"/>
                      </a:lnTo>
                      <a:lnTo>
                        <a:pt x="103" y="300"/>
                      </a:lnTo>
                      <a:lnTo>
                        <a:pt x="98" y="295"/>
                      </a:lnTo>
                      <a:lnTo>
                        <a:pt x="103" y="277"/>
                      </a:lnTo>
                      <a:lnTo>
                        <a:pt x="112" y="273"/>
                      </a:lnTo>
                      <a:lnTo>
                        <a:pt x="121" y="277"/>
                      </a:lnTo>
                      <a:lnTo>
                        <a:pt x="130" y="273"/>
                      </a:lnTo>
                      <a:lnTo>
                        <a:pt x="125" y="259"/>
                      </a:lnTo>
                      <a:lnTo>
                        <a:pt x="134" y="233"/>
                      </a:lnTo>
                      <a:lnTo>
                        <a:pt x="134" y="215"/>
                      </a:lnTo>
                      <a:lnTo>
                        <a:pt x="138" y="210"/>
                      </a:lnTo>
                      <a:lnTo>
                        <a:pt x="143" y="215"/>
                      </a:lnTo>
                      <a:lnTo>
                        <a:pt x="147" y="206"/>
                      </a:lnTo>
                      <a:lnTo>
                        <a:pt x="143" y="197"/>
                      </a:lnTo>
                      <a:lnTo>
                        <a:pt x="165" y="175"/>
                      </a:lnTo>
                      <a:lnTo>
                        <a:pt x="161" y="157"/>
                      </a:lnTo>
                      <a:lnTo>
                        <a:pt x="165" y="143"/>
                      </a:lnTo>
                      <a:lnTo>
                        <a:pt x="174" y="130"/>
                      </a:lnTo>
                      <a:lnTo>
                        <a:pt x="183" y="134"/>
                      </a:lnTo>
                      <a:lnTo>
                        <a:pt x="188" y="130"/>
                      </a:lnTo>
                      <a:lnTo>
                        <a:pt x="183" y="116"/>
                      </a:lnTo>
                      <a:lnTo>
                        <a:pt x="188" y="112"/>
                      </a:lnTo>
                      <a:lnTo>
                        <a:pt x="210" y="116"/>
                      </a:lnTo>
                      <a:lnTo>
                        <a:pt x="210" y="103"/>
                      </a:lnTo>
                      <a:lnTo>
                        <a:pt x="214" y="94"/>
                      </a:lnTo>
                      <a:lnTo>
                        <a:pt x="223" y="94"/>
                      </a:lnTo>
                      <a:lnTo>
                        <a:pt x="219" y="90"/>
                      </a:lnTo>
                      <a:lnTo>
                        <a:pt x="228" y="90"/>
                      </a:lnTo>
                      <a:lnTo>
                        <a:pt x="228" y="85"/>
                      </a:lnTo>
                      <a:lnTo>
                        <a:pt x="237" y="85"/>
                      </a:lnTo>
                      <a:lnTo>
                        <a:pt x="250" y="108"/>
                      </a:lnTo>
                      <a:lnTo>
                        <a:pt x="272" y="108"/>
                      </a:lnTo>
                      <a:lnTo>
                        <a:pt x="281" y="112"/>
                      </a:lnTo>
                      <a:lnTo>
                        <a:pt x="295" y="99"/>
                      </a:lnTo>
                      <a:lnTo>
                        <a:pt x="295" y="76"/>
                      </a:lnTo>
                      <a:lnTo>
                        <a:pt x="308" y="58"/>
                      </a:lnTo>
                      <a:lnTo>
                        <a:pt x="326" y="54"/>
                      </a:lnTo>
                      <a:lnTo>
                        <a:pt x="331" y="63"/>
                      </a:lnTo>
                      <a:lnTo>
                        <a:pt x="339" y="63"/>
                      </a:lnTo>
                      <a:lnTo>
                        <a:pt x="339" y="67"/>
                      </a:lnTo>
                      <a:lnTo>
                        <a:pt x="335" y="85"/>
                      </a:lnTo>
                      <a:lnTo>
                        <a:pt x="331" y="90"/>
                      </a:lnTo>
                      <a:lnTo>
                        <a:pt x="331" y="94"/>
                      </a:lnTo>
                      <a:lnTo>
                        <a:pt x="344" y="90"/>
                      </a:lnTo>
                      <a:lnTo>
                        <a:pt x="353" y="76"/>
                      </a:lnTo>
                      <a:lnTo>
                        <a:pt x="353" y="67"/>
                      </a:lnTo>
                      <a:lnTo>
                        <a:pt x="353" y="67"/>
                      </a:lnTo>
                      <a:lnTo>
                        <a:pt x="362" y="76"/>
                      </a:lnTo>
                      <a:lnTo>
                        <a:pt x="366" y="63"/>
                      </a:lnTo>
                      <a:lnTo>
                        <a:pt x="339" y="49"/>
                      </a:lnTo>
                      <a:lnTo>
                        <a:pt x="335" y="45"/>
                      </a:lnTo>
                      <a:lnTo>
                        <a:pt x="357" y="49"/>
                      </a:lnTo>
                      <a:lnTo>
                        <a:pt x="366" y="36"/>
                      </a:lnTo>
                      <a:lnTo>
                        <a:pt x="371" y="36"/>
                      </a:lnTo>
                      <a:lnTo>
                        <a:pt x="371" y="27"/>
                      </a:lnTo>
                      <a:lnTo>
                        <a:pt x="348" y="18"/>
                      </a:lnTo>
                      <a:lnTo>
                        <a:pt x="344" y="18"/>
                      </a:lnTo>
                      <a:lnTo>
                        <a:pt x="348" y="9"/>
                      </a:lnTo>
                      <a:lnTo>
                        <a:pt x="344" y="5"/>
                      </a:lnTo>
                      <a:lnTo>
                        <a:pt x="335" y="14"/>
                      </a:lnTo>
                      <a:lnTo>
                        <a:pt x="331" y="32"/>
                      </a:lnTo>
                      <a:lnTo>
                        <a:pt x="326" y="27"/>
                      </a:lnTo>
                      <a:lnTo>
                        <a:pt x="331" y="18"/>
                      </a:lnTo>
                      <a:lnTo>
                        <a:pt x="335" y="5"/>
                      </a:lnTo>
                      <a:lnTo>
                        <a:pt x="335" y="5"/>
                      </a:lnTo>
                      <a:lnTo>
                        <a:pt x="326" y="0"/>
                      </a:lnTo>
                      <a:lnTo>
                        <a:pt x="317" y="5"/>
                      </a:lnTo>
                      <a:lnTo>
                        <a:pt x="308" y="32"/>
                      </a:lnTo>
                      <a:lnTo>
                        <a:pt x="304" y="9"/>
                      </a:lnTo>
                      <a:lnTo>
                        <a:pt x="295" y="27"/>
                      </a:lnTo>
                      <a:lnTo>
                        <a:pt x="286" y="49"/>
                      </a:lnTo>
                      <a:lnTo>
                        <a:pt x="281" y="49"/>
                      </a:lnTo>
                      <a:lnTo>
                        <a:pt x="286" y="32"/>
                      </a:lnTo>
                      <a:lnTo>
                        <a:pt x="295" y="9"/>
                      </a:lnTo>
                      <a:lnTo>
                        <a:pt x="277" y="5"/>
                      </a:lnTo>
                      <a:lnTo>
                        <a:pt x="272" y="18"/>
                      </a:lnTo>
                      <a:lnTo>
                        <a:pt x="277" y="23"/>
                      </a:lnTo>
                      <a:lnTo>
                        <a:pt x="268" y="27"/>
                      </a:lnTo>
                      <a:lnTo>
                        <a:pt x="259" y="41"/>
                      </a:lnTo>
                      <a:lnTo>
                        <a:pt x="259" y="54"/>
                      </a:lnTo>
                      <a:lnTo>
                        <a:pt x="250" y="54"/>
                      </a:lnTo>
                      <a:lnTo>
                        <a:pt x="250" y="41"/>
                      </a:lnTo>
                      <a:lnTo>
                        <a:pt x="237" y="41"/>
                      </a:lnTo>
                      <a:lnTo>
                        <a:pt x="228" y="45"/>
                      </a:lnTo>
                      <a:lnTo>
                        <a:pt x="237" y="54"/>
                      </a:lnTo>
                      <a:lnTo>
                        <a:pt x="228" y="58"/>
                      </a:lnTo>
                      <a:lnTo>
                        <a:pt x="223" y="54"/>
                      </a:lnTo>
                      <a:lnTo>
                        <a:pt x="214" y="76"/>
                      </a:lnTo>
                      <a:lnTo>
                        <a:pt x="214" y="58"/>
                      </a:lnTo>
                      <a:lnTo>
                        <a:pt x="197" y="67"/>
                      </a:lnTo>
                      <a:lnTo>
                        <a:pt x="192" y="76"/>
                      </a:lnTo>
                      <a:lnTo>
                        <a:pt x="179" y="67"/>
                      </a:lnTo>
                      <a:lnTo>
                        <a:pt x="170" y="76"/>
                      </a:lnTo>
                      <a:lnTo>
                        <a:pt x="165" y="85"/>
                      </a:lnTo>
                      <a:lnTo>
                        <a:pt x="170" y="90"/>
                      </a:lnTo>
                      <a:lnTo>
                        <a:pt x="179" y="81"/>
                      </a:lnTo>
                      <a:lnTo>
                        <a:pt x="179" y="99"/>
                      </a:lnTo>
                      <a:lnTo>
                        <a:pt x="165" y="108"/>
                      </a:lnTo>
                      <a:lnTo>
                        <a:pt x="161" y="116"/>
                      </a:lnTo>
                      <a:lnTo>
                        <a:pt x="161" y="125"/>
                      </a:lnTo>
                      <a:lnTo>
                        <a:pt x="152" y="121"/>
                      </a:lnTo>
                      <a:lnTo>
                        <a:pt x="138" y="134"/>
                      </a:lnTo>
                      <a:lnTo>
                        <a:pt x="138" y="148"/>
                      </a:lnTo>
                      <a:lnTo>
                        <a:pt x="147" y="143"/>
                      </a:lnTo>
                      <a:lnTo>
                        <a:pt x="147" y="152"/>
                      </a:lnTo>
                      <a:lnTo>
                        <a:pt x="138" y="152"/>
                      </a:lnTo>
                      <a:lnTo>
                        <a:pt x="130" y="161"/>
                      </a:lnTo>
                      <a:lnTo>
                        <a:pt x="147" y="157"/>
                      </a:lnTo>
                      <a:lnTo>
                        <a:pt x="152" y="161"/>
                      </a:lnTo>
                      <a:lnTo>
                        <a:pt x="152" y="166"/>
                      </a:lnTo>
                      <a:lnTo>
                        <a:pt x="143" y="161"/>
                      </a:lnTo>
                      <a:lnTo>
                        <a:pt x="134" y="166"/>
                      </a:lnTo>
                      <a:lnTo>
                        <a:pt x="134" y="170"/>
                      </a:lnTo>
                      <a:lnTo>
                        <a:pt x="125" y="170"/>
                      </a:lnTo>
                      <a:lnTo>
                        <a:pt x="116" y="184"/>
                      </a:lnTo>
                      <a:lnTo>
                        <a:pt x="121" y="192"/>
                      </a:lnTo>
                      <a:lnTo>
                        <a:pt x="112" y="197"/>
                      </a:lnTo>
                      <a:lnTo>
                        <a:pt x="116" y="206"/>
                      </a:lnTo>
                      <a:lnTo>
                        <a:pt x="107" y="215"/>
                      </a:lnTo>
                      <a:lnTo>
                        <a:pt x="98" y="233"/>
                      </a:lnTo>
                      <a:lnTo>
                        <a:pt x="98" y="233"/>
                      </a:lnTo>
                      <a:lnTo>
                        <a:pt x="103" y="246"/>
                      </a:lnTo>
                      <a:lnTo>
                        <a:pt x="98" y="242"/>
                      </a:lnTo>
                      <a:lnTo>
                        <a:pt x="89" y="255"/>
                      </a:lnTo>
                      <a:lnTo>
                        <a:pt x="94" y="255"/>
                      </a:lnTo>
                      <a:lnTo>
                        <a:pt x="94" y="264"/>
                      </a:lnTo>
                      <a:lnTo>
                        <a:pt x="80" y="264"/>
                      </a:lnTo>
                      <a:lnTo>
                        <a:pt x="76" y="277"/>
                      </a:lnTo>
                      <a:lnTo>
                        <a:pt x="71" y="286"/>
                      </a:lnTo>
                      <a:lnTo>
                        <a:pt x="80" y="295"/>
                      </a:lnTo>
                      <a:lnTo>
                        <a:pt x="76" y="300"/>
                      </a:lnTo>
                      <a:lnTo>
                        <a:pt x="67" y="295"/>
                      </a:lnTo>
                      <a:lnTo>
                        <a:pt x="58" y="282"/>
                      </a:lnTo>
                      <a:lnTo>
                        <a:pt x="49" y="295"/>
                      </a:lnTo>
                      <a:lnTo>
                        <a:pt x="49" y="313"/>
                      </a:lnTo>
                      <a:lnTo>
                        <a:pt x="40" y="309"/>
                      </a:lnTo>
                      <a:lnTo>
                        <a:pt x="18" y="327"/>
                      </a:lnTo>
                      <a:lnTo>
                        <a:pt x="4" y="335"/>
                      </a:lnTo>
                      <a:lnTo>
                        <a:pt x="0" y="349"/>
                      </a:lnTo>
                      <a:lnTo>
                        <a:pt x="4" y="358"/>
                      </a:lnTo>
                      <a:lnTo>
                        <a:pt x="13" y="358"/>
                      </a:lnTo>
                      <a:lnTo>
                        <a:pt x="4" y="362"/>
                      </a:lnTo>
                      <a:lnTo>
                        <a:pt x="9" y="371"/>
                      </a:lnTo>
                      <a:lnTo>
                        <a:pt x="13" y="376"/>
                      </a:lnTo>
                      <a:lnTo>
                        <a:pt x="4" y="376"/>
                      </a:lnTo>
                      <a:lnTo>
                        <a:pt x="0" y="398"/>
                      </a:lnTo>
                      <a:lnTo>
                        <a:pt x="4" y="402"/>
                      </a:lnTo>
                      <a:lnTo>
                        <a:pt x="0" y="425"/>
                      </a:lnTo>
                      <a:lnTo>
                        <a:pt x="9" y="434"/>
                      </a:lnTo>
                      <a:lnTo>
                        <a:pt x="13" y="447"/>
                      </a:lnTo>
                      <a:lnTo>
                        <a:pt x="18" y="452"/>
                      </a:lnTo>
                      <a:lnTo>
                        <a:pt x="27" y="452"/>
                      </a:lnTo>
                      <a:lnTo>
                        <a:pt x="27" y="461"/>
                      </a:lnTo>
                      <a:lnTo>
                        <a:pt x="36" y="465"/>
                      </a:lnTo>
                      <a:lnTo>
                        <a:pt x="45" y="461"/>
                      </a:lnTo>
                      <a:lnTo>
                        <a:pt x="49" y="456"/>
                      </a:lnTo>
                      <a:lnTo>
                        <a:pt x="54" y="456"/>
                      </a:lnTo>
                      <a:lnTo>
                        <a:pt x="63" y="438"/>
                      </a:lnTo>
                      <a:lnTo>
                        <a:pt x="67" y="429"/>
                      </a:lnTo>
                      <a:lnTo>
                        <a:pt x="71" y="425"/>
                      </a:lnTo>
                      <a:lnTo>
                        <a:pt x="76" y="420"/>
                      </a:lnTo>
                      <a:lnTo>
                        <a:pt x="80" y="420"/>
                      </a:lnTo>
                      <a:lnTo>
                        <a:pt x="80" y="429"/>
                      </a:lnTo>
                      <a:lnTo>
                        <a:pt x="89" y="429"/>
                      </a:lnTo>
                      <a:lnTo>
                        <a:pt x="89" y="434"/>
                      </a:lnTo>
                      <a:close/>
                      <a:moveTo>
                        <a:pt x="112" y="139"/>
                      </a:moveTo>
                      <a:lnTo>
                        <a:pt x="121" y="130"/>
                      </a:lnTo>
                      <a:lnTo>
                        <a:pt x="125" y="125"/>
                      </a:lnTo>
                      <a:lnTo>
                        <a:pt x="130" y="125"/>
                      </a:lnTo>
                      <a:lnTo>
                        <a:pt x="138" y="121"/>
                      </a:lnTo>
                      <a:lnTo>
                        <a:pt x="138" y="112"/>
                      </a:lnTo>
                      <a:lnTo>
                        <a:pt x="134" y="116"/>
                      </a:lnTo>
                      <a:lnTo>
                        <a:pt x="130" y="121"/>
                      </a:lnTo>
                      <a:lnTo>
                        <a:pt x="125" y="121"/>
                      </a:lnTo>
                      <a:lnTo>
                        <a:pt x="112" y="130"/>
                      </a:lnTo>
                      <a:lnTo>
                        <a:pt x="112" y="139"/>
                      </a:lnTo>
                      <a:close/>
                      <a:moveTo>
                        <a:pt x="152" y="116"/>
                      </a:moveTo>
                      <a:lnTo>
                        <a:pt x="161" y="108"/>
                      </a:lnTo>
                      <a:lnTo>
                        <a:pt x="165" y="99"/>
                      </a:lnTo>
                      <a:lnTo>
                        <a:pt x="161" y="94"/>
                      </a:lnTo>
                      <a:lnTo>
                        <a:pt x="156" y="94"/>
                      </a:lnTo>
                      <a:lnTo>
                        <a:pt x="152" y="103"/>
                      </a:lnTo>
                      <a:lnTo>
                        <a:pt x="152" y="94"/>
                      </a:lnTo>
                      <a:lnTo>
                        <a:pt x="156" y="90"/>
                      </a:lnTo>
                      <a:lnTo>
                        <a:pt x="156" y="76"/>
                      </a:lnTo>
                      <a:lnTo>
                        <a:pt x="147" y="90"/>
                      </a:lnTo>
                      <a:lnTo>
                        <a:pt x="143" y="103"/>
                      </a:lnTo>
                      <a:lnTo>
                        <a:pt x="138" y="90"/>
                      </a:lnTo>
                      <a:lnTo>
                        <a:pt x="138" y="99"/>
                      </a:lnTo>
                      <a:lnTo>
                        <a:pt x="134" y="99"/>
                      </a:lnTo>
                      <a:lnTo>
                        <a:pt x="130" y="108"/>
                      </a:lnTo>
                      <a:lnTo>
                        <a:pt x="138" y="108"/>
                      </a:lnTo>
                      <a:lnTo>
                        <a:pt x="147" y="103"/>
                      </a:lnTo>
                      <a:lnTo>
                        <a:pt x="143" y="116"/>
                      </a:lnTo>
                      <a:lnTo>
                        <a:pt x="152" y="116"/>
                      </a:lnTo>
                      <a:close/>
                      <a:moveTo>
                        <a:pt x="192" y="67"/>
                      </a:moveTo>
                      <a:lnTo>
                        <a:pt x="197" y="63"/>
                      </a:lnTo>
                      <a:lnTo>
                        <a:pt x="201" y="58"/>
                      </a:lnTo>
                      <a:lnTo>
                        <a:pt x="205" y="58"/>
                      </a:lnTo>
                      <a:lnTo>
                        <a:pt x="205" y="58"/>
                      </a:lnTo>
                      <a:lnTo>
                        <a:pt x="210" y="49"/>
                      </a:lnTo>
                      <a:lnTo>
                        <a:pt x="205" y="54"/>
                      </a:lnTo>
                      <a:lnTo>
                        <a:pt x="201" y="49"/>
                      </a:lnTo>
                      <a:lnTo>
                        <a:pt x="192" y="54"/>
                      </a:lnTo>
                      <a:lnTo>
                        <a:pt x="192" y="63"/>
                      </a:lnTo>
                      <a:lnTo>
                        <a:pt x="188" y="58"/>
                      </a:lnTo>
                      <a:lnTo>
                        <a:pt x="183" y="67"/>
                      </a:lnTo>
                      <a:lnTo>
                        <a:pt x="192" y="67"/>
                      </a:lnTo>
                      <a:close/>
                      <a:moveTo>
                        <a:pt x="241" y="27"/>
                      </a:moveTo>
                      <a:lnTo>
                        <a:pt x="246" y="32"/>
                      </a:lnTo>
                      <a:lnTo>
                        <a:pt x="259" y="27"/>
                      </a:lnTo>
                      <a:lnTo>
                        <a:pt x="255" y="36"/>
                      </a:lnTo>
                      <a:lnTo>
                        <a:pt x="259" y="41"/>
                      </a:lnTo>
                      <a:lnTo>
                        <a:pt x="264" y="27"/>
                      </a:lnTo>
                      <a:lnTo>
                        <a:pt x="259" y="27"/>
                      </a:lnTo>
                      <a:lnTo>
                        <a:pt x="264" y="14"/>
                      </a:lnTo>
                      <a:lnTo>
                        <a:pt x="259" y="14"/>
                      </a:lnTo>
                      <a:lnTo>
                        <a:pt x="259" y="18"/>
                      </a:lnTo>
                      <a:lnTo>
                        <a:pt x="250" y="18"/>
                      </a:lnTo>
                      <a:lnTo>
                        <a:pt x="241" y="27"/>
                      </a:lnTo>
                      <a:close/>
                    </a:path>
                  </a:pathLst>
                </a:custGeom>
                <a:grpFill/>
                <a:ln w="9525" cmpd="sng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>
                    <a:latin typeface="Delivery" panose="020F0503020204020204" pitchFamily="34" charset="0"/>
                  </a:endParaRPr>
                </a:p>
              </p:txBody>
            </p:sp>
            <p:sp>
              <p:nvSpPr>
                <p:cNvPr id="39" name="Freeform 195">
                  <a:extLst>
                    <a:ext uri="{FF2B5EF4-FFF2-40B4-BE49-F238E27FC236}">
                      <a16:creationId xmlns:a16="http://schemas.microsoft.com/office/drawing/2014/main" id="{A97B8D31-5853-E8C8-96A3-7B3FF6A8627A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2924" y="1818"/>
                  <a:ext cx="147" cy="139"/>
                </a:xfrm>
                <a:custGeom>
                  <a:avLst/>
                  <a:gdLst>
                    <a:gd name="T0" fmla="*/ 13 w 147"/>
                    <a:gd name="T1" fmla="*/ 99 h 139"/>
                    <a:gd name="T2" fmla="*/ 13 w 147"/>
                    <a:gd name="T3" fmla="*/ 90 h 139"/>
                    <a:gd name="T4" fmla="*/ 9 w 147"/>
                    <a:gd name="T5" fmla="*/ 85 h 139"/>
                    <a:gd name="T6" fmla="*/ 9 w 147"/>
                    <a:gd name="T7" fmla="*/ 72 h 139"/>
                    <a:gd name="T8" fmla="*/ 9 w 147"/>
                    <a:gd name="T9" fmla="*/ 59 h 139"/>
                    <a:gd name="T10" fmla="*/ 0 w 147"/>
                    <a:gd name="T11" fmla="*/ 50 h 139"/>
                    <a:gd name="T12" fmla="*/ 0 w 147"/>
                    <a:gd name="T13" fmla="*/ 36 h 139"/>
                    <a:gd name="T14" fmla="*/ 0 w 147"/>
                    <a:gd name="T15" fmla="*/ 27 h 139"/>
                    <a:gd name="T16" fmla="*/ 5 w 147"/>
                    <a:gd name="T17" fmla="*/ 27 h 139"/>
                    <a:gd name="T18" fmla="*/ 9 w 147"/>
                    <a:gd name="T19" fmla="*/ 36 h 139"/>
                    <a:gd name="T20" fmla="*/ 9 w 147"/>
                    <a:gd name="T21" fmla="*/ 27 h 139"/>
                    <a:gd name="T22" fmla="*/ 13 w 147"/>
                    <a:gd name="T23" fmla="*/ 23 h 139"/>
                    <a:gd name="T24" fmla="*/ 22 w 147"/>
                    <a:gd name="T25" fmla="*/ 14 h 139"/>
                    <a:gd name="T26" fmla="*/ 36 w 147"/>
                    <a:gd name="T27" fmla="*/ 14 h 139"/>
                    <a:gd name="T28" fmla="*/ 40 w 147"/>
                    <a:gd name="T29" fmla="*/ 5 h 139"/>
                    <a:gd name="T30" fmla="*/ 49 w 147"/>
                    <a:gd name="T31" fmla="*/ 0 h 139"/>
                    <a:gd name="T32" fmla="*/ 58 w 147"/>
                    <a:gd name="T33" fmla="*/ 0 h 139"/>
                    <a:gd name="T34" fmla="*/ 72 w 147"/>
                    <a:gd name="T35" fmla="*/ 0 h 139"/>
                    <a:gd name="T36" fmla="*/ 72 w 147"/>
                    <a:gd name="T37" fmla="*/ 5 h 139"/>
                    <a:gd name="T38" fmla="*/ 63 w 147"/>
                    <a:gd name="T39" fmla="*/ 5 h 139"/>
                    <a:gd name="T40" fmla="*/ 67 w 147"/>
                    <a:gd name="T41" fmla="*/ 9 h 139"/>
                    <a:gd name="T42" fmla="*/ 76 w 147"/>
                    <a:gd name="T43" fmla="*/ 5 h 139"/>
                    <a:gd name="T44" fmla="*/ 76 w 147"/>
                    <a:gd name="T45" fmla="*/ 14 h 139"/>
                    <a:gd name="T46" fmla="*/ 80 w 147"/>
                    <a:gd name="T47" fmla="*/ 9 h 139"/>
                    <a:gd name="T48" fmla="*/ 89 w 147"/>
                    <a:gd name="T49" fmla="*/ 9 h 139"/>
                    <a:gd name="T50" fmla="*/ 107 w 147"/>
                    <a:gd name="T51" fmla="*/ 14 h 139"/>
                    <a:gd name="T52" fmla="*/ 130 w 147"/>
                    <a:gd name="T53" fmla="*/ 14 h 139"/>
                    <a:gd name="T54" fmla="*/ 139 w 147"/>
                    <a:gd name="T55" fmla="*/ 23 h 139"/>
                    <a:gd name="T56" fmla="*/ 139 w 147"/>
                    <a:gd name="T57" fmla="*/ 27 h 139"/>
                    <a:gd name="T58" fmla="*/ 143 w 147"/>
                    <a:gd name="T59" fmla="*/ 41 h 139"/>
                    <a:gd name="T60" fmla="*/ 147 w 147"/>
                    <a:gd name="T61" fmla="*/ 50 h 139"/>
                    <a:gd name="T62" fmla="*/ 147 w 147"/>
                    <a:gd name="T63" fmla="*/ 59 h 139"/>
                    <a:gd name="T64" fmla="*/ 134 w 147"/>
                    <a:gd name="T65" fmla="*/ 63 h 139"/>
                    <a:gd name="T66" fmla="*/ 139 w 147"/>
                    <a:gd name="T67" fmla="*/ 72 h 139"/>
                    <a:gd name="T68" fmla="*/ 139 w 147"/>
                    <a:gd name="T69" fmla="*/ 81 h 139"/>
                    <a:gd name="T70" fmla="*/ 139 w 147"/>
                    <a:gd name="T71" fmla="*/ 85 h 139"/>
                    <a:gd name="T72" fmla="*/ 143 w 147"/>
                    <a:gd name="T73" fmla="*/ 99 h 139"/>
                    <a:gd name="T74" fmla="*/ 143 w 147"/>
                    <a:gd name="T75" fmla="*/ 108 h 139"/>
                    <a:gd name="T76" fmla="*/ 147 w 147"/>
                    <a:gd name="T77" fmla="*/ 112 h 139"/>
                    <a:gd name="T78" fmla="*/ 143 w 147"/>
                    <a:gd name="T79" fmla="*/ 117 h 139"/>
                    <a:gd name="T80" fmla="*/ 134 w 147"/>
                    <a:gd name="T81" fmla="*/ 121 h 139"/>
                    <a:gd name="T82" fmla="*/ 125 w 147"/>
                    <a:gd name="T83" fmla="*/ 135 h 139"/>
                    <a:gd name="T84" fmla="*/ 130 w 147"/>
                    <a:gd name="T85" fmla="*/ 139 h 139"/>
                    <a:gd name="T86" fmla="*/ 125 w 147"/>
                    <a:gd name="T87" fmla="*/ 139 h 139"/>
                    <a:gd name="T88" fmla="*/ 112 w 147"/>
                    <a:gd name="T89" fmla="*/ 130 h 139"/>
                    <a:gd name="T90" fmla="*/ 98 w 147"/>
                    <a:gd name="T91" fmla="*/ 135 h 139"/>
                    <a:gd name="T92" fmla="*/ 94 w 147"/>
                    <a:gd name="T93" fmla="*/ 130 h 139"/>
                    <a:gd name="T94" fmla="*/ 89 w 147"/>
                    <a:gd name="T95" fmla="*/ 139 h 139"/>
                    <a:gd name="T96" fmla="*/ 80 w 147"/>
                    <a:gd name="T97" fmla="*/ 130 h 139"/>
                    <a:gd name="T98" fmla="*/ 72 w 147"/>
                    <a:gd name="T99" fmla="*/ 135 h 139"/>
                    <a:gd name="T100" fmla="*/ 67 w 147"/>
                    <a:gd name="T101" fmla="*/ 130 h 139"/>
                    <a:gd name="T102" fmla="*/ 67 w 147"/>
                    <a:gd name="T103" fmla="*/ 121 h 139"/>
                    <a:gd name="T104" fmla="*/ 58 w 147"/>
                    <a:gd name="T105" fmla="*/ 121 h 139"/>
                    <a:gd name="T106" fmla="*/ 54 w 147"/>
                    <a:gd name="T107" fmla="*/ 112 h 139"/>
                    <a:gd name="T108" fmla="*/ 45 w 147"/>
                    <a:gd name="T109" fmla="*/ 108 h 139"/>
                    <a:gd name="T110" fmla="*/ 40 w 147"/>
                    <a:gd name="T111" fmla="*/ 117 h 139"/>
                    <a:gd name="T112" fmla="*/ 31 w 147"/>
                    <a:gd name="T113" fmla="*/ 112 h 139"/>
                    <a:gd name="T114" fmla="*/ 36 w 147"/>
                    <a:gd name="T115" fmla="*/ 108 h 139"/>
                    <a:gd name="T116" fmla="*/ 27 w 147"/>
                    <a:gd name="T117" fmla="*/ 108 h 139"/>
                    <a:gd name="T118" fmla="*/ 22 w 147"/>
                    <a:gd name="T119" fmla="*/ 99 h 139"/>
                    <a:gd name="T120" fmla="*/ 18 w 147"/>
                    <a:gd name="T121" fmla="*/ 103 h 139"/>
                    <a:gd name="T122" fmla="*/ 13 w 147"/>
                    <a:gd name="T123" fmla="*/ 99 h 1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  <a:cxn ang="0">
                      <a:pos x="T122" y="T123"/>
                    </a:cxn>
                  </a:cxnLst>
                  <a:rect l="0" t="0" r="r" b="b"/>
                  <a:pathLst>
                    <a:path w="147" h="139">
                      <a:moveTo>
                        <a:pt x="13" y="99"/>
                      </a:moveTo>
                      <a:lnTo>
                        <a:pt x="13" y="90"/>
                      </a:lnTo>
                      <a:lnTo>
                        <a:pt x="9" y="85"/>
                      </a:lnTo>
                      <a:lnTo>
                        <a:pt x="9" y="72"/>
                      </a:lnTo>
                      <a:lnTo>
                        <a:pt x="9" y="59"/>
                      </a:lnTo>
                      <a:lnTo>
                        <a:pt x="0" y="50"/>
                      </a:lnTo>
                      <a:lnTo>
                        <a:pt x="0" y="36"/>
                      </a:lnTo>
                      <a:lnTo>
                        <a:pt x="0" y="27"/>
                      </a:lnTo>
                      <a:lnTo>
                        <a:pt x="5" y="27"/>
                      </a:lnTo>
                      <a:lnTo>
                        <a:pt x="9" y="36"/>
                      </a:lnTo>
                      <a:lnTo>
                        <a:pt x="9" y="27"/>
                      </a:lnTo>
                      <a:lnTo>
                        <a:pt x="13" y="23"/>
                      </a:lnTo>
                      <a:lnTo>
                        <a:pt x="22" y="14"/>
                      </a:lnTo>
                      <a:lnTo>
                        <a:pt x="36" y="14"/>
                      </a:lnTo>
                      <a:lnTo>
                        <a:pt x="40" y="5"/>
                      </a:lnTo>
                      <a:lnTo>
                        <a:pt x="49" y="0"/>
                      </a:lnTo>
                      <a:lnTo>
                        <a:pt x="58" y="0"/>
                      </a:lnTo>
                      <a:lnTo>
                        <a:pt x="72" y="0"/>
                      </a:lnTo>
                      <a:lnTo>
                        <a:pt x="72" y="5"/>
                      </a:lnTo>
                      <a:lnTo>
                        <a:pt x="63" y="5"/>
                      </a:lnTo>
                      <a:lnTo>
                        <a:pt x="67" y="9"/>
                      </a:lnTo>
                      <a:lnTo>
                        <a:pt x="76" y="5"/>
                      </a:lnTo>
                      <a:lnTo>
                        <a:pt x="76" y="14"/>
                      </a:lnTo>
                      <a:lnTo>
                        <a:pt x="80" y="9"/>
                      </a:lnTo>
                      <a:lnTo>
                        <a:pt x="89" y="9"/>
                      </a:lnTo>
                      <a:lnTo>
                        <a:pt x="107" y="14"/>
                      </a:lnTo>
                      <a:lnTo>
                        <a:pt x="130" y="14"/>
                      </a:lnTo>
                      <a:lnTo>
                        <a:pt x="139" y="23"/>
                      </a:lnTo>
                      <a:lnTo>
                        <a:pt x="139" y="27"/>
                      </a:lnTo>
                      <a:lnTo>
                        <a:pt x="143" y="41"/>
                      </a:lnTo>
                      <a:lnTo>
                        <a:pt x="147" y="50"/>
                      </a:lnTo>
                      <a:lnTo>
                        <a:pt x="147" y="59"/>
                      </a:lnTo>
                      <a:lnTo>
                        <a:pt x="134" y="63"/>
                      </a:lnTo>
                      <a:lnTo>
                        <a:pt x="139" y="72"/>
                      </a:lnTo>
                      <a:lnTo>
                        <a:pt x="139" y="81"/>
                      </a:lnTo>
                      <a:lnTo>
                        <a:pt x="139" y="85"/>
                      </a:lnTo>
                      <a:lnTo>
                        <a:pt x="143" y="99"/>
                      </a:lnTo>
                      <a:lnTo>
                        <a:pt x="143" y="108"/>
                      </a:lnTo>
                      <a:lnTo>
                        <a:pt x="147" y="112"/>
                      </a:lnTo>
                      <a:lnTo>
                        <a:pt x="143" y="117"/>
                      </a:lnTo>
                      <a:lnTo>
                        <a:pt x="134" y="121"/>
                      </a:lnTo>
                      <a:lnTo>
                        <a:pt x="125" y="135"/>
                      </a:lnTo>
                      <a:lnTo>
                        <a:pt x="130" y="139"/>
                      </a:lnTo>
                      <a:lnTo>
                        <a:pt x="125" y="139"/>
                      </a:lnTo>
                      <a:lnTo>
                        <a:pt x="112" y="130"/>
                      </a:lnTo>
                      <a:lnTo>
                        <a:pt x="98" y="135"/>
                      </a:lnTo>
                      <a:lnTo>
                        <a:pt x="94" y="130"/>
                      </a:lnTo>
                      <a:lnTo>
                        <a:pt x="89" y="139"/>
                      </a:lnTo>
                      <a:lnTo>
                        <a:pt x="80" y="130"/>
                      </a:lnTo>
                      <a:lnTo>
                        <a:pt x="72" y="135"/>
                      </a:lnTo>
                      <a:lnTo>
                        <a:pt x="67" y="130"/>
                      </a:lnTo>
                      <a:lnTo>
                        <a:pt x="67" y="121"/>
                      </a:lnTo>
                      <a:lnTo>
                        <a:pt x="58" y="121"/>
                      </a:lnTo>
                      <a:lnTo>
                        <a:pt x="54" y="112"/>
                      </a:lnTo>
                      <a:lnTo>
                        <a:pt x="45" y="108"/>
                      </a:lnTo>
                      <a:lnTo>
                        <a:pt x="40" y="117"/>
                      </a:lnTo>
                      <a:lnTo>
                        <a:pt x="31" y="112"/>
                      </a:lnTo>
                      <a:lnTo>
                        <a:pt x="36" y="108"/>
                      </a:lnTo>
                      <a:lnTo>
                        <a:pt x="27" y="108"/>
                      </a:lnTo>
                      <a:lnTo>
                        <a:pt x="22" y="99"/>
                      </a:lnTo>
                      <a:lnTo>
                        <a:pt x="18" y="103"/>
                      </a:lnTo>
                      <a:lnTo>
                        <a:pt x="13" y="99"/>
                      </a:lnTo>
                      <a:close/>
                    </a:path>
                  </a:pathLst>
                </a:custGeom>
                <a:grpFill/>
                <a:ln w="9525" cmpd="sng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>
                    <a:latin typeface="Delivery" panose="020F0503020204020204" pitchFamily="34" charset="0"/>
                  </a:endParaRPr>
                </a:p>
              </p:txBody>
            </p:sp>
            <p:sp>
              <p:nvSpPr>
                <p:cNvPr id="40" name="Freeform 196">
                  <a:extLst>
                    <a:ext uri="{FF2B5EF4-FFF2-40B4-BE49-F238E27FC236}">
                      <a16:creationId xmlns:a16="http://schemas.microsoft.com/office/drawing/2014/main" id="{EDFCBDB3-95E3-50C1-B11F-91F2269FB7E5}"/>
                    </a:ext>
                  </a:extLst>
                </p:cNvPr>
                <p:cNvSpPr>
                  <a:spLocks noEditPoints="1"/>
                </p:cNvSpPr>
                <p:nvPr/>
              </p:nvSpPr>
              <p:spPr bwMode="gray">
                <a:xfrm>
                  <a:off x="2482" y="2100"/>
                  <a:ext cx="161" cy="179"/>
                </a:xfrm>
                <a:custGeom>
                  <a:avLst/>
                  <a:gdLst>
                    <a:gd name="T0" fmla="*/ 0 w 161"/>
                    <a:gd name="T1" fmla="*/ 174 h 179"/>
                    <a:gd name="T2" fmla="*/ 0 w 161"/>
                    <a:gd name="T3" fmla="*/ 179 h 179"/>
                    <a:gd name="T4" fmla="*/ 9 w 161"/>
                    <a:gd name="T5" fmla="*/ 179 h 179"/>
                    <a:gd name="T6" fmla="*/ 9 w 161"/>
                    <a:gd name="T7" fmla="*/ 174 h 179"/>
                    <a:gd name="T8" fmla="*/ 0 w 161"/>
                    <a:gd name="T9" fmla="*/ 174 h 179"/>
                    <a:gd name="T10" fmla="*/ 120 w 161"/>
                    <a:gd name="T11" fmla="*/ 4 h 179"/>
                    <a:gd name="T12" fmla="*/ 120 w 161"/>
                    <a:gd name="T13" fmla="*/ 13 h 179"/>
                    <a:gd name="T14" fmla="*/ 120 w 161"/>
                    <a:gd name="T15" fmla="*/ 27 h 179"/>
                    <a:gd name="T16" fmla="*/ 120 w 161"/>
                    <a:gd name="T17" fmla="*/ 31 h 179"/>
                    <a:gd name="T18" fmla="*/ 120 w 161"/>
                    <a:gd name="T19" fmla="*/ 31 h 179"/>
                    <a:gd name="T20" fmla="*/ 120 w 161"/>
                    <a:gd name="T21" fmla="*/ 40 h 179"/>
                    <a:gd name="T22" fmla="*/ 116 w 161"/>
                    <a:gd name="T23" fmla="*/ 54 h 179"/>
                    <a:gd name="T24" fmla="*/ 112 w 161"/>
                    <a:gd name="T25" fmla="*/ 58 h 179"/>
                    <a:gd name="T26" fmla="*/ 112 w 161"/>
                    <a:gd name="T27" fmla="*/ 67 h 179"/>
                    <a:gd name="T28" fmla="*/ 116 w 161"/>
                    <a:gd name="T29" fmla="*/ 72 h 179"/>
                    <a:gd name="T30" fmla="*/ 116 w 161"/>
                    <a:gd name="T31" fmla="*/ 72 h 179"/>
                    <a:gd name="T32" fmla="*/ 116 w 161"/>
                    <a:gd name="T33" fmla="*/ 76 h 179"/>
                    <a:gd name="T34" fmla="*/ 120 w 161"/>
                    <a:gd name="T35" fmla="*/ 80 h 179"/>
                    <a:gd name="T36" fmla="*/ 120 w 161"/>
                    <a:gd name="T37" fmla="*/ 89 h 179"/>
                    <a:gd name="T38" fmla="*/ 120 w 161"/>
                    <a:gd name="T39" fmla="*/ 98 h 179"/>
                    <a:gd name="T40" fmla="*/ 120 w 161"/>
                    <a:gd name="T41" fmla="*/ 98 h 179"/>
                    <a:gd name="T42" fmla="*/ 125 w 161"/>
                    <a:gd name="T43" fmla="*/ 94 h 179"/>
                    <a:gd name="T44" fmla="*/ 134 w 161"/>
                    <a:gd name="T45" fmla="*/ 98 h 179"/>
                    <a:gd name="T46" fmla="*/ 138 w 161"/>
                    <a:gd name="T47" fmla="*/ 98 h 179"/>
                    <a:gd name="T48" fmla="*/ 143 w 161"/>
                    <a:gd name="T49" fmla="*/ 94 h 179"/>
                    <a:gd name="T50" fmla="*/ 143 w 161"/>
                    <a:gd name="T51" fmla="*/ 85 h 179"/>
                    <a:gd name="T52" fmla="*/ 147 w 161"/>
                    <a:gd name="T53" fmla="*/ 85 h 179"/>
                    <a:gd name="T54" fmla="*/ 143 w 161"/>
                    <a:gd name="T55" fmla="*/ 76 h 179"/>
                    <a:gd name="T56" fmla="*/ 147 w 161"/>
                    <a:gd name="T57" fmla="*/ 67 h 179"/>
                    <a:gd name="T58" fmla="*/ 138 w 161"/>
                    <a:gd name="T59" fmla="*/ 54 h 179"/>
                    <a:gd name="T60" fmla="*/ 147 w 161"/>
                    <a:gd name="T61" fmla="*/ 49 h 179"/>
                    <a:gd name="T62" fmla="*/ 147 w 161"/>
                    <a:gd name="T63" fmla="*/ 40 h 179"/>
                    <a:gd name="T64" fmla="*/ 147 w 161"/>
                    <a:gd name="T65" fmla="*/ 36 h 179"/>
                    <a:gd name="T66" fmla="*/ 152 w 161"/>
                    <a:gd name="T67" fmla="*/ 22 h 179"/>
                    <a:gd name="T68" fmla="*/ 161 w 161"/>
                    <a:gd name="T69" fmla="*/ 13 h 179"/>
                    <a:gd name="T70" fmla="*/ 152 w 161"/>
                    <a:gd name="T71" fmla="*/ 9 h 179"/>
                    <a:gd name="T72" fmla="*/ 134 w 161"/>
                    <a:gd name="T73" fmla="*/ 9 h 179"/>
                    <a:gd name="T74" fmla="*/ 129 w 161"/>
                    <a:gd name="T75" fmla="*/ 0 h 179"/>
                    <a:gd name="T76" fmla="*/ 120 w 161"/>
                    <a:gd name="T77" fmla="*/ 4 h 17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</a:cxnLst>
                  <a:rect l="0" t="0" r="r" b="b"/>
                  <a:pathLst>
                    <a:path w="161" h="179">
                      <a:moveTo>
                        <a:pt x="0" y="174"/>
                      </a:moveTo>
                      <a:lnTo>
                        <a:pt x="0" y="179"/>
                      </a:lnTo>
                      <a:lnTo>
                        <a:pt x="9" y="179"/>
                      </a:lnTo>
                      <a:lnTo>
                        <a:pt x="9" y="174"/>
                      </a:lnTo>
                      <a:lnTo>
                        <a:pt x="0" y="174"/>
                      </a:lnTo>
                      <a:close/>
                      <a:moveTo>
                        <a:pt x="120" y="4"/>
                      </a:moveTo>
                      <a:lnTo>
                        <a:pt x="120" y="13"/>
                      </a:lnTo>
                      <a:lnTo>
                        <a:pt x="120" y="27"/>
                      </a:lnTo>
                      <a:lnTo>
                        <a:pt x="120" y="31"/>
                      </a:lnTo>
                      <a:lnTo>
                        <a:pt x="120" y="31"/>
                      </a:lnTo>
                      <a:lnTo>
                        <a:pt x="120" y="40"/>
                      </a:lnTo>
                      <a:lnTo>
                        <a:pt x="116" y="54"/>
                      </a:lnTo>
                      <a:lnTo>
                        <a:pt x="112" y="58"/>
                      </a:lnTo>
                      <a:lnTo>
                        <a:pt x="112" y="67"/>
                      </a:lnTo>
                      <a:lnTo>
                        <a:pt x="116" y="72"/>
                      </a:lnTo>
                      <a:lnTo>
                        <a:pt x="116" y="72"/>
                      </a:lnTo>
                      <a:lnTo>
                        <a:pt x="116" y="76"/>
                      </a:lnTo>
                      <a:lnTo>
                        <a:pt x="120" y="80"/>
                      </a:lnTo>
                      <a:lnTo>
                        <a:pt x="120" y="89"/>
                      </a:lnTo>
                      <a:lnTo>
                        <a:pt x="120" y="98"/>
                      </a:lnTo>
                      <a:lnTo>
                        <a:pt x="120" y="98"/>
                      </a:lnTo>
                      <a:lnTo>
                        <a:pt x="125" y="94"/>
                      </a:lnTo>
                      <a:lnTo>
                        <a:pt x="134" y="98"/>
                      </a:lnTo>
                      <a:lnTo>
                        <a:pt x="138" y="98"/>
                      </a:lnTo>
                      <a:lnTo>
                        <a:pt x="143" y="94"/>
                      </a:lnTo>
                      <a:lnTo>
                        <a:pt x="143" y="85"/>
                      </a:lnTo>
                      <a:lnTo>
                        <a:pt x="147" y="85"/>
                      </a:lnTo>
                      <a:lnTo>
                        <a:pt x="143" y="76"/>
                      </a:lnTo>
                      <a:lnTo>
                        <a:pt x="147" y="67"/>
                      </a:lnTo>
                      <a:lnTo>
                        <a:pt x="138" y="54"/>
                      </a:lnTo>
                      <a:lnTo>
                        <a:pt x="147" y="49"/>
                      </a:lnTo>
                      <a:lnTo>
                        <a:pt x="147" y="40"/>
                      </a:lnTo>
                      <a:lnTo>
                        <a:pt x="147" y="36"/>
                      </a:lnTo>
                      <a:lnTo>
                        <a:pt x="152" y="22"/>
                      </a:lnTo>
                      <a:lnTo>
                        <a:pt x="161" y="13"/>
                      </a:lnTo>
                      <a:lnTo>
                        <a:pt x="152" y="9"/>
                      </a:lnTo>
                      <a:lnTo>
                        <a:pt x="134" y="9"/>
                      </a:lnTo>
                      <a:lnTo>
                        <a:pt x="129" y="0"/>
                      </a:lnTo>
                      <a:lnTo>
                        <a:pt x="120" y="4"/>
                      </a:lnTo>
                      <a:close/>
                    </a:path>
                  </a:pathLst>
                </a:custGeom>
                <a:grpFill/>
                <a:ln w="9525" cmpd="sng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>
                    <a:latin typeface="Delivery" panose="020F0503020204020204" pitchFamily="34" charset="0"/>
                  </a:endParaRPr>
                </a:p>
              </p:txBody>
            </p:sp>
            <p:sp>
              <p:nvSpPr>
                <p:cNvPr id="41" name="Freeform 197">
                  <a:extLst>
                    <a:ext uri="{FF2B5EF4-FFF2-40B4-BE49-F238E27FC236}">
                      <a16:creationId xmlns:a16="http://schemas.microsoft.com/office/drawing/2014/main" id="{E43C0905-0A7D-3A27-912C-0193DA43E8E3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3018" y="1975"/>
                  <a:ext cx="129" cy="98"/>
                </a:xfrm>
                <a:custGeom>
                  <a:avLst/>
                  <a:gdLst>
                    <a:gd name="T0" fmla="*/ 0 w 129"/>
                    <a:gd name="T1" fmla="*/ 45 h 98"/>
                    <a:gd name="T2" fmla="*/ 4 w 129"/>
                    <a:gd name="T3" fmla="*/ 54 h 98"/>
                    <a:gd name="T4" fmla="*/ 4 w 129"/>
                    <a:gd name="T5" fmla="*/ 62 h 98"/>
                    <a:gd name="T6" fmla="*/ 13 w 129"/>
                    <a:gd name="T7" fmla="*/ 71 h 98"/>
                    <a:gd name="T8" fmla="*/ 22 w 129"/>
                    <a:gd name="T9" fmla="*/ 76 h 98"/>
                    <a:gd name="T10" fmla="*/ 27 w 129"/>
                    <a:gd name="T11" fmla="*/ 76 h 98"/>
                    <a:gd name="T12" fmla="*/ 27 w 129"/>
                    <a:gd name="T13" fmla="*/ 80 h 98"/>
                    <a:gd name="T14" fmla="*/ 31 w 129"/>
                    <a:gd name="T15" fmla="*/ 80 h 98"/>
                    <a:gd name="T16" fmla="*/ 36 w 129"/>
                    <a:gd name="T17" fmla="*/ 80 h 98"/>
                    <a:gd name="T18" fmla="*/ 36 w 129"/>
                    <a:gd name="T19" fmla="*/ 89 h 98"/>
                    <a:gd name="T20" fmla="*/ 49 w 129"/>
                    <a:gd name="T21" fmla="*/ 94 h 98"/>
                    <a:gd name="T22" fmla="*/ 62 w 129"/>
                    <a:gd name="T23" fmla="*/ 98 h 98"/>
                    <a:gd name="T24" fmla="*/ 76 w 129"/>
                    <a:gd name="T25" fmla="*/ 98 h 98"/>
                    <a:gd name="T26" fmla="*/ 85 w 129"/>
                    <a:gd name="T27" fmla="*/ 89 h 98"/>
                    <a:gd name="T28" fmla="*/ 98 w 129"/>
                    <a:gd name="T29" fmla="*/ 85 h 98"/>
                    <a:gd name="T30" fmla="*/ 116 w 129"/>
                    <a:gd name="T31" fmla="*/ 94 h 98"/>
                    <a:gd name="T32" fmla="*/ 116 w 129"/>
                    <a:gd name="T33" fmla="*/ 85 h 98"/>
                    <a:gd name="T34" fmla="*/ 120 w 129"/>
                    <a:gd name="T35" fmla="*/ 80 h 98"/>
                    <a:gd name="T36" fmla="*/ 120 w 129"/>
                    <a:gd name="T37" fmla="*/ 67 h 98"/>
                    <a:gd name="T38" fmla="*/ 120 w 129"/>
                    <a:gd name="T39" fmla="*/ 71 h 98"/>
                    <a:gd name="T40" fmla="*/ 129 w 129"/>
                    <a:gd name="T41" fmla="*/ 71 h 98"/>
                    <a:gd name="T42" fmla="*/ 129 w 129"/>
                    <a:gd name="T43" fmla="*/ 62 h 98"/>
                    <a:gd name="T44" fmla="*/ 125 w 129"/>
                    <a:gd name="T45" fmla="*/ 62 h 98"/>
                    <a:gd name="T46" fmla="*/ 116 w 129"/>
                    <a:gd name="T47" fmla="*/ 67 h 98"/>
                    <a:gd name="T48" fmla="*/ 112 w 129"/>
                    <a:gd name="T49" fmla="*/ 62 h 98"/>
                    <a:gd name="T50" fmla="*/ 107 w 129"/>
                    <a:gd name="T51" fmla="*/ 58 h 98"/>
                    <a:gd name="T52" fmla="*/ 112 w 129"/>
                    <a:gd name="T53" fmla="*/ 40 h 98"/>
                    <a:gd name="T54" fmla="*/ 107 w 129"/>
                    <a:gd name="T55" fmla="*/ 27 h 98"/>
                    <a:gd name="T56" fmla="*/ 103 w 129"/>
                    <a:gd name="T57" fmla="*/ 18 h 98"/>
                    <a:gd name="T58" fmla="*/ 89 w 129"/>
                    <a:gd name="T59" fmla="*/ 0 h 98"/>
                    <a:gd name="T60" fmla="*/ 67 w 129"/>
                    <a:gd name="T61" fmla="*/ 9 h 98"/>
                    <a:gd name="T62" fmla="*/ 40 w 129"/>
                    <a:gd name="T63" fmla="*/ 4 h 98"/>
                    <a:gd name="T64" fmla="*/ 36 w 129"/>
                    <a:gd name="T65" fmla="*/ 9 h 98"/>
                    <a:gd name="T66" fmla="*/ 36 w 129"/>
                    <a:gd name="T67" fmla="*/ 13 h 98"/>
                    <a:gd name="T68" fmla="*/ 22 w 129"/>
                    <a:gd name="T69" fmla="*/ 18 h 98"/>
                    <a:gd name="T70" fmla="*/ 13 w 129"/>
                    <a:gd name="T71" fmla="*/ 36 h 98"/>
                    <a:gd name="T72" fmla="*/ 13 w 129"/>
                    <a:gd name="T73" fmla="*/ 40 h 98"/>
                    <a:gd name="T74" fmla="*/ 4 w 129"/>
                    <a:gd name="T75" fmla="*/ 45 h 98"/>
                    <a:gd name="T76" fmla="*/ 0 w 129"/>
                    <a:gd name="T77" fmla="*/ 45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</a:cxnLst>
                  <a:rect l="0" t="0" r="r" b="b"/>
                  <a:pathLst>
                    <a:path w="129" h="98">
                      <a:moveTo>
                        <a:pt x="0" y="45"/>
                      </a:moveTo>
                      <a:lnTo>
                        <a:pt x="4" y="54"/>
                      </a:lnTo>
                      <a:lnTo>
                        <a:pt x="4" y="62"/>
                      </a:lnTo>
                      <a:lnTo>
                        <a:pt x="13" y="71"/>
                      </a:lnTo>
                      <a:lnTo>
                        <a:pt x="22" y="76"/>
                      </a:lnTo>
                      <a:lnTo>
                        <a:pt x="27" y="76"/>
                      </a:lnTo>
                      <a:lnTo>
                        <a:pt x="27" y="80"/>
                      </a:lnTo>
                      <a:lnTo>
                        <a:pt x="31" y="80"/>
                      </a:lnTo>
                      <a:lnTo>
                        <a:pt x="36" y="80"/>
                      </a:lnTo>
                      <a:lnTo>
                        <a:pt x="36" y="89"/>
                      </a:lnTo>
                      <a:lnTo>
                        <a:pt x="49" y="94"/>
                      </a:lnTo>
                      <a:lnTo>
                        <a:pt x="62" y="98"/>
                      </a:lnTo>
                      <a:lnTo>
                        <a:pt x="76" y="98"/>
                      </a:lnTo>
                      <a:lnTo>
                        <a:pt x="85" y="89"/>
                      </a:lnTo>
                      <a:lnTo>
                        <a:pt x="98" y="85"/>
                      </a:lnTo>
                      <a:lnTo>
                        <a:pt x="116" y="94"/>
                      </a:lnTo>
                      <a:lnTo>
                        <a:pt x="116" y="85"/>
                      </a:lnTo>
                      <a:lnTo>
                        <a:pt x="120" y="80"/>
                      </a:lnTo>
                      <a:lnTo>
                        <a:pt x="120" y="67"/>
                      </a:lnTo>
                      <a:lnTo>
                        <a:pt x="120" y="71"/>
                      </a:lnTo>
                      <a:lnTo>
                        <a:pt x="129" y="71"/>
                      </a:lnTo>
                      <a:lnTo>
                        <a:pt x="129" y="62"/>
                      </a:lnTo>
                      <a:lnTo>
                        <a:pt x="125" y="62"/>
                      </a:lnTo>
                      <a:lnTo>
                        <a:pt x="116" y="67"/>
                      </a:lnTo>
                      <a:lnTo>
                        <a:pt x="112" y="62"/>
                      </a:lnTo>
                      <a:lnTo>
                        <a:pt x="107" y="58"/>
                      </a:lnTo>
                      <a:lnTo>
                        <a:pt x="112" y="40"/>
                      </a:lnTo>
                      <a:lnTo>
                        <a:pt x="107" y="27"/>
                      </a:lnTo>
                      <a:lnTo>
                        <a:pt x="103" y="18"/>
                      </a:lnTo>
                      <a:lnTo>
                        <a:pt x="89" y="0"/>
                      </a:lnTo>
                      <a:lnTo>
                        <a:pt x="67" y="9"/>
                      </a:lnTo>
                      <a:lnTo>
                        <a:pt x="40" y="4"/>
                      </a:lnTo>
                      <a:lnTo>
                        <a:pt x="36" y="9"/>
                      </a:lnTo>
                      <a:lnTo>
                        <a:pt x="36" y="13"/>
                      </a:lnTo>
                      <a:lnTo>
                        <a:pt x="22" y="18"/>
                      </a:lnTo>
                      <a:lnTo>
                        <a:pt x="13" y="36"/>
                      </a:lnTo>
                      <a:lnTo>
                        <a:pt x="13" y="40"/>
                      </a:lnTo>
                      <a:lnTo>
                        <a:pt x="4" y="45"/>
                      </a:lnTo>
                      <a:lnTo>
                        <a:pt x="0" y="45"/>
                      </a:lnTo>
                      <a:close/>
                    </a:path>
                  </a:pathLst>
                </a:custGeom>
                <a:grpFill/>
                <a:ln w="9525" cmpd="sng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>
                    <a:latin typeface="Delivery" panose="020F0503020204020204" pitchFamily="34" charset="0"/>
                  </a:endParaRPr>
                </a:p>
              </p:txBody>
            </p:sp>
            <p:sp>
              <p:nvSpPr>
                <p:cNvPr id="42" name="Freeform 198">
                  <a:extLst>
                    <a:ext uri="{FF2B5EF4-FFF2-40B4-BE49-F238E27FC236}">
                      <a16:creationId xmlns:a16="http://schemas.microsoft.com/office/drawing/2014/main" id="{579E8CE4-8357-F8B1-BE63-0DADE911CFBD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2964" y="1948"/>
                  <a:ext cx="85" cy="31"/>
                </a:xfrm>
                <a:custGeom>
                  <a:avLst/>
                  <a:gdLst>
                    <a:gd name="T0" fmla="*/ 0 w 85"/>
                    <a:gd name="T1" fmla="*/ 22 h 31"/>
                    <a:gd name="T2" fmla="*/ 5 w 85"/>
                    <a:gd name="T3" fmla="*/ 18 h 31"/>
                    <a:gd name="T4" fmla="*/ 14 w 85"/>
                    <a:gd name="T5" fmla="*/ 18 h 31"/>
                    <a:gd name="T6" fmla="*/ 18 w 85"/>
                    <a:gd name="T7" fmla="*/ 13 h 31"/>
                    <a:gd name="T8" fmla="*/ 23 w 85"/>
                    <a:gd name="T9" fmla="*/ 5 h 31"/>
                    <a:gd name="T10" fmla="*/ 27 w 85"/>
                    <a:gd name="T11" fmla="*/ 0 h 31"/>
                    <a:gd name="T12" fmla="*/ 32 w 85"/>
                    <a:gd name="T13" fmla="*/ 5 h 31"/>
                    <a:gd name="T14" fmla="*/ 40 w 85"/>
                    <a:gd name="T15" fmla="*/ 0 h 31"/>
                    <a:gd name="T16" fmla="*/ 49 w 85"/>
                    <a:gd name="T17" fmla="*/ 9 h 31"/>
                    <a:gd name="T18" fmla="*/ 54 w 85"/>
                    <a:gd name="T19" fmla="*/ 0 h 31"/>
                    <a:gd name="T20" fmla="*/ 58 w 85"/>
                    <a:gd name="T21" fmla="*/ 5 h 31"/>
                    <a:gd name="T22" fmla="*/ 72 w 85"/>
                    <a:gd name="T23" fmla="*/ 0 h 31"/>
                    <a:gd name="T24" fmla="*/ 85 w 85"/>
                    <a:gd name="T25" fmla="*/ 9 h 31"/>
                    <a:gd name="T26" fmla="*/ 81 w 85"/>
                    <a:gd name="T27" fmla="*/ 22 h 31"/>
                    <a:gd name="T28" fmla="*/ 72 w 85"/>
                    <a:gd name="T29" fmla="*/ 22 h 31"/>
                    <a:gd name="T30" fmla="*/ 67 w 85"/>
                    <a:gd name="T31" fmla="*/ 18 h 31"/>
                    <a:gd name="T32" fmla="*/ 63 w 85"/>
                    <a:gd name="T33" fmla="*/ 22 h 31"/>
                    <a:gd name="T34" fmla="*/ 54 w 85"/>
                    <a:gd name="T35" fmla="*/ 18 h 31"/>
                    <a:gd name="T36" fmla="*/ 45 w 85"/>
                    <a:gd name="T37" fmla="*/ 27 h 31"/>
                    <a:gd name="T38" fmla="*/ 36 w 85"/>
                    <a:gd name="T39" fmla="*/ 27 h 31"/>
                    <a:gd name="T40" fmla="*/ 32 w 85"/>
                    <a:gd name="T41" fmla="*/ 31 h 31"/>
                    <a:gd name="T42" fmla="*/ 14 w 85"/>
                    <a:gd name="T43" fmla="*/ 31 h 31"/>
                    <a:gd name="T44" fmla="*/ 9 w 85"/>
                    <a:gd name="T45" fmla="*/ 27 h 31"/>
                    <a:gd name="T46" fmla="*/ 9 w 85"/>
                    <a:gd name="T47" fmla="*/ 22 h 31"/>
                    <a:gd name="T48" fmla="*/ 5 w 85"/>
                    <a:gd name="T49" fmla="*/ 22 h 31"/>
                    <a:gd name="T50" fmla="*/ 0 w 85"/>
                    <a:gd name="T51" fmla="*/ 22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</a:cxnLst>
                  <a:rect l="0" t="0" r="r" b="b"/>
                  <a:pathLst>
                    <a:path w="85" h="31">
                      <a:moveTo>
                        <a:pt x="0" y="22"/>
                      </a:moveTo>
                      <a:lnTo>
                        <a:pt x="5" y="18"/>
                      </a:lnTo>
                      <a:lnTo>
                        <a:pt x="14" y="18"/>
                      </a:lnTo>
                      <a:lnTo>
                        <a:pt x="18" y="13"/>
                      </a:lnTo>
                      <a:lnTo>
                        <a:pt x="23" y="5"/>
                      </a:lnTo>
                      <a:lnTo>
                        <a:pt x="27" y="0"/>
                      </a:lnTo>
                      <a:lnTo>
                        <a:pt x="32" y="5"/>
                      </a:lnTo>
                      <a:lnTo>
                        <a:pt x="40" y="0"/>
                      </a:lnTo>
                      <a:lnTo>
                        <a:pt x="49" y="9"/>
                      </a:lnTo>
                      <a:lnTo>
                        <a:pt x="54" y="0"/>
                      </a:lnTo>
                      <a:lnTo>
                        <a:pt x="58" y="5"/>
                      </a:lnTo>
                      <a:lnTo>
                        <a:pt x="72" y="0"/>
                      </a:lnTo>
                      <a:lnTo>
                        <a:pt x="85" y="9"/>
                      </a:lnTo>
                      <a:lnTo>
                        <a:pt x="81" y="22"/>
                      </a:lnTo>
                      <a:lnTo>
                        <a:pt x="72" y="22"/>
                      </a:lnTo>
                      <a:lnTo>
                        <a:pt x="67" y="18"/>
                      </a:lnTo>
                      <a:lnTo>
                        <a:pt x="63" y="22"/>
                      </a:lnTo>
                      <a:lnTo>
                        <a:pt x="54" y="18"/>
                      </a:lnTo>
                      <a:lnTo>
                        <a:pt x="45" y="27"/>
                      </a:lnTo>
                      <a:lnTo>
                        <a:pt x="36" y="27"/>
                      </a:lnTo>
                      <a:lnTo>
                        <a:pt x="32" y="31"/>
                      </a:lnTo>
                      <a:lnTo>
                        <a:pt x="14" y="31"/>
                      </a:lnTo>
                      <a:lnTo>
                        <a:pt x="9" y="27"/>
                      </a:lnTo>
                      <a:lnTo>
                        <a:pt x="9" y="22"/>
                      </a:lnTo>
                      <a:lnTo>
                        <a:pt x="5" y="22"/>
                      </a:lnTo>
                      <a:lnTo>
                        <a:pt x="0" y="22"/>
                      </a:lnTo>
                      <a:close/>
                    </a:path>
                  </a:pathLst>
                </a:custGeom>
                <a:grpFill/>
                <a:ln w="9525" cmpd="sng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>
                    <a:latin typeface="Delivery" panose="020F0503020204020204" pitchFamily="34" charset="0"/>
                  </a:endParaRPr>
                </a:p>
              </p:txBody>
            </p:sp>
            <p:sp>
              <p:nvSpPr>
                <p:cNvPr id="43" name="Freeform 199">
                  <a:extLst>
                    <a:ext uri="{FF2B5EF4-FFF2-40B4-BE49-F238E27FC236}">
                      <a16:creationId xmlns:a16="http://schemas.microsoft.com/office/drawing/2014/main" id="{16D74ACB-0655-EC77-6B98-760F100C08A6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2915" y="2006"/>
                  <a:ext cx="45" cy="27"/>
                </a:xfrm>
                <a:custGeom>
                  <a:avLst/>
                  <a:gdLst>
                    <a:gd name="T0" fmla="*/ 5 w 45"/>
                    <a:gd name="T1" fmla="*/ 27 h 27"/>
                    <a:gd name="T2" fmla="*/ 5 w 45"/>
                    <a:gd name="T3" fmla="*/ 27 h 27"/>
                    <a:gd name="T4" fmla="*/ 5 w 45"/>
                    <a:gd name="T5" fmla="*/ 27 h 27"/>
                    <a:gd name="T6" fmla="*/ 14 w 45"/>
                    <a:gd name="T7" fmla="*/ 27 h 27"/>
                    <a:gd name="T8" fmla="*/ 14 w 45"/>
                    <a:gd name="T9" fmla="*/ 27 h 27"/>
                    <a:gd name="T10" fmla="*/ 18 w 45"/>
                    <a:gd name="T11" fmla="*/ 23 h 27"/>
                    <a:gd name="T12" fmla="*/ 22 w 45"/>
                    <a:gd name="T13" fmla="*/ 27 h 27"/>
                    <a:gd name="T14" fmla="*/ 27 w 45"/>
                    <a:gd name="T15" fmla="*/ 27 h 27"/>
                    <a:gd name="T16" fmla="*/ 27 w 45"/>
                    <a:gd name="T17" fmla="*/ 27 h 27"/>
                    <a:gd name="T18" fmla="*/ 27 w 45"/>
                    <a:gd name="T19" fmla="*/ 23 h 27"/>
                    <a:gd name="T20" fmla="*/ 31 w 45"/>
                    <a:gd name="T21" fmla="*/ 18 h 27"/>
                    <a:gd name="T22" fmla="*/ 31 w 45"/>
                    <a:gd name="T23" fmla="*/ 18 h 27"/>
                    <a:gd name="T24" fmla="*/ 31 w 45"/>
                    <a:gd name="T25" fmla="*/ 14 h 27"/>
                    <a:gd name="T26" fmla="*/ 31 w 45"/>
                    <a:gd name="T27" fmla="*/ 14 h 27"/>
                    <a:gd name="T28" fmla="*/ 36 w 45"/>
                    <a:gd name="T29" fmla="*/ 14 h 27"/>
                    <a:gd name="T30" fmla="*/ 36 w 45"/>
                    <a:gd name="T31" fmla="*/ 9 h 27"/>
                    <a:gd name="T32" fmla="*/ 40 w 45"/>
                    <a:gd name="T33" fmla="*/ 9 h 27"/>
                    <a:gd name="T34" fmla="*/ 40 w 45"/>
                    <a:gd name="T35" fmla="*/ 9 h 27"/>
                    <a:gd name="T36" fmla="*/ 40 w 45"/>
                    <a:gd name="T37" fmla="*/ 5 h 27"/>
                    <a:gd name="T38" fmla="*/ 45 w 45"/>
                    <a:gd name="T39" fmla="*/ 9 h 27"/>
                    <a:gd name="T40" fmla="*/ 45 w 45"/>
                    <a:gd name="T41" fmla="*/ 9 h 27"/>
                    <a:gd name="T42" fmla="*/ 40 w 45"/>
                    <a:gd name="T43" fmla="*/ 0 h 27"/>
                    <a:gd name="T44" fmla="*/ 27 w 45"/>
                    <a:gd name="T45" fmla="*/ 5 h 27"/>
                    <a:gd name="T46" fmla="*/ 18 w 45"/>
                    <a:gd name="T47" fmla="*/ 9 h 27"/>
                    <a:gd name="T48" fmla="*/ 5 w 45"/>
                    <a:gd name="T49" fmla="*/ 9 h 27"/>
                    <a:gd name="T50" fmla="*/ 0 w 45"/>
                    <a:gd name="T51" fmla="*/ 9 h 27"/>
                    <a:gd name="T52" fmla="*/ 5 w 45"/>
                    <a:gd name="T53" fmla="*/ 14 h 27"/>
                    <a:gd name="T54" fmla="*/ 5 w 45"/>
                    <a:gd name="T55" fmla="*/ 18 h 27"/>
                    <a:gd name="T56" fmla="*/ 9 w 45"/>
                    <a:gd name="T57" fmla="*/ 27 h 27"/>
                    <a:gd name="T58" fmla="*/ 5 w 45"/>
                    <a:gd name="T5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</a:cxnLst>
                  <a:rect l="0" t="0" r="r" b="b"/>
                  <a:pathLst>
                    <a:path w="45" h="27">
                      <a:moveTo>
                        <a:pt x="5" y="27"/>
                      </a:moveTo>
                      <a:lnTo>
                        <a:pt x="5" y="27"/>
                      </a:lnTo>
                      <a:lnTo>
                        <a:pt x="5" y="27"/>
                      </a:lnTo>
                      <a:lnTo>
                        <a:pt x="14" y="27"/>
                      </a:lnTo>
                      <a:lnTo>
                        <a:pt x="14" y="27"/>
                      </a:lnTo>
                      <a:lnTo>
                        <a:pt x="18" y="23"/>
                      </a:lnTo>
                      <a:lnTo>
                        <a:pt x="22" y="27"/>
                      </a:lnTo>
                      <a:lnTo>
                        <a:pt x="27" y="27"/>
                      </a:lnTo>
                      <a:lnTo>
                        <a:pt x="27" y="27"/>
                      </a:lnTo>
                      <a:lnTo>
                        <a:pt x="27" y="23"/>
                      </a:lnTo>
                      <a:lnTo>
                        <a:pt x="31" y="18"/>
                      </a:lnTo>
                      <a:lnTo>
                        <a:pt x="31" y="18"/>
                      </a:lnTo>
                      <a:lnTo>
                        <a:pt x="31" y="14"/>
                      </a:lnTo>
                      <a:lnTo>
                        <a:pt x="31" y="14"/>
                      </a:lnTo>
                      <a:lnTo>
                        <a:pt x="36" y="14"/>
                      </a:lnTo>
                      <a:lnTo>
                        <a:pt x="36" y="9"/>
                      </a:lnTo>
                      <a:lnTo>
                        <a:pt x="40" y="9"/>
                      </a:lnTo>
                      <a:lnTo>
                        <a:pt x="40" y="9"/>
                      </a:lnTo>
                      <a:lnTo>
                        <a:pt x="40" y="5"/>
                      </a:lnTo>
                      <a:lnTo>
                        <a:pt x="45" y="9"/>
                      </a:lnTo>
                      <a:lnTo>
                        <a:pt x="45" y="9"/>
                      </a:lnTo>
                      <a:lnTo>
                        <a:pt x="40" y="0"/>
                      </a:lnTo>
                      <a:lnTo>
                        <a:pt x="27" y="5"/>
                      </a:lnTo>
                      <a:lnTo>
                        <a:pt x="18" y="9"/>
                      </a:lnTo>
                      <a:lnTo>
                        <a:pt x="5" y="9"/>
                      </a:lnTo>
                      <a:lnTo>
                        <a:pt x="0" y="9"/>
                      </a:lnTo>
                      <a:lnTo>
                        <a:pt x="5" y="14"/>
                      </a:lnTo>
                      <a:lnTo>
                        <a:pt x="5" y="18"/>
                      </a:lnTo>
                      <a:lnTo>
                        <a:pt x="9" y="27"/>
                      </a:lnTo>
                      <a:lnTo>
                        <a:pt x="5" y="27"/>
                      </a:lnTo>
                      <a:close/>
                    </a:path>
                  </a:pathLst>
                </a:custGeom>
                <a:grpFill/>
                <a:ln w="9525" cmpd="sng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>
                    <a:latin typeface="Delivery" panose="020F0503020204020204" pitchFamily="34" charset="0"/>
                  </a:endParaRPr>
                </a:p>
              </p:txBody>
            </p:sp>
            <p:sp>
              <p:nvSpPr>
                <p:cNvPr id="44" name="Freeform 200">
                  <a:extLst>
                    <a:ext uri="{FF2B5EF4-FFF2-40B4-BE49-F238E27FC236}">
                      <a16:creationId xmlns:a16="http://schemas.microsoft.com/office/drawing/2014/main" id="{32A66736-72F9-0645-2BF1-4B887B725894}"/>
                    </a:ext>
                  </a:extLst>
                </p:cNvPr>
                <p:cNvSpPr>
                  <a:spLocks noEditPoints="1"/>
                </p:cNvSpPr>
                <p:nvPr/>
              </p:nvSpPr>
              <p:spPr bwMode="gray">
                <a:xfrm>
                  <a:off x="2884" y="1367"/>
                  <a:ext cx="187" cy="438"/>
                </a:xfrm>
                <a:custGeom>
                  <a:avLst/>
                  <a:gdLst>
                    <a:gd name="T0" fmla="*/ 0 w 187"/>
                    <a:gd name="T1" fmla="*/ 340 h 438"/>
                    <a:gd name="T2" fmla="*/ 9 w 187"/>
                    <a:gd name="T3" fmla="*/ 358 h 438"/>
                    <a:gd name="T4" fmla="*/ 13 w 187"/>
                    <a:gd name="T5" fmla="*/ 358 h 438"/>
                    <a:gd name="T6" fmla="*/ 9 w 187"/>
                    <a:gd name="T7" fmla="*/ 371 h 438"/>
                    <a:gd name="T8" fmla="*/ 13 w 187"/>
                    <a:gd name="T9" fmla="*/ 384 h 438"/>
                    <a:gd name="T10" fmla="*/ 27 w 187"/>
                    <a:gd name="T11" fmla="*/ 402 h 438"/>
                    <a:gd name="T12" fmla="*/ 22 w 187"/>
                    <a:gd name="T13" fmla="*/ 411 h 438"/>
                    <a:gd name="T14" fmla="*/ 22 w 187"/>
                    <a:gd name="T15" fmla="*/ 429 h 438"/>
                    <a:gd name="T16" fmla="*/ 31 w 187"/>
                    <a:gd name="T17" fmla="*/ 438 h 438"/>
                    <a:gd name="T18" fmla="*/ 45 w 187"/>
                    <a:gd name="T19" fmla="*/ 434 h 438"/>
                    <a:gd name="T20" fmla="*/ 45 w 187"/>
                    <a:gd name="T21" fmla="*/ 420 h 438"/>
                    <a:gd name="T22" fmla="*/ 53 w 187"/>
                    <a:gd name="T23" fmla="*/ 416 h 438"/>
                    <a:gd name="T24" fmla="*/ 76 w 187"/>
                    <a:gd name="T25" fmla="*/ 407 h 438"/>
                    <a:gd name="T26" fmla="*/ 85 w 187"/>
                    <a:gd name="T27" fmla="*/ 358 h 438"/>
                    <a:gd name="T28" fmla="*/ 112 w 187"/>
                    <a:gd name="T29" fmla="*/ 340 h 438"/>
                    <a:gd name="T30" fmla="*/ 116 w 187"/>
                    <a:gd name="T31" fmla="*/ 317 h 438"/>
                    <a:gd name="T32" fmla="*/ 98 w 187"/>
                    <a:gd name="T33" fmla="*/ 295 h 438"/>
                    <a:gd name="T34" fmla="*/ 94 w 187"/>
                    <a:gd name="T35" fmla="*/ 282 h 438"/>
                    <a:gd name="T36" fmla="*/ 98 w 187"/>
                    <a:gd name="T37" fmla="*/ 259 h 438"/>
                    <a:gd name="T38" fmla="*/ 98 w 187"/>
                    <a:gd name="T39" fmla="*/ 241 h 438"/>
                    <a:gd name="T40" fmla="*/ 98 w 187"/>
                    <a:gd name="T41" fmla="*/ 233 h 438"/>
                    <a:gd name="T42" fmla="*/ 103 w 187"/>
                    <a:gd name="T43" fmla="*/ 224 h 438"/>
                    <a:gd name="T44" fmla="*/ 103 w 187"/>
                    <a:gd name="T45" fmla="*/ 215 h 438"/>
                    <a:gd name="T46" fmla="*/ 116 w 187"/>
                    <a:gd name="T47" fmla="*/ 210 h 438"/>
                    <a:gd name="T48" fmla="*/ 125 w 187"/>
                    <a:gd name="T49" fmla="*/ 201 h 438"/>
                    <a:gd name="T50" fmla="*/ 138 w 187"/>
                    <a:gd name="T51" fmla="*/ 188 h 438"/>
                    <a:gd name="T52" fmla="*/ 143 w 187"/>
                    <a:gd name="T53" fmla="*/ 165 h 438"/>
                    <a:gd name="T54" fmla="*/ 161 w 187"/>
                    <a:gd name="T55" fmla="*/ 139 h 438"/>
                    <a:gd name="T56" fmla="*/ 165 w 187"/>
                    <a:gd name="T57" fmla="*/ 125 h 438"/>
                    <a:gd name="T58" fmla="*/ 174 w 187"/>
                    <a:gd name="T59" fmla="*/ 125 h 438"/>
                    <a:gd name="T60" fmla="*/ 183 w 187"/>
                    <a:gd name="T61" fmla="*/ 112 h 438"/>
                    <a:gd name="T62" fmla="*/ 187 w 187"/>
                    <a:gd name="T63" fmla="*/ 81 h 438"/>
                    <a:gd name="T64" fmla="*/ 179 w 187"/>
                    <a:gd name="T65" fmla="*/ 36 h 438"/>
                    <a:gd name="T66" fmla="*/ 152 w 187"/>
                    <a:gd name="T67" fmla="*/ 14 h 438"/>
                    <a:gd name="T68" fmla="*/ 129 w 187"/>
                    <a:gd name="T69" fmla="*/ 0 h 438"/>
                    <a:gd name="T70" fmla="*/ 125 w 187"/>
                    <a:gd name="T71" fmla="*/ 22 h 438"/>
                    <a:gd name="T72" fmla="*/ 98 w 187"/>
                    <a:gd name="T73" fmla="*/ 22 h 438"/>
                    <a:gd name="T74" fmla="*/ 98 w 187"/>
                    <a:gd name="T75" fmla="*/ 40 h 438"/>
                    <a:gd name="T76" fmla="*/ 80 w 187"/>
                    <a:gd name="T77" fmla="*/ 49 h 438"/>
                    <a:gd name="T78" fmla="*/ 80 w 187"/>
                    <a:gd name="T79" fmla="*/ 81 h 438"/>
                    <a:gd name="T80" fmla="*/ 62 w 187"/>
                    <a:gd name="T81" fmla="*/ 112 h 438"/>
                    <a:gd name="T82" fmla="*/ 53 w 187"/>
                    <a:gd name="T83" fmla="*/ 116 h 438"/>
                    <a:gd name="T84" fmla="*/ 49 w 187"/>
                    <a:gd name="T85" fmla="*/ 139 h 438"/>
                    <a:gd name="T86" fmla="*/ 45 w 187"/>
                    <a:gd name="T87" fmla="*/ 179 h 438"/>
                    <a:gd name="T88" fmla="*/ 27 w 187"/>
                    <a:gd name="T89" fmla="*/ 179 h 438"/>
                    <a:gd name="T90" fmla="*/ 13 w 187"/>
                    <a:gd name="T91" fmla="*/ 201 h 438"/>
                    <a:gd name="T92" fmla="*/ 13 w 187"/>
                    <a:gd name="T93" fmla="*/ 210 h 438"/>
                    <a:gd name="T94" fmla="*/ 27 w 187"/>
                    <a:gd name="T95" fmla="*/ 273 h 438"/>
                    <a:gd name="T96" fmla="*/ 22 w 187"/>
                    <a:gd name="T97" fmla="*/ 313 h 438"/>
                    <a:gd name="T98" fmla="*/ 13 w 187"/>
                    <a:gd name="T99" fmla="*/ 331 h 438"/>
                    <a:gd name="T100" fmla="*/ 4 w 187"/>
                    <a:gd name="T101" fmla="*/ 340 h 438"/>
                    <a:gd name="T102" fmla="*/ 80 w 187"/>
                    <a:gd name="T103" fmla="*/ 402 h 438"/>
                    <a:gd name="T104" fmla="*/ 80 w 187"/>
                    <a:gd name="T105" fmla="*/ 411 h 438"/>
                    <a:gd name="T106" fmla="*/ 89 w 187"/>
                    <a:gd name="T107" fmla="*/ 384 h 438"/>
                    <a:gd name="T108" fmla="*/ 120 w 187"/>
                    <a:gd name="T109" fmla="*/ 371 h 438"/>
                    <a:gd name="T110" fmla="*/ 112 w 187"/>
                    <a:gd name="T111" fmla="*/ 371 h 438"/>
                    <a:gd name="T112" fmla="*/ 103 w 187"/>
                    <a:gd name="T113" fmla="*/ 376 h 438"/>
                    <a:gd name="T114" fmla="*/ 107 w 187"/>
                    <a:gd name="T115" fmla="*/ 393 h 438"/>
                    <a:gd name="T116" fmla="*/ 112 w 187"/>
                    <a:gd name="T117" fmla="*/ 380 h 438"/>
                    <a:gd name="T118" fmla="*/ 120 w 187"/>
                    <a:gd name="T119" fmla="*/ 371 h 4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</a:cxnLst>
                  <a:rect l="0" t="0" r="r" b="b"/>
                  <a:pathLst>
                    <a:path w="187" h="438">
                      <a:moveTo>
                        <a:pt x="4" y="340"/>
                      </a:moveTo>
                      <a:lnTo>
                        <a:pt x="0" y="340"/>
                      </a:lnTo>
                      <a:lnTo>
                        <a:pt x="0" y="358"/>
                      </a:lnTo>
                      <a:lnTo>
                        <a:pt x="9" y="358"/>
                      </a:lnTo>
                      <a:lnTo>
                        <a:pt x="9" y="353"/>
                      </a:lnTo>
                      <a:lnTo>
                        <a:pt x="13" y="358"/>
                      </a:lnTo>
                      <a:lnTo>
                        <a:pt x="9" y="367"/>
                      </a:lnTo>
                      <a:lnTo>
                        <a:pt x="9" y="371"/>
                      </a:lnTo>
                      <a:lnTo>
                        <a:pt x="9" y="384"/>
                      </a:lnTo>
                      <a:lnTo>
                        <a:pt x="13" y="384"/>
                      </a:lnTo>
                      <a:lnTo>
                        <a:pt x="18" y="398"/>
                      </a:lnTo>
                      <a:lnTo>
                        <a:pt x="27" y="402"/>
                      </a:lnTo>
                      <a:lnTo>
                        <a:pt x="18" y="411"/>
                      </a:lnTo>
                      <a:lnTo>
                        <a:pt x="22" y="411"/>
                      </a:lnTo>
                      <a:lnTo>
                        <a:pt x="18" y="411"/>
                      </a:lnTo>
                      <a:lnTo>
                        <a:pt x="22" y="429"/>
                      </a:lnTo>
                      <a:lnTo>
                        <a:pt x="22" y="434"/>
                      </a:lnTo>
                      <a:lnTo>
                        <a:pt x="31" y="438"/>
                      </a:lnTo>
                      <a:lnTo>
                        <a:pt x="45" y="438"/>
                      </a:lnTo>
                      <a:lnTo>
                        <a:pt x="45" y="434"/>
                      </a:lnTo>
                      <a:lnTo>
                        <a:pt x="45" y="429"/>
                      </a:lnTo>
                      <a:lnTo>
                        <a:pt x="45" y="420"/>
                      </a:lnTo>
                      <a:lnTo>
                        <a:pt x="53" y="420"/>
                      </a:lnTo>
                      <a:lnTo>
                        <a:pt x="53" y="416"/>
                      </a:lnTo>
                      <a:lnTo>
                        <a:pt x="71" y="416"/>
                      </a:lnTo>
                      <a:lnTo>
                        <a:pt x="76" y="407"/>
                      </a:lnTo>
                      <a:lnTo>
                        <a:pt x="80" y="380"/>
                      </a:lnTo>
                      <a:lnTo>
                        <a:pt x="85" y="358"/>
                      </a:lnTo>
                      <a:lnTo>
                        <a:pt x="94" y="344"/>
                      </a:lnTo>
                      <a:lnTo>
                        <a:pt x="112" y="340"/>
                      </a:lnTo>
                      <a:lnTo>
                        <a:pt x="107" y="331"/>
                      </a:lnTo>
                      <a:lnTo>
                        <a:pt x="116" y="317"/>
                      </a:lnTo>
                      <a:lnTo>
                        <a:pt x="112" y="308"/>
                      </a:lnTo>
                      <a:lnTo>
                        <a:pt x="98" y="295"/>
                      </a:lnTo>
                      <a:lnTo>
                        <a:pt x="94" y="291"/>
                      </a:lnTo>
                      <a:lnTo>
                        <a:pt x="94" y="282"/>
                      </a:lnTo>
                      <a:lnTo>
                        <a:pt x="94" y="259"/>
                      </a:lnTo>
                      <a:lnTo>
                        <a:pt x="98" y="259"/>
                      </a:lnTo>
                      <a:lnTo>
                        <a:pt x="94" y="255"/>
                      </a:lnTo>
                      <a:lnTo>
                        <a:pt x="98" y="241"/>
                      </a:lnTo>
                      <a:lnTo>
                        <a:pt x="94" y="237"/>
                      </a:lnTo>
                      <a:lnTo>
                        <a:pt x="98" y="233"/>
                      </a:lnTo>
                      <a:lnTo>
                        <a:pt x="98" y="224"/>
                      </a:lnTo>
                      <a:lnTo>
                        <a:pt x="103" y="224"/>
                      </a:lnTo>
                      <a:lnTo>
                        <a:pt x="107" y="219"/>
                      </a:lnTo>
                      <a:lnTo>
                        <a:pt x="103" y="215"/>
                      </a:lnTo>
                      <a:lnTo>
                        <a:pt x="112" y="206"/>
                      </a:lnTo>
                      <a:lnTo>
                        <a:pt x="116" y="210"/>
                      </a:lnTo>
                      <a:lnTo>
                        <a:pt x="125" y="197"/>
                      </a:lnTo>
                      <a:lnTo>
                        <a:pt x="125" y="201"/>
                      </a:lnTo>
                      <a:lnTo>
                        <a:pt x="129" y="192"/>
                      </a:lnTo>
                      <a:lnTo>
                        <a:pt x="138" y="188"/>
                      </a:lnTo>
                      <a:lnTo>
                        <a:pt x="152" y="174"/>
                      </a:lnTo>
                      <a:lnTo>
                        <a:pt x="143" y="165"/>
                      </a:lnTo>
                      <a:lnTo>
                        <a:pt x="152" y="148"/>
                      </a:lnTo>
                      <a:lnTo>
                        <a:pt x="161" y="139"/>
                      </a:lnTo>
                      <a:lnTo>
                        <a:pt x="161" y="130"/>
                      </a:lnTo>
                      <a:lnTo>
                        <a:pt x="165" y="125"/>
                      </a:lnTo>
                      <a:lnTo>
                        <a:pt x="165" y="121"/>
                      </a:lnTo>
                      <a:lnTo>
                        <a:pt x="174" y="125"/>
                      </a:lnTo>
                      <a:lnTo>
                        <a:pt x="187" y="125"/>
                      </a:lnTo>
                      <a:lnTo>
                        <a:pt x="183" y="112"/>
                      </a:lnTo>
                      <a:lnTo>
                        <a:pt x="183" y="98"/>
                      </a:lnTo>
                      <a:lnTo>
                        <a:pt x="187" y="81"/>
                      </a:lnTo>
                      <a:lnTo>
                        <a:pt x="183" y="58"/>
                      </a:lnTo>
                      <a:lnTo>
                        <a:pt x="179" y="36"/>
                      </a:lnTo>
                      <a:lnTo>
                        <a:pt x="174" y="22"/>
                      </a:lnTo>
                      <a:lnTo>
                        <a:pt x="152" y="14"/>
                      </a:lnTo>
                      <a:lnTo>
                        <a:pt x="138" y="0"/>
                      </a:lnTo>
                      <a:lnTo>
                        <a:pt x="129" y="0"/>
                      </a:lnTo>
                      <a:lnTo>
                        <a:pt x="125" y="9"/>
                      </a:lnTo>
                      <a:lnTo>
                        <a:pt x="125" y="22"/>
                      </a:lnTo>
                      <a:lnTo>
                        <a:pt x="103" y="18"/>
                      </a:lnTo>
                      <a:lnTo>
                        <a:pt x="98" y="22"/>
                      </a:lnTo>
                      <a:lnTo>
                        <a:pt x="103" y="36"/>
                      </a:lnTo>
                      <a:lnTo>
                        <a:pt x="98" y="40"/>
                      </a:lnTo>
                      <a:lnTo>
                        <a:pt x="89" y="36"/>
                      </a:lnTo>
                      <a:lnTo>
                        <a:pt x="80" y="49"/>
                      </a:lnTo>
                      <a:lnTo>
                        <a:pt x="76" y="63"/>
                      </a:lnTo>
                      <a:lnTo>
                        <a:pt x="80" y="81"/>
                      </a:lnTo>
                      <a:lnTo>
                        <a:pt x="58" y="103"/>
                      </a:lnTo>
                      <a:lnTo>
                        <a:pt x="62" y="112"/>
                      </a:lnTo>
                      <a:lnTo>
                        <a:pt x="58" y="121"/>
                      </a:lnTo>
                      <a:lnTo>
                        <a:pt x="53" y="116"/>
                      </a:lnTo>
                      <a:lnTo>
                        <a:pt x="49" y="121"/>
                      </a:lnTo>
                      <a:lnTo>
                        <a:pt x="49" y="139"/>
                      </a:lnTo>
                      <a:lnTo>
                        <a:pt x="40" y="165"/>
                      </a:lnTo>
                      <a:lnTo>
                        <a:pt x="45" y="179"/>
                      </a:lnTo>
                      <a:lnTo>
                        <a:pt x="36" y="183"/>
                      </a:lnTo>
                      <a:lnTo>
                        <a:pt x="27" y="179"/>
                      </a:lnTo>
                      <a:lnTo>
                        <a:pt x="18" y="183"/>
                      </a:lnTo>
                      <a:lnTo>
                        <a:pt x="13" y="201"/>
                      </a:lnTo>
                      <a:lnTo>
                        <a:pt x="18" y="206"/>
                      </a:lnTo>
                      <a:lnTo>
                        <a:pt x="13" y="210"/>
                      </a:lnTo>
                      <a:lnTo>
                        <a:pt x="13" y="255"/>
                      </a:lnTo>
                      <a:lnTo>
                        <a:pt x="27" y="273"/>
                      </a:lnTo>
                      <a:lnTo>
                        <a:pt x="18" y="286"/>
                      </a:lnTo>
                      <a:lnTo>
                        <a:pt x="22" y="313"/>
                      </a:lnTo>
                      <a:lnTo>
                        <a:pt x="13" y="322"/>
                      </a:lnTo>
                      <a:lnTo>
                        <a:pt x="13" y="331"/>
                      </a:lnTo>
                      <a:lnTo>
                        <a:pt x="13" y="344"/>
                      </a:lnTo>
                      <a:lnTo>
                        <a:pt x="4" y="340"/>
                      </a:lnTo>
                      <a:close/>
                      <a:moveTo>
                        <a:pt x="85" y="384"/>
                      </a:moveTo>
                      <a:lnTo>
                        <a:pt x="80" y="402"/>
                      </a:lnTo>
                      <a:lnTo>
                        <a:pt x="80" y="416"/>
                      </a:lnTo>
                      <a:lnTo>
                        <a:pt x="80" y="411"/>
                      </a:lnTo>
                      <a:lnTo>
                        <a:pt x="80" y="407"/>
                      </a:lnTo>
                      <a:lnTo>
                        <a:pt x="89" y="384"/>
                      </a:lnTo>
                      <a:lnTo>
                        <a:pt x="85" y="384"/>
                      </a:lnTo>
                      <a:close/>
                      <a:moveTo>
                        <a:pt x="120" y="371"/>
                      </a:moveTo>
                      <a:lnTo>
                        <a:pt x="116" y="367"/>
                      </a:lnTo>
                      <a:lnTo>
                        <a:pt x="112" y="371"/>
                      </a:lnTo>
                      <a:lnTo>
                        <a:pt x="107" y="367"/>
                      </a:lnTo>
                      <a:lnTo>
                        <a:pt x="103" y="376"/>
                      </a:lnTo>
                      <a:lnTo>
                        <a:pt x="103" y="384"/>
                      </a:lnTo>
                      <a:lnTo>
                        <a:pt x="107" y="393"/>
                      </a:lnTo>
                      <a:lnTo>
                        <a:pt x="112" y="380"/>
                      </a:lnTo>
                      <a:lnTo>
                        <a:pt x="112" y="380"/>
                      </a:lnTo>
                      <a:lnTo>
                        <a:pt x="112" y="371"/>
                      </a:lnTo>
                      <a:lnTo>
                        <a:pt x="120" y="371"/>
                      </a:lnTo>
                      <a:close/>
                    </a:path>
                  </a:pathLst>
                </a:custGeom>
                <a:grpFill/>
                <a:ln w="9525" cmpd="sng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>
                    <a:latin typeface="Delivery" panose="020F0503020204020204" pitchFamily="34" charset="0"/>
                  </a:endParaRPr>
                </a:p>
              </p:txBody>
            </p:sp>
            <p:sp>
              <p:nvSpPr>
                <p:cNvPr id="45" name="Freeform 201">
                  <a:extLst>
                    <a:ext uri="{FF2B5EF4-FFF2-40B4-BE49-F238E27FC236}">
                      <a16:creationId xmlns:a16="http://schemas.microsoft.com/office/drawing/2014/main" id="{25B961A1-B364-F5CE-03E5-733171CE24FB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2817" y="1988"/>
                  <a:ext cx="58" cy="36"/>
                </a:xfrm>
                <a:custGeom>
                  <a:avLst/>
                  <a:gdLst>
                    <a:gd name="T0" fmla="*/ 13 w 58"/>
                    <a:gd name="T1" fmla="*/ 36 h 36"/>
                    <a:gd name="T2" fmla="*/ 9 w 58"/>
                    <a:gd name="T3" fmla="*/ 27 h 36"/>
                    <a:gd name="T4" fmla="*/ 4 w 58"/>
                    <a:gd name="T5" fmla="*/ 23 h 36"/>
                    <a:gd name="T6" fmla="*/ 0 w 58"/>
                    <a:gd name="T7" fmla="*/ 32 h 36"/>
                    <a:gd name="T8" fmla="*/ 0 w 58"/>
                    <a:gd name="T9" fmla="*/ 23 h 36"/>
                    <a:gd name="T10" fmla="*/ 9 w 58"/>
                    <a:gd name="T11" fmla="*/ 9 h 36"/>
                    <a:gd name="T12" fmla="*/ 9 w 58"/>
                    <a:gd name="T13" fmla="*/ 5 h 36"/>
                    <a:gd name="T14" fmla="*/ 18 w 58"/>
                    <a:gd name="T15" fmla="*/ 5 h 36"/>
                    <a:gd name="T16" fmla="*/ 22 w 58"/>
                    <a:gd name="T17" fmla="*/ 0 h 36"/>
                    <a:gd name="T18" fmla="*/ 22 w 58"/>
                    <a:gd name="T19" fmla="*/ 5 h 36"/>
                    <a:gd name="T20" fmla="*/ 31 w 58"/>
                    <a:gd name="T21" fmla="*/ 0 h 36"/>
                    <a:gd name="T22" fmla="*/ 40 w 58"/>
                    <a:gd name="T23" fmla="*/ 0 h 36"/>
                    <a:gd name="T24" fmla="*/ 49 w 58"/>
                    <a:gd name="T25" fmla="*/ 0 h 36"/>
                    <a:gd name="T26" fmla="*/ 49 w 58"/>
                    <a:gd name="T27" fmla="*/ 14 h 36"/>
                    <a:gd name="T28" fmla="*/ 49 w 58"/>
                    <a:gd name="T29" fmla="*/ 18 h 36"/>
                    <a:gd name="T30" fmla="*/ 58 w 58"/>
                    <a:gd name="T31" fmla="*/ 14 h 36"/>
                    <a:gd name="T32" fmla="*/ 58 w 58"/>
                    <a:gd name="T33" fmla="*/ 18 h 36"/>
                    <a:gd name="T34" fmla="*/ 53 w 58"/>
                    <a:gd name="T35" fmla="*/ 27 h 36"/>
                    <a:gd name="T36" fmla="*/ 45 w 58"/>
                    <a:gd name="T37" fmla="*/ 27 h 36"/>
                    <a:gd name="T38" fmla="*/ 40 w 58"/>
                    <a:gd name="T39" fmla="*/ 23 h 36"/>
                    <a:gd name="T40" fmla="*/ 40 w 58"/>
                    <a:gd name="T41" fmla="*/ 32 h 36"/>
                    <a:gd name="T42" fmla="*/ 36 w 58"/>
                    <a:gd name="T43" fmla="*/ 36 h 36"/>
                    <a:gd name="T44" fmla="*/ 31 w 58"/>
                    <a:gd name="T45" fmla="*/ 27 h 36"/>
                    <a:gd name="T46" fmla="*/ 27 w 58"/>
                    <a:gd name="T47" fmla="*/ 27 h 36"/>
                    <a:gd name="T48" fmla="*/ 27 w 58"/>
                    <a:gd name="T49" fmla="*/ 36 h 36"/>
                    <a:gd name="T50" fmla="*/ 18 w 58"/>
                    <a:gd name="T51" fmla="*/ 36 h 36"/>
                    <a:gd name="T52" fmla="*/ 13 w 58"/>
                    <a:gd name="T5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58" h="36">
                      <a:moveTo>
                        <a:pt x="13" y="36"/>
                      </a:moveTo>
                      <a:lnTo>
                        <a:pt x="9" y="27"/>
                      </a:lnTo>
                      <a:lnTo>
                        <a:pt x="4" y="23"/>
                      </a:lnTo>
                      <a:lnTo>
                        <a:pt x="0" y="32"/>
                      </a:lnTo>
                      <a:lnTo>
                        <a:pt x="0" y="23"/>
                      </a:lnTo>
                      <a:lnTo>
                        <a:pt x="9" y="9"/>
                      </a:lnTo>
                      <a:lnTo>
                        <a:pt x="9" y="5"/>
                      </a:lnTo>
                      <a:lnTo>
                        <a:pt x="18" y="5"/>
                      </a:lnTo>
                      <a:lnTo>
                        <a:pt x="22" y="0"/>
                      </a:lnTo>
                      <a:lnTo>
                        <a:pt x="22" y="5"/>
                      </a:lnTo>
                      <a:lnTo>
                        <a:pt x="31" y="0"/>
                      </a:lnTo>
                      <a:lnTo>
                        <a:pt x="40" y="0"/>
                      </a:lnTo>
                      <a:lnTo>
                        <a:pt x="49" y="0"/>
                      </a:lnTo>
                      <a:lnTo>
                        <a:pt x="49" y="14"/>
                      </a:lnTo>
                      <a:lnTo>
                        <a:pt x="49" y="18"/>
                      </a:lnTo>
                      <a:lnTo>
                        <a:pt x="58" y="14"/>
                      </a:lnTo>
                      <a:lnTo>
                        <a:pt x="58" y="18"/>
                      </a:lnTo>
                      <a:lnTo>
                        <a:pt x="53" y="27"/>
                      </a:lnTo>
                      <a:lnTo>
                        <a:pt x="45" y="27"/>
                      </a:lnTo>
                      <a:lnTo>
                        <a:pt x="40" y="23"/>
                      </a:lnTo>
                      <a:lnTo>
                        <a:pt x="40" y="32"/>
                      </a:lnTo>
                      <a:lnTo>
                        <a:pt x="36" y="36"/>
                      </a:lnTo>
                      <a:lnTo>
                        <a:pt x="31" y="27"/>
                      </a:lnTo>
                      <a:lnTo>
                        <a:pt x="27" y="27"/>
                      </a:lnTo>
                      <a:lnTo>
                        <a:pt x="27" y="36"/>
                      </a:lnTo>
                      <a:lnTo>
                        <a:pt x="18" y="36"/>
                      </a:lnTo>
                      <a:lnTo>
                        <a:pt x="13" y="36"/>
                      </a:lnTo>
                      <a:close/>
                    </a:path>
                  </a:pathLst>
                </a:custGeom>
                <a:grpFill/>
                <a:ln w="9525" cmpd="sng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>
                    <a:latin typeface="Delivery" panose="020F0503020204020204" pitchFamily="34" charset="0"/>
                  </a:endParaRPr>
                </a:p>
              </p:txBody>
            </p:sp>
            <p:sp>
              <p:nvSpPr>
                <p:cNvPr id="46" name="Freeform 202">
                  <a:extLst>
                    <a:ext uri="{FF2B5EF4-FFF2-40B4-BE49-F238E27FC236}">
                      <a16:creationId xmlns:a16="http://schemas.microsoft.com/office/drawing/2014/main" id="{A7BB8B3F-C967-561B-03B1-70489C7F7589}"/>
                    </a:ext>
                  </a:extLst>
                </p:cNvPr>
                <p:cNvSpPr>
                  <a:spLocks noEditPoints="1"/>
                </p:cNvSpPr>
                <p:nvPr/>
              </p:nvSpPr>
              <p:spPr bwMode="gray">
                <a:xfrm>
                  <a:off x="3098" y="2100"/>
                  <a:ext cx="273" cy="125"/>
                </a:xfrm>
                <a:custGeom>
                  <a:avLst/>
                  <a:gdLst>
                    <a:gd name="T0" fmla="*/ 0 w 273"/>
                    <a:gd name="T1" fmla="*/ 18 h 125"/>
                    <a:gd name="T2" fmla="*/ 18 w 273"/>
                    <a:gd name="T3" fmla="*/ 0 h 125"/>
                    <a:gd name="T4" fmla="*/ 32 w 273"/>
                    <a:gd name="T5" fmla="*/ 4 h 125"/>
                    <a:gd name="T6" fmla="*/ 45 w 273"/>
                    <a:gd name="T7" fmla="*/ 18 h 125"/>
                    <a:gd name="T8" fmla="*/ 32 w 273"/>
                    <a:gd name="T9" fmla="*/ 22 h 125"/>
                    <a:gd name="T10" fmla="*/ 14 w 273"/>
                    <a:gd name="T11" fmla="*/ 31 h 125"/>
                    <a:gd name="T12" fmla="*/ 0 w 273"/>
                    <a:gd name="T13" fmla="*/ 40 h 125"/>
                    <a:gd name="T14" fmla="*/ 9 w 273"/>
                    <a:gd name="T15" fmla="*/ 27 h 125"/>
                    <a:gd name="T16" fmla="*/ 63 w 273"/>
                    <a:gd name="T17" fmla="*/ 112 h 125"/>
                    <a:gd name="T18" fmla="*/ 85 w 273"/>
                    <a:gd name="T19" fmla="*/ 107 h 125"/>
                    <a:gd name="T20" fmla="*/ 99 w 273"/>
                    <a:gd name="T21" fmla="*/ 116 h 125"/>
                    <a:gd name="T22" fmla="*/ 121 w 273"/>
                    <a:gd name="T23" fmla="*/ 107 h 125"/>
                    <a:gd name="T24" fmla="*/ 139 w 273"/>
                    <a:gd name="T25" fmla="*/ 112 h 125"/>
                    <a:gd name="T26" fmla="*/ 148 w 273"/>
                    <a:gd name="T27" fmla="*/ 107 h 125"/>
                    <a:gd name="T28" fmla="*/ 143 w 273"/>
                    <a:gd name="T29" fmla="*/ 116 h 125"/>
                    <a:gd name="T30" fmla="*/ 139 w 273"/>
                    <a:gd name="T31" fmla="*/ 125 h 125"/>
                    <a:gd name="T32" fmla="*/ 157 w 273"/>
                    <a:gd name="T33" fmla="*/ 116 h 125"/>
                    <a:gd name="T34" fmla="*/ 179 w 273"/>
                    <a:gd name="T35" fmla="*/ 103 h 125"/>
                    <a:gd name="T36" fmla="*/ 210 w 273"/>
                    <a:gd name="T37" fmla="*/ 103 h 125"/>
                    <a:gd name="T38" fmla="*/ 241 w 273"/>
                    <a:gd name="T39" fmla="*/ 103 h 125"/>
                    <a:gd name="T40" fmla="*/ 264 w 273"/>
                    <a:gd name="T41" fmla="*/ 103 h 125"/>
                    <a:gd name="T42" fmla="*/ 273 w 273"/>
                    <a:gd name="T43" fmla="*/ 94 h 125"/>
                    <a:gd name="T44" fmla="*/ 259 w 273"/>
                    <a:gd name="T45" fmla="*/ 63 h 125"/>
                    <a:gd name="T46" fmla="*/ 264 w 273"/>
                    <a:gd name="T47" fmla="*/ 45 h 125"/>
                    <a:gd name="T48" fmla="*/ 250 w 273"/>
                    <a:gd name="T49" fmla="*/ 22 h 125"/>
                    <a:gd name="T50" fmla="*/ 219 w 273"/>
                    <a:gd name="T51" fmla="*/ 13 h 125"/>
                    <a:gd name="T52" fmla="*/ 206 w 273"/>
                    <a:gd name="T53" fmla="*/ 22 h 125"/>
                    <a:gd name="T54" fmla="*/ 183 w 273"/>
                    <a:gd name="T55" fmla="*/ 22 h 125"/>
                    <a:gd name="T56" fmla="*/ 148 w 273"/>
                    <a:gd name="T57" fmla="*/ 18 h 125"/>
                    <a:gd name="T58" fmla="*/ 134 w 273"/>
                    <a:gd name="T59" fmla="*/ 9 h 125"/>
                    <a:gd name="T60" fmla="*/ 130 w 273"/>
                    <a:gd name="T61" fmla="*/ 0 h 125"/>
                    <a:gd name="T62" fmla="*/ 103 w 273"/>
                    <a:gd name="T63" fmla="*/ 0 h 125"/>
                    <a:gd name="T64" fmla="*/ 76 w 273"/>
                    <a:gd name="T65" fmla="*/ 18 h 125"/>
                    <a:gd name="T66" fmla="*/ 54 w 273"/>
                    <a:gd name="T67" fmla="*/ 18 h 125"/>
                    <a:gd name="T68" fmla="*/ 45 w 273"/>
                    <a:gd name="T69" fmla="*/ 22 h 125"/>
                    <a:gd name="T70" fmla="*/ 40 w 273"/>
                    <a:gd name="T71" fmla="*/ 27 h 125"/>
                    <a:gd name="T72" fmla="*/ 36 w 273"/>
                    <a:gd name="T73" fmla="*/ 31 h 125"/>
                    <a:gd name="T74" fmla="*/ 23 w 273"/>
                    <a:gd name="T75" fmla="*/ 40 h 125"/>
                    <a:gd name="T76" fmla="*/ 9 w 273"/>
                    <a:gd name="T77" fmla="*/ 36 h 125"/>
                    <a:gd name="T78" fmla="*/ 0 w 273"/>
                    <a:gd name="T79" fmla="*/ 49 h 125"/>
                    <a:gd name="T80" fmla="*/ 9 w 273"/>
                    <a:gd name="T81" fmla="*/ 54 h 125"/>
                    <a:gd name="T82" fmla="*/ 14 w 273"/>
                    <a:gd name="T83" fmla="*/ 72 h 125"/>
                    <a:gd name="T84" fmla="*/ 5 w 273"/>
                    <a:gd name="T85" fmla="*/ 67 h 125"/>
                    <a:gd name="T86" fmla="*/ 9 w 273"/>
                    <a:gd name="T87" fmla="*/ 76 h 125"/>
                    <a:gd name="T88" fmla="*/ 14 w 273"/>
                    <a:gd name="T89" fmla="*/ 85 h 125"/>
                    <a:gd name="T90" fmla="*/ 23 w 273"/>
                    <a:gd name="T91" fmla="*/ 94 h 125"/>
                    <a:gd name="T92" fmla="*/ 27 w 273"/>
                    <a:gd name="T93" fmla="*/ 98 h 125"/>
                    <a:gd name="T94" fmla="*/ 23 w 273"/>
                    <a:gd name="T95" fmla="*/ 107 h 125"/>
                    <a:gd name="T96" fmla="*/ 32 w 273"/>
                    <a:gd name="T97" fmla="*/ 107 h 125"/>
                    <a:gd name="T98" fmla="*/ 45 w 273"/>
                    <a:gd name="T99" fmla="*/ 103 h 125"/>
                    <a:gd name="T100" fmla="*/ 54 w 273"/>
                    <a:gd name="T101" fmla="*/ 116 h 1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</a:cxnLst>
                  <a:rect l="0" t="0" r="r" b="b"/>
                  <a:pathLst>
                    <a:path w="273" h="125">
                      <a:moveTo>
                        <a:pt x="0" y="22"/>
                      </a:moveTo>
                      <a:lnTo>
                        <a:pt x="0" y="18"/>
                      </a:lnTo>
                      <a:lnTo>
                        <a:pt x="0" y="9"/>
                      </a:lnTo>
                      <a:lnTo>
                        <a:pt x="18" y="0"/>
                      </a:lnTo>
                      <a:lnTo>
                        <a:pt x="23" y="4"/>
                      </a:lnTo>
                      <a:lnTo>
                        <a:pt x="32" y="4"/>
                      </a:lnTo>
                      <a:lnTo>
                        <a:pt x="32" y="13"/>
                      </a:lnTo>
                      <a:lnTo>
                        <a:pt x="45" y="18"/>
                      </a:lnTo>
                      <a:lnTo>
                        <a:pt x="36" y="22"/>
                      </a:lnTo>
                      <a:lnTo>
                        <a:pt x="32" y="22"/>
                      </a:lnTo>
                      <a:lnTo>
                        <a:pt x="18" y="22"/>
                      </a:lnTo>
                      <a:lnTo>
                        <a:pt x="14" y="31"/>
                      </a:lnTo>
                      <a:lnTo>
                        <a:pt x="9" y="31"/>
                      </a:lnTo>
                      <a:lnTo>
                        <a:pt x="0" y="40"/>
                      </a:lnTo>
                      <a:lnTo>
                        <a:pt x="0" y="36"/>
                      </a:lnTo>
                      <a:lnTo>
                        <a:pt x="9" y="27"/>
                      </a:lnTo>
                      <a:lnTo>
                        <a:pt x="0" y="22"/>
                      </a:lnTo>
                      <a:close/>
                      <a:moveTo>
                        <a:pt x="63" y="112"/>
                      </a:moveTo>
                      <a:lnTo>
                        <a:pt x="67" y="103"/>
                      </a:lnTo>
                      <a:lnTo>
                        <a:pt x="85" y="107"/>
                      </a:lnTo>
                      <a:lnTo>
                        <a:pt x="90" y="116"/>
                      </a:lnTo>
                      <a:lnTo>
                        <a:pt x="99" y="116"/>
                      </a:lnTo>
                      <a:lnTo>
                        <a:pt x="116" y="112"/>
                      </a:lnTo>
                      <a:lnTo>
                        <a:pt x="121" y="107"/>
                      </a:lnTo>
                      <a:lnTo>
                        <a:pt x="125" y="107"/>
                      </a:lnTo>
                      <a:lnTo>
                        <a:pt x="139" y="112"/>
                      </a:lnTo>
                      <a:lnTo>
                        <a:pt x="143" y="103"/>
                      </a:lnTo>
                      <a:lnTo>
                        <a:pt x="148" y="107"/>
                      </a:lnTo>
                      <a:lnTo>
                        <a:pt x="143" y="112"/>
                      </a:lnTo>
                      <a:lnTo>
                        <a:pt x="143" y="116"/>
                      </a:lnTo>
                      <a:lnTo>
                        <a:pt x="139" y="121"/>
                      </a:lnTo>
                      <a:lnTo>
                        <a:pt x="139" y="125"/>
                      </a:lnTo>
                      <a:lnTo>
                        <a:pt x="148" y="125"/>
                      </a:lnTo>
                      <a:lnTo>
                        <a:pt x="157" y="116"/>
                      </a:lnTo>
                      <a:lnTo>
                        <a:pt x="157" y="107"/>
                      </a:lnTo>
                      <a:lnTo>
                        <a:pt x="179" y="103"/>
                      </a:lnTo>
                      <a:lnTo>
                        <a:pt x="197" y="107"/>
                      </a:lnTo>
                      <a:lnTo>
                        <a:pt x="210" y="103"/>
                      </a:lnTo>
                      <a:lnTo>
                        <a:pt x="233" y="98"/>
                      </a:lnTo>
                      <a:lnTo>
                        <a:pt x="241" y="103"/>
                      </a:lnTo>
                      <a:lnTo>
                        <a:pt x="246" y="98"/>
                      </a:lnTo>
                      <a:lnTo>
                        <a:pt x="264" y="103"/>
                      </a:lnTo>
                      <a:lnTo>
                        <a:pt x="273" y="98"/>
                      </a:lnTo>
                      <a:lnTo>
                        <a:pt x="273" y="94"/>
                      </a:lnTo>
                      <a:lnTo>
                        <a:pt x="264" y="89"/>
                      </a:lnTo>
                      <a:lnTo>
                        <a:pt x="259" y="63"/>
                      </a:lnTo>
                      <a:lnTo>
                        <a:pt x="268" y="54"/>
                      </a:lnTo>
                      <a:lnTo>
                        <a:pt x="264" y="45"/>
                      </a:lnTo>
                      <a:lnTo>
                        <a:pt x="255" y="40"/>
                      </a:lnTo>
                      <a:lnTo>
                        <a:pt x="250" y="22"/>
                      </a:lnTo>
                      <a:lnTo>
                        <a:pt x="241" y="18"/>
                      </a:lnTo>
                      <a:lnTo>
                        <a:pt x="219" y="13"/>
                      </a:lnTo>
                      <a:lnTo>
                        <a:pt x="210" y="18"/>
                      </a:lnTo>
                      <a:lnTo>
                        <a:pt x="206" y="22"/>
                      </a:lnTo>
                      <a:lnTo>
                        <a:pt x="192" y="18"/>
                      </a:lnTo>
                      <a:lnTo>
                        <a:pt x="183" y="22"/>
                      </a:lnTo>
                      <a:lnTo>
                        <a:pt x="170" y="22"/>
                      </a:lnTo>
                      <a:lnTo>
                        <a:pt x="148" y="18"/>
                      </a:lnTo>
                      <a:lnTo>
                        <a:pt x="143" y="9"/>
                      </a:lnTo>
                      <a:lnTo>
                        <a:pt x="134" y="9"/>
                      </a:lnTo>
                      <a:lnTo>
                        <a:pt x="134" y="0"/>
                      </a:lnTo>
                      <a:lnTo>
                        <a:pt x="130" y="0"/>
                      </a:lnTo>
                      <a:lnTo>
                        <a:pt x="125" y="4"/>
                      </a:lnTo>
                      <a:lnTo>
                        <a:pt x="103" y="0"/>
                      </a:lnTo>
                      <a:lnTo>
                        <a:pt x="76" y="13"/>
                      </a:lnTo>
                      <a:lnTo>
                        <a:pt x="76" y="18"/>
                      </a:lnTo>
                      <a:lnTo>
                        <a:pt x="63" y="18"/>
                      </a:lnTo>
                      <a:lnTo>
                        <a:pt x="54" y="18"/>
                      </a:lnTo>
                      <a:lnTo>
                        <a:pt x="45" y="18"/>
                      </a:lnTo>
                      <a:lnTo>
                        <a:pt x="45" y="22"/>
                      </a:lnTo>
                      <a:lnTo>
                        <a:pt x="45" y="27"/>
                      </a:lnTo>
                      <a:lnTo>
                        <a:pt x="40" y="27"/>
                      </a:lnTo>
                      <a:lnTo>
                        <a:pt x="45" y="31"/>
                      </a:lnTo>
                      <a:lnTo>
                        <a:pt x="36" y="31"/>
                      </a:lnTo>
                      <a:lnTo>
                        <a:pt x="27" y="31"/>
                      </a:lnTo>
                      <a:lnTo>
                        <a:pt x="23" y="40"/>
                      </a:lnTo>
                      <a:lnTo>
                        <a:pt x="14" y="36"/>
                      </a:lnTo>
                      <a:lnTo>
                        <a:pt x="9" y="36"/>
                      </a:lnTo>
                      <a:lnTo>
                        <a:pt x="0" y="40"/>
                      </a:lnTo>
                      <a:lnTo>
                        <a:pt x="0" y="49"/>
                      </a:lnTo>
                      <a:lnTo>
                        <a:pt x="14" y="49"/>
                      </a:lnTo>
                      <a:lnTo>
                        <a:pt x="9" y="54"/>
                      </a:lnTo>
                      <a:lnTo>
                        <a:pt x="14" y="67"/>
                      </a:lnTo>
                      <a:lnTo>
                        <a:pt x="14" y="72"/>
                      </a:lnTo>
                      <a:lnTo>
                        <a:pt x="9" y="72"/>
                      </a:lnTo>
                      <a:lnTo>
                        <a:pt x="5" y="67"/>
                      </a:lnTo>
                      <a:lnTo>
                        <a:pt x="5" y="76"/>
                      </a:lnTo>
                      <a:lnTo>
                        <a:pt x="9" y="76"/>
                      </a:lnTo>
                      <a:lnTo>
                        <a:pt x="14" y="80"/>
                      </a:lnTo>
                      <a:lnTo>
                        <a:pt x="14" y="85"/>
                      </a:lnTo>
                      <a:lnTo>
                        <a:pt x="14" y="94"/>
                      </a:lnTo>
                      <a:lnTo>
                        <a:pt x="23" y="94"/>
                      </a:lnTo>
                      <a:lnTo>
                        <a:pt x="14" y="98"/>
                      </a:lnTo>
                      <a:lnTo>
                        <a:pt x="27" y="98"/>
                      </a:lnTo>
                      <a:lnTo>
                        <a:pt x="27" y="103"/>
                      </a:lnTo>
                      <a:lnTo>
                        <a:pt x="23" y="107"/>
                      </a:lnTo>
                      <a:lnTo>
                        <a:pt x="27" y="103"/>
                      </a:lnTo>
                      <a:lnTo>
                        <a:pt x="32" y="107"/>
                      </a:lnTo>
                      <a:lnTo>
                        <a:pt x="36" y="98"/>
                      </a:lnTo>
                      <a:lnTo>
                        <a:pt x="45" y="103"/>
                      </a:lnTo>
                      <a:lnTo>
                        <a:pt x="49" y="112"/>
                      </a:lnTo>
                      <a:lnTo>
                        <a:pt x="54" y="116"/>
                      </a:lnTo>
                      <a:lnTo>
                        <a:pt x="63" y="112"/>
                      </a:lnTo>
                      <a:close/>
                    </a:path>
                  </a:pathLst>
                </a:custGeom>
                <a:grpFill/>
                <a:ln w="9525" cmpd="sng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>
                    <a:latin typeface="Delivery" panose="020F0503020204020204" pitchFamily="34" charset="0"/>
                  </a:endParaRPr>
                </a:p>
              </p:txBody>
            </p:sp>
            <p:sp>
              <p:nvSpPr>
                <p:cNvPr id="47" name="Freeform 203">
                  <a:extLst>
                    <a:ext uri="{FF2B5EF4-FFF2-40B4-BE49-F238E27FC236}">
                      <a16:creationId xmlns:a16="http://schemas.microsoft.com/office/drawing/2014/main" id="{8E891E0E-3439-57BA-6E10-7921024AA69F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3045" y="1886"/>
                  <a:ext cx="254" cy="169"/>
                </a:xfrm>
                <a:custGeom>
                  <a:avLst/>
                  <a:gdLst>
                    <a:gd name="T0" fmla="*/ 4 w 254"/>
                    <a:gd name="T1" fmla="*/ 71 h 169"/>
                    <a:gd name="T2" fmla="*/ 4 w 254"/>
                    <a:gd name="T3" fmla="*/ 67 h 169"/>
                    <a:gd name="T4" fmla="*/ 22 w 254"/>
                    <a:gd name="T5" fmla="*/ 49 h 169"/>
                    <a:gd name="T6" fmla="*/ 22 w 254"/>
                    <a:gd name="T7" fmla="*/ 40 h 169"/>
                    <a:gd name="T8" fmla="*/ 18 w 254"/>
                    <a:gd name="T9" fmla="*/ 17 h 169"/>
                    <a:gd name="T10" fmla="*/ 26 w 254"/>
                    <a:gd name="T11" fmla="*/ 17 h 169"/>
                    <a:gd name="T12" fmla="*/ 35 w 254"/>
                    <a:gd name="T13" fmla="*/ 4 h 169"/>
                    <a:gd name="T14" fmla="*/ 58 w 254"/>
                    <a:gd name="T15" fmla="*/ 13 h 169"/>
                    <a:gd name="T16" fmla="*/ 76 w 254"/>
                    <a:gd name="T17" fmla="*/ 13 h 169"/>
                    <a:gd name="T18" fmla="*/ 80 w 254"/>
                    <a:gd name="T19" fmla="*/ 17 h 169"/>
                    <a:gd name="T20" fmla="*/ 89 w 254"/>
                    <a:gd name="T21" fmla="*/ 13 h 169"/>
                    <a:gd name="T22" fmla="*/ 98 w 254"/>
                    <a:gd name="T23" fmla="*/ 13 h 169"/>
                    <a:gd name="T24" fmla="*/ 111 w 254"/>
                    <a:gd name="T25" fmla="*/ 17 h 169"/>
                    <a:gd name="T26" fmla="*/ 120 w 254"/>
                    <a:gd name="T27" fmla="*/ 17 h 169"/>
                    <a:gd name="T28" fmla="*/ 125 w 254"/>
                    <a:gd name="T29" fmla="*/ 0 h 169"/>
                    <a:gd name="T30" fmla="*/ 138 w 254"/>
                    <a:gd name="T31" fmla="*/ 4 h 169"/>
                    <a:gd name="T32" fmla="*/ 147 w 254"/>
                    <a:gd name="T33" fmla="*/ 4 h 169"/>
                    <a:gd name="T34" fmla="*/ 165 w 254"/>
                    <a:gd name="T35" fmla="*/ 0 h 169"/>
                    <a:gd name="T36" fmla="*/ 174 w 254"/>
                    <a:gd name="T37" fmla="*/ 8 h 169"/>
                    <a:gd name="T38" fmla="*/ 187 w 254"/>
                    <a:gd name="T39" fmla="*/ 22 h 169"/>
                    <a:gd name="T40" fmla="*/ 192 w 254"/>
                    <a:gd name="T41" fmla="*/ 44 h 169"/>
                    <a:gd name="T42" fmla="*/ 205 w 254"/>
                    <a:gd name="T43" fmla="*/ 49 h 169"/>
                    <a:gd name="T44" fmla="*/ 219 w 254"/>
                    <a:gd name="T45" fmla="*/ 44 h 169"/>
                    <a:gd name="T46" fmla="*/ 223 w 254"/>
                    <a:gd name="T47" fmla="*/ 53 h 169"/>
                    <a:gd name="T48" fmla="*/ 232 w 254"/>
                    <a:gd name="T49" fmla="*/ 58 h 169"/>
                    <a:gd name="T50" fmla="*/ 241 w 254"/>
                    <a:gd name="T51" fmla="*/ 58 h 169"/>
                    <a:gd name="T52" fmla="*/ 250 w 254"/>
                    <a:gd name="T53" fmla="*/ 71 h 169"/>
                    <a:gd name="T54" fmla="*/ 250 w 254"/>
                    <a:gd name="T55" fmla="*/ 80 h 169"/>
                    <a:gd name="T56" fmla="*/ 250 w 254"/>
                    <a:gd name="T57" fmla="*/ 93 h 169"/>
                    <a:gd name="T58" fmla="*/ 232 w 254"/>
                    <a:gd name="T59" fmla="*/ 111 h 169"/>
                    <a:gd name="T60" fmla="*/ 205 w 254"/>
                    <a:gd name="T61" fmla="*/ 120 h 169"/>
                    <a:gd name="T62" fmla="*/ 192 w 254"/>
                    <a:gd name="T63" fmla="*/ 125 h 169"/>
                    <a:gd name="T64" fmla="*/ 183 w 254"/>
                    <a:gd name="T65" fmla="*/ 125 h 169"/>
                    <a:gd name="T66" fmla="*/ 192 w 254"/>
                    <a:gd name="T67" fmla="*/ 147 h 169"/>
                    <a:gd name="T68" fmla="*/ 201 w 254"/>
                    <a:gd name="T69" fmla="*/ 156 h 169"/>
                    <a:gd name="T70" fmla="*/ 192 w 254"/>
                    <a:gd name="T71" fmla="*/ 156 h 169"/>
                    <a:gd name="T72" fmla="*/ 178 w 254"/>
                    <a:gd name="T73" fmla="*/ 160 h 169"/>
                    <a:gd name="T74" fmla="*/ 156 w 254"/>
                    <a:gd name="T75" fmla="*/ 165 h 169"/>
                    <a:gd name="T76" fmla="*/ 160 w 254"/>
                    <a:gd name="T77" fmla="*/ 151 h 169"/>
                    <a:gd name="T78" fmla="*/ 147 w 254"/>
                    <a:gd name="T79" fmla="*/ 147 h 169"/>
                    <a:gd name="T80" fmla="*/ 165 w 254"/>
                    <a:gd name="T81" fmla="*/ 138 h 169"/>
                    <a:gd name="T82" fmla="*/ 156 w 254"/>
                    <a:gd name="T83" fmla="*/ 129 h 169"/>
                    <a:gd name="T84" fmla="*/ 138 w 254"/>
                    <a:gd name="T85" fmla="*/ 129 h 169"/>
                    <a:gd name="T86" fmla="*/ 138 w 254"/>
                    <a:gd name="T87" fmla="*/ 120 h 169"/>
                    <a:gd name="T88" fmla="*/ 116 w 254"/>
                    <a:gd name="T89" fmla="*/ 129 h 169"/>
                    <a:gd name="T90" fmla="*/ 111 w 254"/>
                    <a:gd name="T91" fmla="*/ 129 h 169"/>
                    <a:gd name="T92" fmla="*/ 111 w 254"/>
                    <a:gd name="T93" fmla="*/ 143 h 169"/>
                    <a:gd name="T94" fmla="*/ 102 w 254"/>
                    <a:gd name="T95" fmla="*/ 151 h 169"/>
                    <a:gd name="T96" fmla="*/ 89 w 254"/>
                    <a:gd name="T97" fmla="*/ 156 h 169"/>
                    <a:gd name="T98" fmla="*/ 80 w 254"/>
                    <a:gd name="T99" fmla="*/ 147 h 169"/>
                    <a:gd name="T100" fmla="*/ 93 w 254"/>
                    <a:gd name="T101" fmla="*/ 143 h 169"/>
                    <a:gd name="T102" fmla="*/ 93 w 254"/>
                    <a:gd name="T103" fmla="*/ 129 h 169"/>
                    <a:gd name="T104" fmla="*/ 98 w 254"/>
                    <a:gd name="T105" fmla="*/ 129 h 169"/>
                    <a:gd name="T106" fmla="*/ 107 w 254"/>
                    <a:gd name="T107" fmla="*/ 129 h 169"/>
                    <a:gd name="T108" fmla="*/ 102 w 254"/>
                    <a:gd name="T109" fmla="*/ 111 h 169"/>
                    <a:gd name="T110" fmla="*/ 89 w 254"/>
                    <a:gd name="T111" fmla="*/ 93 h 169"/>
                    <a:gd name="T112" fmla="*/ 80 w 254"/>
                    <a:gd name="T113" fmla="*/ 89 h 169"/>
                    <a:gd name="T114" fmla="*/ 76 w 254"/>
                    <a:gd name="T115" fmla="*/ 89 h 169"/>
                    <a:gd name="T116" fmla="*/ 40 w 254"/>
                    <a:gd name="T117" fmla="*/ 98 h 169"/>
                    <a:gd name="T118" fmla="*/ 9 w 254"/>
                    <a:gd name="T119" fmla="*/ 98 h 1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</a:cxnLst>
                  <a:rect l="0" t="0" r="r" b="b"/>
                  <a:pathLst>
                    <a:path w="254" h="169">
                      <a:moveTo>
                        <a:pt x="0" y="84"/>
                      </a:moveTo>
                      <a:lnTo>
                        <a:pt x="4" y="71"/>
                      </a:lnTo>
                      <a:lnTo>
                        <a:pt x="9" y="71"/>
                      </a:lnTo>
                      <a:lnTo>
                        <a:pt x="4" y="67"/>
                      </a:lnTo>
                      <a:lnTo>
                        <a:pt x="13" y="53"/>
                      </a:lnTo>
                      <a:lnTo>
                        <a:pt x="22" y="49"/>
                      </a:lnTo>
                      <a:lnTo>
                        <a:pt x="26" y="44"/>
                      </a:lnTo>
                      <a:lnTo>
                        <a:pt x="22" y="40"/>
                      </a:lnTo>
                      <a:lnTo>
                        <a:pt x="22" y="31"/>
                      </a:lnTo>
                      <a:lnTo>
                        <a:pt x="18" y="17"/>
                      </a:lnTo>
                      <a:lnTo>
                        <a:pt x="18" y="13"/>
                      </a:lnTo>
                      <a:lnTo>
                        <a:pt x="26" y="17"/>
                      </a:lnTo>
                      <a:lnTo>
                        <a:pt x="31" y="8"/>
                      </a:lnTo>
                      <a:lnTo>
                        <a:pt x="35" y="4"/>
                      </a:lnTo>
                      <a:lnTo>
                        <a:pt x="49" y="8"/>
                      </a:lnTo>
                      <a:lnTo>
                        <a:pt x="58" y="13"/>
                      </a:lnTo>
                      <a:lnTo>
                        <a:pt x="71" y="8"/>
                      </a:lnTo>
                      <a:lnTo>
                        <a:pt x="76" y="13"/>
                      </a:lnTo>
                      <a:lnTo>
                        <a:pt x="80" y="22"/>
                      </a:lnTo>
                      <a:lnTo>
                        <a:pt x="80" y="17"/>
                      </a:lnTo>
                      <a:lnTo>
                        <a:pt x="89" y="17"/>
                      </a:lnTo>
                      <a:lnTo>
                        <a:pt x="89" y="13"/>
                      </a:lnTo>
                      <a:lnTo>
                        <a:pt x="93" y="17"/>
                      </a:lnTo>
                      <a:lnTo>
                        <a:pt x="98" y="13"/>
                      </a:lnTo>
                      <a:lnTo>
                        <a:pt x="102" y="22"/>
                      </a:lnTo>
                      <a:lnTo>
                        <a:pt x="111" y="17"/>
                      </a:lnTo>
                      <a:lnTo>
                        <a:pt x="120" y="22"/>
                      </a:lnTo>
                      <a:lnTo>
                        <a:pt x="120" y="17"/>
                      </a:lnTo>
                      <a:lnTo>
                        <a:pt x="120" y="13"/>
                      </a:lnTo>
                      <a:lnTo>
                        <a:pt x="125" y="0"/>
                      </a:lnTo>
                      <a:lnTo>
                        <a:pt x="134" y="4"/>
                      </a:lnTo>
                      <a:lnTo>
                        <a:pt x="138" y="4"/>
                      </a:lnTo>
                      <a:lnTo>
                        <a:pt x="143" y="0"/>
                      </a:lnTo>
                      <a:lnTo>
                        <a:pt x="147" y="4"/>
                      </a:lnTo>
                      <a:lnTo>
                        <a:pt x="156" y="0"/>
                      </a:lnTo>
                      <a:lnTo>
                        <a:pt x="165" y="0"/>
                      </a:lnTo>
                      <a:lnTo>
                        <a:pt x="169" y="8"/>
                      </a:lnTo>
                      <a:lnTo>
                        <a:pt x="174" y="8"/>
                      </a:lnTo>
                      <a:lnTo>
                        <a:pt x="169" y="17"/>
                      </a:lnTo>
                      <a:lnTo>
                        <a:pt x="187" y="22"/>
                      </a:lnTo>
                      <a:lnTo>
                        <a:pt x="187" y="31"/>
                      </a:lnTo>
                      <a:lnTo>
                        <a:pt x="192" y="44"/>
                      </a:lnTo>
                      <a:lnTo>
                        <a:pt x="201" y="44"/>
                      </a:lnTo>
                      <a:lnTo>
                        <a:pt x="205" y="49"/>
                      </a:lnTo>
                      <a:lnTo>
                        <a:pt x="210" y="44"/>
                      </a:lnTo>
                      <a:lnTo>
                        <a:pt x="219" y="44"/>
                      </a:lnTo>
                      <a:lnTo>
                        <a:pt x="223" y="49"/>
                      </a:lnTo>
                      <a:lnTo>
                        <a:pt x="223" y="53"/>
                      </a:lnTo>
                      <a:lnTo>
                        <a:pt x="232" y="53"/>
                      </a:lnTo>
                      <a:lnTo>
                        <a:pt x="232" y="58"/>
                      </a:lnTo>
                      <a:lnTo>
                        <a:pt x="236" y="53"/>
                      </a:lnTo>
                      <a:lnTo>
                        <a:pt x="241" y="58"/>
                      </a:lnTo>
                      <a:lnTo>
                        <a:pt x="254" y="67"/>
                      </a:lnTo>
                      <a:lnTo>
                        <a:pt x="250" y="71"/>
                      </a:lnTo>
                      <a:lnTo>
                        <a:pt x="254" y="75"/>
                      </a:lnTo>
                      <a:lnTo>
                        <a:pt x="250" y="80"/>
                      </a:lnTo>
                      <a:lnTo>
                        <a:pt x="254" y="84"/>
                      </a:lnTo>
                      <a:lnTo>
                        <a:pt x="250" y="93"/>
                      </a:lnTo>
                      <a:lnTo>
                        <a:pt x="241" y="98"/>
                      </a:lnTo>
                      <a:lnTo>
                        <a:pt x="232" y="111"/>
                      </a:lnTo>
                      <a:lnTo>
                        <a:pt x="223" y="111"/>
                      </a:lnTo>
                      <a:lnTo>
                        <a:pt x="205" y="120"/>
                      </a:lnTo>
                      <a:lnTo>
                        <a:pt x="196" y="125"/>
                      </a:lnTo>
                      <a:lnTo>
                        <a:pt x="192" y="125"/>
                      </a:lnTo>
                      <a:lnTo>
                        <a:pt x="187" y="129"/>
                      </a:lnTo>
                      <a:lnTo>
                        <a:pt x="183" y="125"/>
                      </a:lnTo>
                      <a:lnTo>
                        <a:pt x="174" y="134"/>
                      </a:lnTo>
                      <a:lnTo>
                        <a:pt x="192" y="147"/>
                      </a:lnTo>
                      <a:lnTo>
                        <a:pt x="205" y="147"/>
                      </a:lnTo>
                      <a:lnTo>
                        <a:pt x="201" y="156"/>
                      </a:lnTo>
                      <a:lnTo>
                        <a:pt x="196" y="156"/>
                      </a:lnTo>
                      <a:lnTo>
                        <a:pt x="192" y="156"/>
                      </a:lnTo>
                      <a:lnTo>
                        <a:pt x="183" y="160"/>
                      </a:lnTo>
                      <a:lnTo>
                        <a:pt x="178" y="160"/>
                      </a:lnTo>
                      <a:lnTo>
                        <a:pt x="169" y="169"/>
                      </a:lnTo>
                      <a:lnTo>
                        <a:pt x="156" y="165"/>
                      </a:lnTo>
                      <a:lnTo>
                        <a:pt x="160" y="160"/>
                      </a:lnTo>
                      <a:lnTo>
                        <a:pt x="160" y="151"/>
                      </a:lnTo>
                      <a:lnTo>
                        <a:pt x="156" y="151"/>
                      </a:lnTo>
                      <a:lnTo>
                        <a:pt x="147" y="147"/>
                      </a:lnTo>
                      <a:lnTo>
                        <a:pt x="156" y="138"/>
                      </a:lnTo>
                      <a:lnTo>
                        <a:pt x="165" y="138"/>
                      </a:lnTo>
                      <a:lnTo>
                        <a:pt x="160" y="134"/>
                      </a:lnTo>
                      <a:lnTo>
                        <a:pt x="156" y="129"/>
                      </a:lnTo>
                      <a:lnTo>
                        <a:pt x="134" y="134"/>
                      </a:lnTo>
                      <a:lnTo>
                        <a:pt x="138" y="129"/>
                      </a:lnTo>
                      <a:lnTo>
                        <a:pt x="129" y="125"/>
                      </a:lnTo>
                      <a:lnTo>
                        <a:pt x="138" y="120"/>
                      </a:lnTo>
                      <a:lnTo>
                        <a:pt x="125" y="125"/>
                      </a:lnTo>
                      <a:lnTo>
                        <a:pt x="116" y="129"/>
                      </a:lnTo>
                      <a:lnTo>
                        <a:pt x="111" y="125"/>
                      </a:lnTo>
                      <a:lnTo>
                        <a:pt x="111" y="129"/>
                      </a:lnTo>
                      <a:lnTo>
                        <a:pt x="116" y="134"/>
                      </a:lnTo>
                      <a:lnTo>
                        <a:pt x="111" y="143"/>
                      </a:lnTo>
                      <a:lnTo>
                        <a:pt x="102" y="147"/>
                      </a:lnTo>
                      <a:lnTo>
                        <a:pt x="102" y="151"/>
                      </a:lnTo>
                      <a:lnTo>
                        <a:pt x="98" y="151"/>
                      </a:lnTo>
                      <a:lnTo>
                        <a:pt x="89" y="156"/>
                      </a:lnTo>
                      <a:lnTo>
                        <a:pt x="85" y="151"/>
                      </a:lnTo>
                      <a:lnTo>
                        <a:pt x="80" y="147"/>
                      </a:lnTo>
                      <a:lnTo>
                        <a:pt x="89" y="147"/>
                      </a:lnTo>
                      <a:lnTo>
                        <a:pt x="93" y="143"/>
                      </a:lnTo>
                      <a:lnTo>
                        <a:pt x="93" y="138"/>
                      </a:lnTo>
                      <a:lnTo>
                        <a:pt x="93" y="129"/>
                      </a:lnTo>
                      <a:lnTo>
                        <a:pt x="98" y="134"/>
                      </a:lnTo>
                      <a:lnTo>
                        <a:pt x="98" y="129"/>
                      </a:lnTo>
                      <a:lnTo>
                        <a:pt x="102" y="129"/>
                      </a:lnTo>
                      <a:lnTo>
                        <a:pt x="107" y="129"/>
                      </a:lnTo>
                      <a:lnTo>
                        <a:pt x="107" y="120"/>
                      </a:lnTo>
                      <a:lnTo>
                        <a:pt x="102" y="111"/>
                      </a:lnTo>
                      <a:lnTo>
                        <a:pt x="102" y="102"/>
                      </a:lnTo>
                      <a:lnTo>
                        <a:pt x="89" y="93"/>
                      </a:lnTo>
                      <a:lnTo>
                        <a:pt x="85" y="93"/>
                      </a:lnTo>
                      <a:lnTo>
                        <a:pt x="80" y="89"/>
                      </a:lnTo>
                      <a:lnTo>
                        <a:pt x="76" y="93"/>
                      </a:lnTo>
                      <a:lnTo>
                        <a:pt x="76" y="89"/>
                      </a:lnTo>
                      <a:lnTo>
                        <a:pt x="62" y="89"/>
                      </a:lnTo>
                      <a:lnTo>
                        <a:pt x="40" y="98"/>
                      </a:lnTo>
                      <a:lnTo>
                        <a:pt x="13" y="93"/>
                      </a:lnTo>
                      <a:lnTo>
                        <a:pt x="9" y="98"/>
                      </a:lnTo>
                      <a:lnTo>
                        <a:pt x="0" y="84"/>
                      </a:lnTo>
                      <a:close/>
                    </a:path>
                  </a:pathLst>
                </a:custGeom>
                <a:grpFill/>
                <a:ln w="9525" cmpd="sng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>
                    <a:latin typeface="Delivery" panose="020F0503020204020204" pitchFamily="34" charset="0"/>
                  </a:endParaRPr>
                </a:p>
              </p:txBody>
            </p:sp>
            <p:sp>
              <p:nvSpPr>
                <p:cNvPr id="48" name="Freeform 204">
                  <a:extLst>
                    <a:ext uri="{FF2B5EF4-FFF2-40B4-BE49-F238E27FC236}">
                      <a16:creationId xmlns:a16="http://schemas.microsoft.com/office/drawing/2014/main" id="{7832F589-BDF8-C687-3D33-433AB3A5584F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3022" y="2096"/>
                  <a:ext cx="36" cy="35"/>
                </a:xfrm>
                <a:custGeom>
                  <a:avLst/>
                  <a:gdLst>
                    <a:gd name="T0" fmla="*/ 9 w 36"/>
                    <a:gd name="T1" fmla="*/ 35 h 35"/>
                    <a:gd name="T2" fmla="*/ 0 w 36"/>
                    <a:gd name="T3" fmla="*/ 31 h 35"/>
                    <a:gd name="T4" fmla="*/ 0 w 36"/>
                    <a:gd name="T5" fmla="*/ 8 h 35"/>
                    <a:gd name="T6" fmla="*/ 9 w 36"/>
                    <a:gd name="T7" fmla="*/ 4 h 35"/>
                    <a:gd name="T8" fmla="*/ 9 w 36"/>
                    <a:gd name="T9" fmla="*/ 4 h 35"/>
                    <a:gd name="T10" fmla="*/ 23 w 36"/>
                    <a:gd name="T11" fmla="*/ 0 h 35"/>
                    <a:gd name="T12" fmla="*/ 27 w 36"/>
                    <a:gd name="T13" fmla="*/ 4 h 35"/>
                    <a:gd name="T14" fmla="*/ 36 w 36"/>
                    <a:gd name="T15" fmla="*/ 8 h 35"/>
                    <a:gd name="T16" fmla="*/ 36 w 36"/>
                    <a:gd name="T17" fmla="*/ 22 h 35"/>
                    <a:gd name="T18" fmla="*/ 27 w 36"/>
                    <a:gd name="T19" fmla="*/ 26 h 35"/>
                    <a:gd name="T20" fmla="*/ 23 w 36"/>
                    <a:gd name="T21" fmla="*/ 26 h 35"/>
                    <a:gd name="T22" fmla="*/ 18 w 36"/>
                    <a:gd name="T23" fmla="*/ 31 h 35"/>
                    <a:gd name="T24" fmla="*/ 9 w 36"/>
                    <a:gd name="T25" fmla="*/ 35 h 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36" h="35">
                      <a:moveTo>
                        <a:pt x="9" y="35"/>
                      </a:moveTo>
                      <a:lnTo>
                        <a:pt x="0" y="31"/>
                      </a:lnTo>
                      <a:lnTo>
                        <a:pt x="0" y="8"/>
                      </a:lnTo>
                      <a:lnTo>
                        <a:pt x="9" y="4"/>
                      </a:lnTo>
                      <a:lnTo>
                        <a:pt x="9" y="4"/>
                      </a:lnTo>
                      <a:lnTo>
                        <a:pt x="23" y="0"/>
                      </a:lnTo>
                      <a:lnTo>
                        <a:pt x="27" y="4"/>
                      </a:lnTo>
                      <a:lnTo>
                        <a:pt x="36" y="8"/>
                      </a:lnTo>
                      <a:lnTo>
                        <a:pt x="36" y="22"/>
                      </a:lnTo>
                      <a:lnTo>
                        <a:pt x="27" y="26"/>
                      </a:lnTo>
                      <a:lnTo>
                        <a:pt x="23" y="26"/>
                      </a:lnTo>
                      <a:lnTo>
                        <a:pt x="18" y="31"/>
                      </a:lnTo>
                      <a:lnTo>
                        <a:pt x="9" y="35"/>
                      </a:lnTo>
                      <a:close/>
                    </a:path>
                  </a:pathLst>
                </a:custGeom>
                <a:grpFill/>
                <a:ln w="9525" cmpd="sng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>
                    <a:latin typeface="Delivery" panose="020F0503020204020204" pitchFamily="34" charset="0"/>
                  </a:endParaRPr>
                </a:p>
              </p:txBody>
            </p:sp>
            <p:sp>
              <p:nvSpPr>
                <p:cNvPr id="49" name="Freeform 205">
                  <a:extLst>
                    <a:ext uri="{FF2B5EF4-FFF2-40B4-BE49-F238E27FC236}">
                      <a16:creationId xmlns:a16="http://schemas.microsoft.com/office/drawing/2014/main" id="{ED02DB64-1E68-3BDE-4BE1-4681F1946498}"/>
                    </a:ext>
                  </a:extLst>
                </p:cNvPr>
                <p:cNvSpPr>
                  <a:spLocks noEditPoints="1"/>
                </p:cNvSpPr>
                <p:nvPr/>
              </p:nvSpPr>
              <p:spPr bwMode="gray">
                <a:xfrm>
                  <a:off x="2607" y="1667"/>
                  <a:ext cx="147" cy="272"/>
                </a:xfrm>
                <a:custGeom>
                  <a:avLst/>
                  <a:gdLst>
                    <a:gd name="T0" fmla="*/ 22 w 147"/>
                    <a:gd name="T1" fmla="*/ 71 h 272"/>
                    <a:gd name="T2" fmla="*/ 31 w 147"/>
                    <a:gd name="T3" fmla="*/ 53 h 272"/>
                    <a:gd name="T4" fmla="*/ 18 w 147"/>
                    <a:gd name="T5" fmla="*/ 80 h 272"/>
                    <a:gd name="T6" fmla="*/ 13 w 147"/>
                    <a:gd name="T7" fmla="*/ 165 h 272"/>
                    <a:gd name="T8" fmla="*/ 4 w 147"/>
                    <a:gd name="T9" fmla="*/ 156 h 272"/>
                    <a:gd name="T10" fmla="*/ 22 w 147"/>
                    <a:gd name="T11" fmla="*/ 143 h 272"/>
                    <a:gd name="T12" fmla="*/ 36 w 147"/>
                    <a:gd name="T13" fmla="*/ 156 h 272"/>
                    <a:gd name="T14" fmla="*/ 36 w 147"/>
                    <a:gd name="T15" fmla="*/ 89 h 272"/>
                    <a:gd name="T16" fmla="*/ 27 w 147"/>
                    <a:gd name="T17" fmla="*/ 80 h 272"/>
                    <a:gd name="T18" fmla="*/ 31 w 147"/>
                    <a:gd name="T19" fmla="*/ 93 h 272"/>
                    <a:gd name="T20" fmla="*/ 76 w 147"/>
                    <a:gd name="T21" fmla="*/ 49 h 272"/>
                    <a:gd name="T22" fmla="*/ 45 w 147"/>
                    <a:gd name="T23" fmla="*/ 62 h 272"/>
                    <a:gd name="T24" fmla="*/ 36 w 147"/>
                    <a:gd name="T25" fmla="*/ 98 h 272"/>
                    <a:gd name="T26" fmla="*/ 27 w 147"/>
                    <a:gd name="T27" fmla="*/ 107 h 272"/>
                    <a:gd name="T28" fmla="*/ 36 w 147"/>
                    <a:gd name="T29" fmla="*/ 111 h 272"/>
                    <a:gd name="T30" fmla="*/ 36 w 147"/>
                    <a:gd name="T31" fmla="*/ 120 h 272"/>
                    <a:gd name="T32" fmla="*/ 40 w 147"/>
                    <a:gd name="T33" fmla="*/ 138 h 272"/>
                    <a:gd name="T34" fmla="*/ 45 w 147"/>
                    <a:gd name="T35" fmla="*/ 125 h 272"/>
                    <a:gd name="T36" fmla="*/ 54 w 147"/>
                    <a:gd name="T37" fmla="*/ 143 h 272"/>
                    <a:gd name="T38" fmla="*/ 58 w 147"/>
                    <a:gd name="T39" fmla="*/ 156 h 272"/>
                    <a:gd name="T40" fmla="*/ 71 w 147"/>
                    <a:gd name="T41" fmla="*/ 151 h 272"/>
                    <a:gd name="T42" fmla="*/ 76 w 147"/>
                    <a:gd name="T43" fmla="*/ 174 h 272"/>
                    <a:gd name="T44" fmla="*/ 76 w 147"/>
                    <a:gd name="T45" fmla="*/ 183 h 272"/>
                    <a:gd name="T46" fmla="*/ 54 w 147"/>
                    <a:gd name="T47" fmla="*/ 187 h 272"/>
                    <a:gd name="T48" fmla="*/ 67 w 147"/>
                    <a:gd name="T49" fmla="*/ 196 h 272"/>
                    <a:gd name="T50" fmla="*/ 45 w 147"/>
                    <a:gd name="T51" fmla="*/ 223 h 272"/>
                    <a:gd name="T52" fmla="*/ 67 w 147"/>
                    <a:gd name="T53" fmla="*/ 232 h 272"/>
                    <a:gd name="T54" fmla="*/ 76 w 147"/>
                    <a:gd name="T55" fmla="*/ 236 h 272"/>
                    <a:gd name="T56" fmla="*/ 49 w 147"/>
                    <a:gd name="T57" fmla="*/ 254 h 272"/>
                    <a:gd name="T58" fmla="*/ 40 w 147"/>
                    <a:gd name="T59" fmla="*/ 268 h 272"/>
                    <a:gd name="T60" fmla="*/ 58 w 147"/>
                    <a:gd name="T61" fmla="*/ 259 h 272"/>
                    <a:gd name="T62" fmla="*/ 89 w 147"/>
                    <a:gd name="T63" fmla="*/ 254 h 272"/>
                    <a:gd name="T64" fmla="*/ 98 w 147"/>
                    <a:gd name="T65" fmla="*/ 254 h 272"/>
                    <a:gd name="T66" fmla="*/ 121 w 147"/>
                    <a:gd name="T67" fmla="*/ 250 h 272"/>
                    <a:gd name="T68" fmla="*/ 143 w 147"/>
                    <a:gd name="T69" fmla="*/ 232 h 272"/>
                    <a:gd name="T70" fmla="*/ 143 w 147"/>
                    <a:gd name="T71" fmla="*/ 223 h 272"/>
                    <a:gd name="T72" fmla="*/ 129 w 147"/>
                    <a:gd name="T73" fmla="*/ 201 h 272"/>
                    <a:gd name="T74" fmla="*/ 121 w 147"/>
                    <a:gd name="T75" fmla="*/ 183 h 272"/>
                    <a:gd name="T76" fmla="*/ 103 w 147"/>
                    <a:gd name="T77" fmla="*/ 151 h 272"/>
                    <a:gd name="T78" fmla="*/ 85 w 147"/>
                    <a:gd name="T79" fmla="*/ 125 h 272"/>
                    <a:gd name="T80" fmla="*/ 89 w 147"/>
                    <a:gd name="T81" fmla="*/ 111 h 272"/>
                    <a:gd name="T82" fmla="*/ 98 w 147"/>
                    <a:gd name="T83" fmla="*/ 80 h 272"/>
                    <a:gd name="T84" fmla="*/ 62 w 147"/>
                    <a:gd name="T85" fmla="*/ 80 h 272"/>
                    <a:gd name="T86" fmla="*/ 67 w 147"/>
                    <a:gd name="T87" fmla="*/ 71 h 272"/>
                    <a:gd name="T88" fmla="*/ 76 w 147"/>
                    <a:gd name="T89" fmla="*/ 44 h 272"/>
                    <a:gd name="T90" fmla="*/ 76 w 147"/>
                    <a:gd name="T91" fmla="*/ 40 h 272"/>
                    <a:gd name="T92" fmla="*/ 107 w 147"/>
                    <a:gd name="T93" fmla="*/ 13 h 272"/>
                    <a:gd name="T94" fmla="*/ 103 w 147"/>
                    <a:gd name="T95" fmla="*/ 17 h 27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</a:cxnLst>
                  <a:rect l="0" t="0" r="r" b="b"/>
                  <a:pathLst>
                    <a:path w="147" h="272">
                      <a:moveTo>
                        <a:pt x="13" y="98"/>
                      </a:moveTo>
                      <a:lnTo>
                        <a:pt x="18" y="93"/>
                      </a:lnTo>
                      <a:lnTo>
                        <a:pt x="22" y="76"/>
                      </a:lnTo>
                      <a:lnTo>
                        <a:pt x="22" y="71"/>
                      </a:lnTo>
                      <a:lnTo>
                        <a:pt x="27" y="67"/>
                      </a:lnTo>
                      <a:lnTo>
                        <a:pt x="27" y="67"/>
                      </a:lnTo>
                      <a:lnTo>
                        <a:pt x="31" y="58"/>
                      </a:lnTo>
                      <a:lnTo>
                        <a:pt x="31" y="53"/>
                      </a:lnTo>
                      <a:lnTo>
                        <a:pt x="22" y="58"/>
                      </a:lnTo>
                      <a:lnTo>
                        <a:pt x="18" y="76"/>
                      </a:lnTo>
                      <a:lnTo>
                        <a:pt x="13" y="76"/>
                      </a:lnTo>
                      <a:lnTo>
                        <a:pt x="18" y="80"/>
                      </a:lnTo>
                      <a:lnTo>
                        <a:pt x="13" y="98"/>
                      </a:lnTo>
                      <a:close/>
                      <a:moveTo>
                        <a:pt x="27" y="169"/>
                      </a:moveTo>
                      <a:lnTo>
                        <a:pt x="22" y="169"/>
                      </a:lnTo>
                      <a:lnTo>
                        <a:pt x="13" y="165"/>
                      </a:lnTo>
                      <a:lnTo>
                        <a:pt x="13" y="174"/>
                      </a:lnTo>
                      <a:lnTo>
                        <a:pt x="0" y="169"/>
                      </a:lnTo>
                      <a:lnTo>
                        <a:pt x="0" y="165"/>
                      </a:lnTo>
                      <a:lnTo>
                        <a:pt x="4" y="156"/>
                      </a:lnTo>
                      <a:lnTo>
                        <a:pt x="9" y="156"/>
                      </a:lnTo>
                      <a:lnTo>
                        <a:pt x="13" y="151"/>
                      </a:lnTo>
                      <a:lnTo>
                        <a:pt x="18" y="143"/>
                      </a:lnTo>
                      <a:lnTo>
                        <a:pt x="22" y="143"/>
                      </a:lnTo>
                      <a:lnTo>
                        <a:pt x="31" y="143"/>
                      </a:lnTo>
                      <a:lnTo>
                        <a:pt x="36" y="151"/>
                      </a:lnTo>
                      <a:lnTo>
                        <a:pt x="31" y="156"/>
                      </a:lnTo>
                      <a:lnTo>
                        <a:pt x="36" y="156"/>
                      </a:lnTo>
                      <a:lnTo>
                        <a:pt x="40" y="160"/>
                      </a:lnTo>
                      <a:lnTo>
                        <a:pt x="36" y="165"/>
                      </a:lnTo>
                      <a:lnTo>
                        <a:pt x="27" y="169"/>
                      </a:lnTo>
                      <a:close/>
                      <a:moveTo>
                        <a:pt x="36" y="89"/>
                      </a:moveTo>
                      <a:lnTo>
                        <a:pt x="31" y="84"/>
                      </a:lnTo>
                      <a:lnTo>
                        <a:pt x="31" y="80"/>
                      </a:lnTo>
                      <a:lnTo>
                        <a:pt x="27" y="76"/>
                      </a:lnTo>
                      <a:lnTo>
                        <a:pt x="27" y="80"/>
                      </a:lnTo>
                      <a:lnTo>
                        <a:pt x="22" y="89"/>
                      </a:lnTo>
                      <a:lnTo>
                        <a:pt x="27" y="89"/>
                      </a:lnTo>
                      <a:lnTo>
                        <a:pt x="27" y="93"/>
                      </a:lnTo>
                      <a:lnTo>
                        <a:pt x="31" y="93"/>
                      </a:lnTo>
                      <a:lnTo>
                        <a:pt x="36" y="89"/>
                      </a:lnTo>
                      <a:close/>
                      <a:moveTo>
                        <a:pt x="62" y="71"/>
                      </a:moveTo>
                      <a:lnTo>
                        <a:pt x="76" y="58"/>
                      </a:lnTo>
                      <a:lnTo>
                        <a:pt x="76" y="49"/>
                      </a:lnTo>
                      <a:lnTo>
                        <a:pt x="58" y="53"/>
                      </a:lnTo>
                      <a:lnTo>
                        <a:pt x="49" y="49"/>
                      </a:lnTo>
                      <a:lnTo>
                        <a:pt x="45" y="62"/>
                      </a:lnTo>
                      <a:lnTo>
                        <a:pt x="45" y="62"/>
                      </a:lnTo>
                      <a:lnTo>
                        <a:pt x="40" y="67"/>
                      </a:lnTo>
                      <a:lnTo>
                        <a:pt x="36" y="71"/>
                      </a:lnTo>
                      <a:lnTo>
                        <a:pt x="36" y="84"/>
                      </a:lnTo>
                      <a:lnTo>
                        <a:pt x="36" y="98"/>
                      </a:lnTo>
                      <a:lnTo>
                        <a:pt x="36" y="102"/>
                      </a:lnTo>
                      <a:lnTo>
                        <a:pt x="36" y="107"/>
                      </a:lnTo>
                      <a:lnTo>
                        <a:pt x="31" y="107"/>
                      </a:lnTo>
                      <a:lnTo>
                        <a:pt x="27" y="107"/>
                      </a:lnTo>
                      <a:lnTo>
                        <a:pt x="31" y="111"/>
                      </a:lnTo>
                      <a:lnTo>
                        <a:pt x="27" y="111"/>
                      </a:lnTo>
                      <a:lnTo>
                        <a:pt x="27" y="116"/>
                      </a:lnTo>
                      <a:lnTo>
                        <a:pt x="36" y="111"/>
                      </a:lnTo>
                      <a:lnTo>
                        <a:pt x="45" y="102"/>
                      </a:lnTo>
                      <a:lnTo>
                        <a:pt x="49" y="102"/>
                      </a:lnTo>
                      <a:lnTo>
                        <a:pt x="36" y="120"/>
                      </a:lnTo>
                      <a:lnTo>
                        <a:pt x="36" y="120"/>
                      </a:lnTo>
                      <a:lnTo>
                        <a:pt x="31" y="125"/>
                      </a:lnTo>
                      <a:lnTo>
                        <a:pt x="36" y="125"/>
                      </a:lnTo>
                      <a:lnTo>
                        <a:pt x="40" y="134"/>
                      </a:lnTo>
                      <a:lnTo>
                        <a:pt x="40" y="138"/>
                      </a:lnTo>
                      <a:lnTo>
                        <a:pt x="45" y="138"/>
                      </a:lnTo>
                      <a:lnTo>
                        <a:pt x="45" y="134"/>
                      </a:lnTo>
                      <a:lnTo>
                        <a:pt x="49" y="134"/>
                      </a:lnTo>
                      <a:lnTo>
                        <a:pt x="45" y="125"/>
                      </a:lnTo>
                      <a:lnTo>
                        <a:pt x="49" y="125"/>
                      </a:lnTo>
                      <a:lnTo>
                        <a:pt x="49" y="134"/>
                      </a:lnTo>
                      <a:lnTo>
                        <a:pt x="54" y="134"/>
                      </a:lnTo>
                      <a:lnTo>
                        <a:pt x="54" y="143"/>
                      </a:lnTo>
                      <a:lnTo>
                        <a:pt x="49" y="151"/>
                      </a:lnTo>
                      <a:lnTo>
                        <a:pt x="54" y="160"/>
                      </a:lnTo>
                      <a:lnTo>
                        <a:pt x="54" y="156"/>
                      </a:lnTo>
                      <a:lnTo>
                        <a:pt x="58" y="156"/>
                      </a:lnTo>
                      <a:lnTo>
                        <a:pt x="62" y="156"/>
                      </a:lnTo>
                      <a:lnTo>
                        <a:pt x="58" y="151"/>
                      </a:lnTo>
                      <a:lnTo>
                        <a:pt x="67" y="156"/>
                      </a:lnTo>
                      <a:lnTo>
                        <a:pt x="71" y="151"/>
                      </a:lnTo>
                      <a:lnTo>
                        <a:pt x="80" y="151"/>
                      </a:lnTo>
                      <a:lnTo>
                        <a:pt x="76" y="156"/>
                      </a:lnTo>
                      <a:lnTo>
                        <a:pt x="71" y="160"/>
                      </a:lnTo>
                      <a:lnTo>
                        <a:pt x="76" y="174"/>
                      </a:lnTo>
                      <a:lnTo>
                        <a:pt x="80" y="169"/>
                      </a:lnTo>
                      <a:lnTo>
                        <a:pt x="85" y="169"/>
                      </a:lnTo>
                      <a:lnTo>
                        <a:pt x="76" y="174"/>
                      </a:lnTo>
                      <a:lnTo>
                        <a:pt x="76" y="183"/>
                      </a:lnTo>
                      <a:lnTo>
                        <a:pt x="80" y="187"/>
                      </a:lnTo>
                      <a:lnTo>
                        <a:pt x="62" y="187"/>
                      </a:lnTo>
                      <a:lnTo>
                        <a:pt x="58" y="187"/>
                      </a:lnTo>
                      <a:lnTo>
                        <a:pt x="54" y="187"/>
                      </a:lnTo>
                      <a:lnTo>
                        <a:pt x="58" y="192"/>
                      </a:lnTo>
                      <a:lnTo>
                        <a:pt x="54" y="201"/>
                      </a:lnTo>
                      <a:lnTo>
                        <a:pt x="62" y="196"/>
                      </a:lnTo>
                      <a:lnTo>
                        <a:pt x="67" y="196"/>
                      </a:lnTo>
                      <a:lnTo>
                        <a:pt x="67" y="205"/>
                      </a:lnTo>
                      <a:lnTo>
                        <a:pt x="67" y="210"/>
                      </a:lnTo>
                      <a:lnTo>
                        <a:pt x="62" y="219"/>
                      </a:lnTo>
                      <a:lnTo>
                        <a:pt x="45" y="223"/>
                      </a:lnTo>
                      <a:lnTo>
                        <a:pt x="49" y="232"/>
                      </a:lnTo>
                      <a:lnTo>
                        <a:pt x="58" y="223"/>
                      </a:lnTo>
                      <a:lnTo>
                        <a:pt x="62" y="232"/>
                      </a:lnTo>
                      <a:lnTo>
                        <a:pt x="67" y="232"/>
                      </a:lnTo>
                      <a:lnTo>
                        <a:pt x="71" y="232"/>
                      </a:lnTo>
                      <a:lnTo>
                        <a:pt x="76" y="227"/>
                      </a:lnTo>
                      <a:lnTo>
                        <a:pt x="80" y="227"/>
                      </a:lnTo>
                      <a:lnTo>
                        <a:pt x="76" y="236"/>
                      </a:lnTo>
                      <a:lnTo>
                        <a:pt x="62" y="241"/>
                      </a:lnTo>
                      <a:lnTo>
                        <a:pt x="58" y="245"/>
                      </a:lnTo>
                      <a:lnTo>
                        <a:pt x="54" y="250"/>
                      </a:lnTo>
                      <a:lnTo>
                        <a:pt x="49" y="254"/>
                      </a:lnTo>
                      <a:lnTo>
                        <a:pt x="45" y="259"/>
                      </a:lnTo>
                      <a:lnTo>
                        <a:pt x="40" y="263"/>
                      </a:lnTo>
                      <a:lnTo>
                        <a:pt x="36" y="268"/>
                      </a:lnTo>
                      <a:lnTo>
                        <a:pt x="40" y="268"/>
                      </a:lnTo>
                      <a:lnTo>
                        <a:pt x="45" y="268"/>
                      </a:lnTo>
                      <a:lnTo>
                        <a:pt x="45" y="272"/>
                      </a:lnTo>
                      <a:lnTo>
                        <a:pt x="49" y="263"/>
                      </a:lnTo>
                      <a:lnTo>
                        <a:pt x="58" y="259"/>
                      </a:lnTo>
                      <a:lnTo>
                        <a:pt x="71" y="263"/>
                      </a:lnTo>
                      <a:lnTo>
                        <a:pt x="71" y="254"/>
                      </a:lnTo>
                      <a:lnTo>
                        <a:pt x="85" y="250"/>
                      </a:lnTo>
                      <a:lnTo>
                        <a:pt x="89" y="254"/>
                      </a:lnTo>
                      <a:lnTo>
                        <a:pt x="89" y="259"/>
                      </a:lnTo>
                      <a:lnTo>
                        <a:pt x="94" y="254"/>
                      </a:lnTo>
                      <a:lnTo>
                        <a:pt x="98" y="254"/>
                      </a:lnTo>
                      <a:lnTo>
                        <a:pt x="98" y="254"/>
                      </a:lnTo>
                      <a:lnTo>
                        <a:pt x="103" y="254"/>
                      </a:lnTo>
                      <a:lnTo>
                        <a:pt x="103" y="250"/>
                      </a:lnTo>
                      <a:lnTo>
                        <a:pt x="112" y="254"/>
                      </a:lnTo>
                      <a:lnTo>
                        <a:pt x="121" y="250"/>
                      </a:lnTo>
                      <a:lnTo>
                        <a:pt x="125" y="250"/>
                      </a:lnTo>
                      <a:lnTo>
                        <a:pt x="138" y="250"/>
                      </a:lnTo>
                      <a:lnTo>
                        <a:pt x="143" y="241"/>
                      </a:lnTo>
                      <a:lnTo>
                        <a:pt x="143" y="232"/>
                      </a:lnTo>
                      <a:lnTo>
                        <a:pt x="134" y="232"/>
                      </a:lnTo>
                      <a:lnTo>
                        <a:pt x="129" y="232"/>
                      </a:lnTo>
                      <a:lnTo>
                        <a:pt x="138" y="223"/>
                      </a:lnTo>
                      <a:lnTo>
                        <a:pt x="143" y="223"/>
                      </a:lnTo>
                      <a:lnTo>
                        <a:pt x="147" y="214"/>
                      </a:lnTo>
                      <a:lnTo>
                        <a:pt x="147" y="205"/>
                      </a:lnTo>
                      <a:lnTo>
                        <a:pt x="143" y="201"/>
                      </a:lnTo>
                      <a:lnTo>
                        <a:pt x="129" y="201"/>
                      </a:lnTo>
                      <a:lnTo>
                        <a:pt x="125" y="205"/>
                      </a:lnTo>
                      <a:lnTo>
                        <a:pt x="121" y="201"/>
                      </a:lnTo>
                      <a:lnTo>
                        <a:pt x="125" y="192"/>
                      </a:lnTo>
                      <a:lnTo>
                        <a:pt x="121" y="183"/>
                      </a:lnTo>
                      <a:lnTo>
                        <a:pt x="121" y="178"/>
                      </a:lnTo>
                      <a:lnTo>
                        <a:pt x="112" y="160"/>
                      </a:lnTo>
                      <a:lnTo>
                        <a:pt x="107" y="160"/>
                      </a:lnTo>
                      <a:lnTo>
                        <a:pt x="103" y="151"/>
                      </a:lnTo>
                      <a:lnTo>
                        <a:pt x="103" y="147"/>
                      </a:lnTo>
                      <a:lnTo>
                        <a:pt x="98" y="134"/>
                      </a:lnTo>
                      <a:lnTo>
                        <a:pt x="94" y="129"/>
                      </a:lnTo>
                      <a:lnTo>
                        <a:pt x="85" y="125"/>
                      </a:lnTo>
                      <a:lnTo>
                        <a:pt x="76" y="125"/>
                      </a:lnTo>
                      <a:lnTo>
                        <a:pt x="80" y="116"/>
                      </a:lnTo>
                      <a:lnTo>
                        <a:pt x="85" y="120"/>
                      </a:lnTo>
                      <a:lnTo>
                        <a:pt x="89" y="111"/>
                      </a:lnTo>
                      <a:lnTo>
                        <a:pt x="85" y="116"/>
                      </a:lnTo>
                      <a:lnTo>
                        <a:pt x="85" y="107"/>
                      </a:lnTo>
                      <a:lnTo>
                        <a:pt x="85" y="98"/>
                      </a:lnTo>
                      <a:lnTo>
                        <a:pt x="98" y="80"/>
                      </a:lnTo>
                      <a:lnTo>
                        <a:pt x="98" y="76"/>
                      </a:lnTo>
                      <a:lnTo>
                        <a:pt x="89" y="80"/>
                      </a:lnTo>
                      <a:lnTo>
                        <a:pt x="71" y="76"/>
                      </a:lnTo>
                      <a:lnTo>
                        <a:pt x="62" y="80"/>
                      </a:lnTo>
                      <a:lnTo>
                        <a:pt x="58" y="84"/>
                      </a:lnTo>
                      <a:lnTo>
                        <a:pt x="58" y="84"/>
                      </a:lnTo>
                      <a:lnTo>
                        <a:pt x="62" y="76"/>
                      </a:lnTo>
                      <a:lnTo>
                        <a:pt x="67" y="71"/>
                      </a:lnTo>
                      <a:lnTo>
                        <a:pt x="62" y="71"/>
                      </a:lnTo>
                      <a:close/>
                      <a:moveTo>
                        <a:pt x="71" y="35"/>
                      </a:moveTo>
                      <a:lnTo>
                        <a:pt x="71" y="44"/>
                      </a:lnTo>
                      <a:lnTo>
                        <a:pt x="76" y="44"/>
                      </a:lnTo>
                      <a:lnTo>
                        <a:pt x="76" y="40"/>
                      </a:lnTo>
                      <a:lnTo>
                        <a:pt x="80" y="44"/>
                      </a:lnTo>
                      <a:lnTo>
                        <a:pt x="80" y="40"/>
                      </a:lnTo>
                      <a:lnTo>
                        <a:pt x="76" y="40"/>
                      </a:lnTo>
                      <a:lnTo>
                        <a:pt x="80" y="31"/>
                      </a:lnTo>
                      <a:lnTo>
                        <a:pt x="71" y="35"/>
                      </a:lnTo>
                      <a:close/>
                      <a:moveTo>
                        <a:pt x="103" y="17"/>
                      </a:moveTo>
                      <a:lnTo>
                        <a:pt x="107" y="13"/>
                      </a:lnTo>
                      <a:lnTo>
                        <a:pt x="103" y="0"/>
                      </a:lnTo>
                      <a:lnTo>
                        <a:pt x="98" y="8"/>
                      </a:lnTo>
                      <a:lnTo>
                        <a:pt x="103" y="8"/>
                      </a:lnTo>
                      <a:lnTo>
                        <a:pt x="103" y="17"/>
                      </a:lnTo>
                      <a:close/>
                    </a:path>
                  </a:pathLst>
                </a:custGeom>
                <a:grpFill/>
                <a:ln w="9525" cmpd="sng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>
                    <a:latin typeface="Delivery" panose="020F0503020204020204" pitchFamily="34" charset="0"/>
                  </a:endParaRPr>
                </a:p>
              </p:txBody>
            </p:sp>
            <p:sp>
              <p:nvSpPr>
                <p:cNvPr id="50" name="Freeform 206">
                  <a:extLst>
                    <a:ext uri="{FF2B5EF4-FFF2-40B4-BE49-F238E27FC236}">
                      <a16:creationId xmlns:a16="http://schemas.microsoft.com/office/drawing/2014/main" id="{9843DEF8-22D1-AC6D-3AE4-3FDF4BAB5B8D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2991" y="2020"/>
                  <a:ext cx="67" cy="84"/>
                </a:xfrm>
                <a:custGeom>
                  <a:avLst/>
                  <a:gdLst>
                    <a:gd name="T0" fmla="*/ 0 w 67"/>
                    <a:gd name="T1" fmla="*/ 67 h 84"/>
                    <a:gd name="T2" fmla="*/ 0 w 67"/>
                    <a:gd name="T3" fmla="*/ 67 h 84"/>
                    <a:gd name="T4" fmla="*/ 0 w 67"/>
                    <a:gd name="T5" fmla="*/ 67 h 84"/>
                    <a:gd name="T6" fmla="*/ 0 w 67"/>
                    <a:gd name="T7" fmla="*/ 62 h 84"/>
                    <a:gd name="T8" fmla="*/ 0 w 67"/>
                    <a:gd name="T9" fmla="*/ 62 h 84"/>
                    <a:gd name="T10" fmla="*/ 0 w 67"/>
                    <a:gd name="T11" fmla="*/ 58 h 84"/>
                    <a:gd name="T12" fmla="*/ 5 w 67"/>
                    <a:gd name="T13" fmla="*/ 53 h 84"/>
                    <a:gd name="T14" fmla="*/ 5 w 67"/>
                    <a:gd name="T15" fmla="*/ 53 h 84"/>
                    <a:gd name="T16" fmla="*/ 5 w 67"/>
                    <a:gd name="T17" fmla="*/ 53 h 84"/>
                    <a:gd name="T18" fmla="*/ 5 w 67"/>
                    <a:gd name="T19" fmla="*/ 49 h 84"/>
                    <a:gd name="T20" fmla="*/ 9 w 67"/>
                    <a:gd name="T21" fmla="*/ 49 h 84"/>
                    <a:gd name="T22" fmla="*/ 13 w 67"/>
                    <a:gd name="T23" fmla="*/ 44 h 84"/>
                    <a:gd name="T24" fmla="*/ 9 w 67"/>
                    <a:gd name="T25" fmla="*/ 40 h 84"/>
                    <a:gd name="T26" fmla="*/ 13 w 67"/>
                    <a:gd name="T27" fmla="*/ 40 h 84"/>
                    <a:gd name="T28" fmla="*/ 13 w 67"/>
                    <a:gd name="T29" fmla="*/ 40 h 84"/>
                    <a:gd name="T30" fmla="*/ 5 w 67"/>
                    <a:gd name="T31" fmla="*/ 35 h 84"/>
                    <a:gd name="T32" fmla="*/ 5 w 67"/>
                    <a:gd name="T33" fmla="*/ 31 h 84"/>
                    <a:gd name="T34" fmla="*/ 9 w 67"/>
                    <a:gd name="T35" fmla="*/ 26 h 84"/>
                    <a:gd name="T36" fmla="*/ 9 w 67"/>
                    <a:gd name="T37" fmla="*/ 22 h 84"/>
                    <a:gd name="T38" fmla="*/ 5 w 67"/>
                    <a:gd name="T39" fmla="*/ 22 h 84"/>
                    <a:gd name="T40" fmla="*/ 5 w 67"/>
                    <a:gd name="T41" fmla="*/ 17 h 84"/>
                    <a:gd name="T42" fmla="*/ 9 w 67"/>
                    <a:gd name="T43" fmla="*/ 17 h 84"/>
                    <a:gd name="T44" fmla="*/ 9 w 67"/>
                    <a:gd name="T45" fmla="*/ 13 h 84"/>
                    <a:gd name="T46" fmla="*/ 5 w 67"/>
                    <a:gd name="T47" fmla="*/ 13 h 84"/>
                    <a:gd name="T48" fmla="*/ 5 w 67"/>
                    <a:gd name="T49" fmla="*/ 13 h 84"/>
                    <a:gd name="T50" fmla="*/ 5 w 67"/>
                    <a:gd name="T51" fmla="*/ 9 h 84"/>
                    <a:gd name="T52" fmla="*/ 5 w 67"/>
                    <a:gd name="T53" fmla="*/ 9 h 84"/>
                    <a:gd name="T54" fmla="*/ 5 w 67"/>
                    <a:gd name="T55" fmla="*/ 4 h 84"/>
                    <a:gd name="T56" fmla="*/ 0 w 67"/>
                    <a:gd name="T57" fmla="*/ 4 h 84"/>
                    <a:gd name="T58" fmla="*/ 13 w 67"/>
                    <a:gd name="T59" fmla="*/ 0 h 84"/>
                    <a:gd name="T60" fmla="*/ 27 w 67"/>
                    <a:gd name="T61" fmla="*/ 0 h 84"/>
                    <a:gd name="T62" fmla="*/ 31 w 67"/>
                    <a:gd name="T63" fmla="*/ 9 h 84"/>
                    <a:gd name="T64" fmla="*/ 31 w 67"/>
                    <a:gd name="T65" fmla="*/ 17 h 84"/>
                    <a:gd name="T66" fmla="*/ 40 w 67"/>
                    <a:gd name="T67" fmla="*/ 26 h 84"/>
                    <a:gd name="T68" fmla="*/ 49 w 67"/>
                    <a:gd name="T69" fmla="*/ 31 h 84"/>
                    <a:gd name="T70" fmla="*/ 54 w 67"/>
                    <a:gd name="T71" fmla="*/ 31 h 84"/>
                    <a:gd name="T72" fmla="*/ 54 w 67"/>
                    <a:gd name="T73" fmla="*/ 35 h 84"/>
                    <a:gd name="T74" fmla="*/ 58 w 67"/>
                    <a:gd name="T75" fmla="*/ 35 h 84"/>
                    <a:gd name="T76" fmla="*/ 54 w 67"/>
                    <a:gd name="T77" fmla="*/ 53 h 84"/>
                    <a:gd name="T78" fmla="*/ 67 w 67"/>
                    <a:gd name="T79" fmla="*/ 62 h 84"/>
                    <a:gd name="T80" fmla="*/ 67 w 67"/>
                    <a:gd name="T81" fmla="*/ 67 h 84"/>
                    <a:gd name="T82" fmla="*/ 58 w 67"/>
                    <a:gd name="T83" fmla="*/ 71 h 84"/>
                    <a:gd name="T84" fmla="*/ 58 w 67"/>
                    <a:gd name="T85" fmla="*/ 80 h 84"/>
                    <a:gd name="T86" fmla="*/ 54 w 67"/>
                    <a:gd name="T87" fmla="*/ 76 h 84"/>
                    <a:gd name="T88" fmla="*/ 40 w 67"/>
                    <a:gd name="T89" fmla="*/ 80 h 84"/>
                    <a:gd name="T90" fmla="*/ 40 w 67"/>
                    <a:gd name="T91" fmla="*/ 80 h 84"/>
                    <a:gd name="T92" fmla="*/ 31 w 67"/>
                    <a:gd name="T93" fmla="*/ 84 h 84"/>
                    <a:gd name="T94" fmla="*/ 27 w 67"/>
                    <a:gd name="T95" fmla="*/ 84 h 84"/>
                    <a:gd name="T96" fmla="*/ 27 w 67"/>
                    <a:gd name="T97" fmla="*/ 76 h 84"/>
                    <a:gd name="T98" fmla="*/ 18 w 67"/>
                    <a:gd name="T99" fmla="*/ 71 h 84"/>
                    <a:gd name="T100" fmla="*/ 13 w 67"/>
                    <a:gd name="T101" fmla="*/ 84 h 84"/>
                    <a:gd name="T102" fmla="*/ 9 w 67"/>
                    <a:gd name="T103" fmla="*/ 84 h 84"/>
                    <a:gd name="T104" fmla="*/ 0 w 67"/>
                    <a:gd name="T105" fmla="*/ 71 h 84"/>
                    <a:gd name="T106" fmla="*/ 0 w 67"/>
                    <a:gd name="T107" fmla="*/ 71 h 84"/>
                    <a:gd name="T108" fmla="*/ 0 w 67"/>
                    <a:gd name="T109" fmla="*/ 67 h 8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67" h="84">
                      <a:moveTo>
                        <a:pt x="0" y="67"/>
                      </a:moveTo>
                      <a:lnTo>
                        <a:pt x="0" y="67"/>
                      </a:lnTo>
                      <a:lnTo>
                        <a:pt x="0" y="67"/>
                      </a:lnTo>
                      <a:lnTo>
                        <a:pt x="0" y="62"/>
                      </a:lnTo>
                      <a:lnTo>
                        <a:pt x="0" y="62"/>
                      </a:lnTo>
                      <a:lnTo>
                        <a:pt x="0" y="58"/>
                      </a:lnTo>
                      <a:lnTo>
                        <a:pt x="5" y="53"/>
                      </a:lnTo>
                      <a:lnTo>
                        <a:pt x="5" y="53"/>
                      </a:lnTo>
                      <a:lnTo>
                        <a:pt x="5" y="53"/>
                      </a:lnTo>
                      <a:lnTo>
                        <a:pt x="5" y="49"/>
                      </a:lnTo>
                      <a:lnTo>
                        <a:pt x="9" y="49"/>
                      </a:lnTo>
                      <a:lnTo>
                        <a:pt x="13" y="44"/>
                      </a:lnTo>
                      <a:lnTo>
                        <a:pt x="9" y="40"/>
                      </a:lnTo>
                      <a:lnTo>
                        <a:pt x="13" y="40"/>
                      </a:lnTo>
                      <a:lnTo>
                        <a:pt x="13" y="40"/>
                      </a:lnTo>
                      <a:lnTo>
                        <a:pt x="5" y="35"/>
                      </a:lnTo>
                      <a:lnTo>
                        <a:pt x="5" y="31"/>
                      </a:lnTo>
                      <a:lnTo>
                        <a:pt x="9" y="26"/>
                      </a:lnTo>
                      <a:lnTo>
                        <a:pt x="9" y="22"/>
                      </a:lnTo>
                      <a:lnTo>
                        <a:pt x="5" y="22"/>
                      </a:lnTo>
                      <a:lnTo>
                        <a:pt x="5" y="17"/>
                      </a:lnTo>
                      <a:lnTo>
                        <a:pt x="9" y="17"/>
                      </a:lnTo>
                      <a:lnTo>
                        <a:pt x="9" y="13"/>
                      </a:lnTo>
                      <a:lnTo>
                        <a:pt x="5" y="13"/>
                      </a:lnTo>
                      <a:lnTo>
                        <a:pt x="5" y="13"/>
                      </a:lnTo>
                      <a:lnTo>
                        <a:pt x="5" y="9"/>
                      </a:lnTo>
                      <a:lnTo>
                        <a:pt x="5" y="9"/>
                      </a:lnTo>
                      <a:lnTo>
                        <a:pt x="5" y="4"/>
                      </a:lnTo>
                      <a:lnTo>
                        <a:pt x="0" y="4"/>
                      </a:lnTo>
                      <a:lnTo>
                        <a:pt x="13" y="0"/>
                      </a:lnTo>
                      <a:lnTo>
                        <a:pt x="27" y="0"/>
                      </a:lnTo>
                      <a:lnTo>
                        <a:pt x="31" y="9"/>
                      </a:lnTo>
                      <a:lnTo>
                        <a:pt x="31" y="17"/>
                      </a:lnTo>
                      <a:lnTo>
                        <a:pt x="40" y="26"/>
                      </a:lnTo>
                      <a:lnTo>
                        <a:pt x="49" y="31"/>
                      </a:lnTo>
                      <a:lnTo>
                        <a:pt x="54" y="31"/>
                      </a:lnTo>
                      <a:lnTo>
                        <a:pt x="54" y="35"/>
                      </a:lnTo>
                      <a:lnTo>
                        <a:pt x="58" y="35"/>
                      </a:lnTo>
                      <a:lnTo>
                        <a:pt x="54" y="53"/>
                      </a:lnTo>
                      <a:lnTo>
                        <a:pt x="67" y="62"/>
                      </a:lnTo>
                      <a:lnTo>
                        <a:pt x="67" y="67"/>
                      </a:lnTo>
                      <a:lnTo>
                        <a:pt x="58" y="71"/>
                      </a:lnTo>
                      <a:lnTo>
                        <a:pt x="58" y="80"/>
                      </a:lnTo>
                      <a:lnTo>
                        <a:pt x="54" y="76"/>
                      </a:lnTo>
                      <a:lnTo>
                        <a:pt x="40" y="80"/>
                      </a:lnTo>
                      <a:lnTo>
                        <a:pt x="40" y="80"/>
                      </a:lnTo>
                      <a:lnTo>
                        <a:pt x="31" y="84"/>
                      </a:lnTo>
                      <a:lnTo>
                        <a:pt x="27" y="84"/>
                      </a:lnTo>
                      <a:lnTo>
                        <a:pt x="27" y="76"/>
                      </a:lnTo>
                      <a:lnTo>
                        <a:pt x="18" y="71"/>
                      </a:lnTo>
                      <a:lnTo>
                        <a:pt x="13" y="84"/>
                      </a:lnTo>
                      <a:lnTo>
                        <a:pt x="9" y="84"/>
                      </a:lnTo>
                      <a:lnTo>
                        <a:pt x="0" y="71"/>
                      </a:lnTo>
                      <a:lnTo>
                        <a:pt x="0" y="71"/>
                      </a:lnTo>
                      <a:lnTo>
                        <a:pt x="0" y="67"/>
                      </a:lnTo>
                      <a:close/>
                    </a:path>
                  </a:pathLst>
                </a:custGeom>
                <a:grpFill/>
                <a:ln w="9525" cmpd="sng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>
                    <a:latin typeface="Delivery" panose="020F0503020204020204" pitchFamily="34" charset="0"/>
                  </a:endParaRPr>
                </a:p>
              </p:txBody>
            </p:sp>
            <p:sp>
              <p:nvSpPr>
                <p:cNvPr id="51" name="Freeform 207">
                  <a:extLst>
                    <a:ext uri="{FF2B5EF4-FFF2-40B4-BE49-F238E27FC236}">
                      <a16:creationId xmlns:a16="http://schemas.microsoft.com/office/drawing/2014/main" id="{52A1E2BC-2A2E-4033-CED9-B646F5EBC4EE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2991" y="2091"/>
                  <a:ext cx="13" cy="13"/>
                </a:xfrm>
                <a:custGeom>
                  <a:avLst/>
                  <a:gdLst>
                    <a:gd name="T0" fmla="*/ 0 w 13"/>
                    <a:gd name="T1" fmla="*/ 0 h 13"/>
                    <a:gd name="T2" fmla="*/ 0 w 13"/>
                    <a:gd name="T3" fmla="*/ 0 h 13"/>
                    <a:gd name="T4" fmla="*/ 9 w 13"/>
                    <a:gd name="T5" fmla="*/ 13 h 13"/>
                    <a:gd name="T6" fmla="*/ 13 w 13"/>
                    <a:gd name="T7" fmla="*/ 13 h 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3" h="13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9" y="13"/>
                      </a:lnTo>
                      <a:lnTo>
                        <a:pt x="13" y="13"/>
                      </a:lnTo>
                    </a:path>
                  </a:pathLst>
                </a:custGeom>
                <a:grpFill/>
                <a:ln w="9525" cmpd="sng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>
                    <a:latin typeface="Delivery" panose="020F0503020204020204" pitchFamily="34" charset="0"/>
                  </a:endParaRPr>
                </a:p>
              </p:txBody>
            </p:sp>
            <p:sp>
              <p:nvSpPr>
                <p:cNvPr id="52" name="Freeform 208">
                  <a:extLst>
                    <a:ext uri="{FF2B5EF4-FFF2-40B4-BE49-F238E27FC236}">
                      <a16:creationId xmlns:a16="http://schemas.microsoft.com/office/drawing/2014/main" id="{1F913118-A92C-B343-6A63-CB803F4071C5}"/>
                    </a:ext>
                  </a:extLst>
                </p:cNvPr>
                <p:cNvSpPr>
                  <a:spLocks noEditPoints="1"/>
                </p:cNvSpPr>
                <p:nvPr/>
              </p:nvSpPr>
              <p:spPr bwMode="gray">
                <a:xfrm>
                  <a:off x="2482" y="2069"/>
                  <a:ext cx="317" cy="290"/>
                </a:xfrm>
                <a:custGeom>
                  <a:avLst/>
                  <a:gdLst>
                    <a:gd name="T0" fmla="*/ 4 w 317"/>
                    <a:gd name="T1" fmla="*/ 290 h 290"/>
                    <a:gd name="T2" fmla="*/ 13 w 317"/>
                    <a:gd name="T3" fmla="*/ 277 h 290"/>
                    <a:gd name="T4" fmla="*/ 22 w 317"/>
                    <a:gd name="T5" fmla="*/ 286 h 290"/>
                    <a:gd name="T6" fmla="*/ 27 w 317"/>
                    <a:gd name="T7" fmla="*/ 290 h 290"/>
                    <a:gd name="T8" fmla="*/ 27 w 317"/>
                    <a:gd name="T9" fmla="*/ 286 h 290"/>
                    <a:gd name="T10" fmla="*/ 143 w 317"/>
                    <a:gd name="T11" fmla="*/ 125 h 290"/>
                    <a:gd name="T12" fmla="*/ 156 w 317"/>
                    <a:gd name="T13" fmla="*/ 138 h 290"/>
                    <a:gd name="T14" fmla="*/ 170 w 317"/>
                    <a:gd name="T15" fmla="*/ 147 h 290"/>
                    <a:gd name="T16" fmla="*/ 179 w 317"/>
                    <a:gd name="T17" fmla="*/ 143 h 290"/>
                    <a:gd name="T18" fmla="*/ 196 w 317"/>
                    <a:gd name="T19" fmla="*/ 138 h 290"/>
                    <a:gd name="T20" fmla="*/ 205 w 317"/>
                    <a:gd name="T21" fmla="*/ 138 h 290"/>
                    <a:gd name="T22" fmla="*/ 219 w 317"/>
                    <a:gd name="T23" fmla="*/ 134 h 290"/>
                    <a:gd name="T24" fmla="*/ 228 w 317"/>
                    <a:gd name="T25" fmla="*/ 125 h 290"/>
                    <a:gd name="T26" fmla="*/ 241 w 317"/>
                    <a:gd name="T27" fmla="*/ 111 h 290"/>
                    <a:gd name="T28" fmla="*/ 250 w 317"/>
                    <a:gd name="T29" fmla="*/ 98 h 290"/>
                    <a:gd name="T30" fmla="*/ 241 w 317"/>
                    <a:gd name="T31" fmla="*/ 89 h 290"/>
                    <a:gd name="T32" fmla="*/ 263 w 317"/>
                    <a:gd name="T33" fmla="*/ 53 h 290"/>
                    <a:gd name="T34" fmla="*/ 295 w 317"/>
                    <a:gd name="T35" fmla="*/ 35 h 290"/>
                    <a:gd name="T36" fmla="*/ 295 w 317"/>
                    <a:gd name="T37" fmla="*/ 31 h 290"/>
                    <a:gd name="T38" fmla="*/ 295 w 317"/>
                    <a:gd name="T39" fmla="*/ 27 h 290"/>
                    <a:gd name="T40" fmla="*/ 277 w 317"/>
                    <a:gd name="T41" fmla="*/ 27 h 290"/>
                    <a:gd name="T42" fmla="*/ 259 w 317"/>
                    <a:gd name="T43" fmla="*/ 22 h 290"/>
                    <a:gd name="T44" fmla="*/ 241 w 317"/>
                    <a:gd name="T45" fmla="*/ 22 h 290"/>
                    <a:gd name="T46" fmla="*/ 223 w 317"/>
                    <a:gd name="T47" fmla="*/ 4 h 290"/>
                    <a:gd name="T48" fmla="*/ 214 w 317"/>
                    <a:gd name="T49" fmla="*/ 4 h 290"/>
                    <a:gd name="T50" fmla="*/ 201 w 317"/>
                    <a:gd name="T51" fmla="*/ 4 h 290"/>
                    <a:gd name="T52" fmla="*/ 179 w 317"/>
                    <a:gd name="T53" fmla="*/ 4 h 290"/>
                    <a:gd name="T54" fmla="*/ 170 w 317"/>
                    <a:gd name="T55" fmla="*/ 0 h 290"/>
                    <a:gd name="T56" fmla="*/ 152 w 317"/>
                    <a:gd name="T57" fmla="*/ 4 h 290"/>
                    <a:gd name="T58" fmla="*/ 143 w 317"/>
                    <a:gd name="T59" fmla="*/ 0 h 290"/>
                    <a:gd name="T60" fmla="*/ 125 w 317"/>
                    <a:gd name="T61" fmla="*/ 0 h 290"/>
                    <a:gd name="T62" fmla="*/ 116 w 317"/>
                    <a:gd name="T63" fmla="*/ 4 h 290"/>
                    <a:gd name="T64" fmla="*/ 112 w 317"/>
                    <a:gd name="T65" fmla="*/ 18 h 290"/>
                    <a:gd name="T66" fmla="*/ 116 w 317"/>
                    <a:gd name="T67" fmla="*/ 22 h 290"/>
                    <a:gd name="T68" fmla="*/ 116 w 317"/>
                    <a:gd name="T69" fmla="*/ 31 h 290"/>
                    <a:gd name="T70" fmla="*/ 129 w 317"/>
                    <a:gd name="T71" fmla="*/ 31 h 290"/>
                    <a:gd name="T72" fmla="*/ 152 w 317"/>
                    <a:gd name="T73" fmla="*/ 40 h 290"/>
                    <a:gd name="T74" fmla="*/ 152 w 317"/>
                    <a:gd name="T75" fmla="*/ 53 h 290"/>
                    <a:gd name="T76" fmla="*/ 147 w 317"/>
                    <a:gd name="T77" fmla="*/ 71 h 290"/>
                    <a:gd name="T78" fmla="*/ 138 w 317"/>
                    <a:gd name="T79" fmla="*/ 85 h 290"/>
                    <a:gd name="T80" fmla="*/ 143 w 317"/>
                    <a:gd name="T81" fmla="*/ 107 h 290"/>
                    <a:gd name="T82" fmla="*/ 143 w 317"/>
                    <a:gd name="T83" fmla="*/ 116 h 290"/>
                    <a:gd name="T84" fmla="*/ 268 w 317"/>
                    <a:gd name="T85" fmla="*/ 94 h 290"/>
                    <a:gd name="T86" fmla="*/ 268 w 317"/>
                    <a:gd name="T87" fmla="*/ 103 h 290"/>
                    <a:gd name="T88" fmla="*/ 272 w 317"/>
                    <a:gd name="T89" fmla="*/ 103 h 290"/>
                    <a:gd name="T90" fmla="*/ 272 w 317"/>
                    <a:gd name="T91" fmla="*/ 94 h 290"/>
                    <a:gd name="T92" fmla="*/ 286 w 317"/>
                    <a:gd name="T93" fmla="*/ 85 h 290"/>
                    <a:gd name="T94" fmla="*/ 290 w 317"/>
                    <a:gd name="T95" fmla="*/ 89 h 290"/>
                    <a:gd name="T96" fmla="*/ 304 w 317"/>
                    <a:gd name="T97" fmla="*/ 85 h 290"/>
                    <a:gd name="T98" fmla="*/ 299 w 317"/>
                    <a:gd name="T99" fmla="*/ 76 h 290"/>
                    <a:gd name="T100" fmla="*/ 290 w 317"/>
                    <a:gd name="T101" fmla="*/ 80 h 290"/>
                    <a:gd name="T102" fmla="*/ 308 w 317"/>
                    <a:gd name="T103" fmla="*/ 71 h 290"/>
                    <a:gd name="T104" fmla="*/ 317 w 317"/>
                    <a:gd name="T105" fmla="*/ 80 h 290"/>
                    <a:gd name="T106" fmla="*/ 308 w 317"/>
                    <a:gd name="T107" fmla="*/ 71 h 29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</a:cxnLst>
                  <a:rect l="0" t="0" r="r" b="b"/>
                  <a:pathLst>
                    <a:path w="317" h="290">
                      <a:moveTo>
                        <a:pt x="0" y="281"/>
                      </a:moveTo>
                      <a:lnTo>
                        <a:pt x="4" y="290"/>
                      </a:lnTo>
                      <a:lnTo>
                        <a:pt x="13" y="286"/>
                      </a:lnTo>
                      <a:lnTo>
                        <a:pt x="13" y="277"/>
                      </a:lnTo>
                      <a:lnTo>
                        <a:pt x="0" y="281"/>
                      </a:lnTo>
                      <a:close/>
                      <a:moveTo>
                        <a:pt x="22" y="286"/>
                      </a:moveTo>
                      <a:lnTo>
                        <a:pt x="18" y="290"/>
                      </a:lnTo>
                      <a:lnTo>
                        <a:pt x="27" y="290"/>
                      </a:lnTo>
                      <a:lnTo>
                        <a:pt x="27" y="286"/>
                      </a:lnTo>
                      <a:lnTo>
                        <a:pt x="27" y="286"/>
                      </a:lnTo>
                      <a:lnTo>
                        <a:pt x="22" y="286"/>
                      </a:lnTo>
                      <a:close/>
                      <a:moveTo>
                        <a:pt x="143" y="125"/>
                      </a:moveTo>
                      <a:lnTo>
                        <a:pt x="156" y="134"/>
                      </a:lnTo>
                      <a:lnTo>
                        <a:pt x="156" y="138"/>
                      </a:lnTo>
                      <a:lnTo>
                        <a:pt x="156" y="143"/>
                      </a:lnTo>
                      <a:lnTo>
                        <a:pt x="170" y="147"/>
                      </a:lnTo>
                      <a:lnTo>
                        <a:pt x="174" y="138"/>
                      </a:lnTo>
                      <a:lnTo>
                        <a:pt x="179" y="143"/>
                      </a:lnTo>
                      <a:lnTo>
                        <a:pt x="187" y="134"/>
                      </a:lnTo>
                      <a:lnTo>
                        <a:pt x="196" y="138"/>
                      </a:lnTo>
                      <a:lnTo>
                        <a:pt x="205" y="134"/>
                      </a:lnTo>
                      <a:lnTo>
                        <a:pt x="205" y="138"/>
                      </a:lnTo>
                      <a:lnTo>
                        <a:pt x="214" y="134"/>
                      </a:lnTo>
                      <a:lnTo>
                        <a:pt x="219" y="134"/>
                      </a:lnTo>
                      <a:lnTo>
                        <a:pt x="223" y="129"/>
                      </a:lnTo>
                      <a:lnTo>
                        <a:pt x="228" y="125"/>
                      </a:lnTo>
                      <a:lnTo>
                        <a:pt x="237" y="125"/>
                      </a:lnTo>
                      <a:lnTo>
                        <a:pt x="241" y="111"/>
                      </a:lnTo>
                      <a:lnTo>
                        <a:pt x="246" y="103"/>
                      </a:lnTo>
                      <a:lnTo>
                        <a:pt x="250" y="98"/>
                      </a:lnTo>
                      <a:lnTo>
                        <a:pt x="246" y="98"/>
                      </a:lnTo>
                      <a:lnTo>
                        <a:pt x="241" y="89"/>
                      </a:lnTo>
                      <a:lnTo>
                        <a:pt x="241" y="85"/>
                      </a:lnTo>
                      <a:lnTo>
                        <a:pt x="263" y="53"/>
                      </a:lnTo>
                      <a:lnTo>
                        <a:pt x="281" y="49"/>
                      </a:lnTo>
                      <a:lnTo>
                        <a:pt x="295" y="35"/>
                      </a:lnTo>
                      <a:lnTo>
                        <a:pt x="295" y="31"/>
                      </a:lnTo>
                      <a:lnTo>
                        <a:pt x="295" y="31"/>
                      </a:lnTo>
                      <a:lnTo>
                        <a:pt x="299" y="27"/>
                      </a:lnTo>
                      <a:lnTo>
                        <a:pt x="295" y="27"/>
                      </a:lnTo>
                      <a:lnTo>
                        <a:pt x="286" y="27"/>
                      </a:lnTo>
                      <a:lnTo>
                        <a:pt x="277" y="27"/>
                      </a:lnTo>
                      <a:lnTo>
                        <a:pt x="268" y="22"/>
                      </a:lnTo>
                      <a:lnTo>
                        <a:pt x="259" y="22"/>
                      </a:lnTo>
                      <a:lnTo>
                        <a:pt x="246" y="22"/>
                      </a:lnTo>
                      <a:lnTo>
                        <a:pt x="241" y="22"/>
                      </a:lnTo>
                      <a:lnTo>
                        <a:pt x="228" y="13"/>
                      </a:lnTo>
                      <a:lnTo>
                        <a:pt x="223" y="4"/>
                      </a:lnTo>
                      <a:lnTo>
                        <a:pt x="214" y="9"/>
                      </a:lnTo>
                      <a:lnTo>
                        <a:pt x="214" y="4"/>
                      </a:lnTo>
                      <a:lnTo>
                        <a:pt x="205" y="4"/>
                      </a:lnTo>
                      <a:lnTo>
                        <a:pt x="201" y="4"/>
                      </a:lnTo>
                      <a:lnTo>
                        <a:pt x="192" y="4"/>
                      </a:lnTo>
                      <a:lnTo>
                        <a:pt x="179" y="4"/>
                      </a:lnTo>
                      <a:lnTo>
                        <a:pt x="170" y="4"/>
                      </a:lnTo>
                      <a:lnTo>
                        <a:pt x="170" y="0"/>
                      </a:lnTo>
                      <a:lnTo>
                        <a:pt x="161" y="0"/>
                      </a:lnTo>
                      <a:lnTo>
                        <a:pt x="152" y="4"/>
                      </a:lnTo>
                      <a:lnTo>
                        <a:pt x="147" y="0"/>
                      </a:lnTo>
                      <a:lnTo>
                        <a:pt x="143" y="0"/>
                      </a:lnTo>
                      <a:lnTo>
                        <a:pt x="134" y="0"/>
                      </a:lnTo>
                      <a:lnTo>
                        <a:pt x="125" y="0"/>
                      </a:lnTo>
                      <a:lnTo>
                        <a:pt x="129" y="4"/>
                      </a:lnTo>
                      <a:lnTo>
                        <a:pt x="116" y="4"/>
                      </a:lnTo>
                      <a:lnTo>
                        <a:pt x="112" y="9"/>
                      </a:lnTo>
                      <a:lnTo>
                        <a:pt x="112" y="18"/>
                      </a:lnTo>
                      <a:lnTo>
                        <a:pt x="116" y="18"/>
                      </a:lnTo>
                      <a:lnTo>
                        <a:pt x="116" y="22"/>
                      </a:lnTo>
                      <a:lnTo>
                        <a:pt x="120" y="27"/>
                      </a:lnTo>
                      <a:lnTo>
                        <a:pt x="116" y="31"/>
                      </a:lnTo>
                      <a:lnTo>
                        <a:pt x="120" y="35"/>
                      </a:lnTo>
                      <a:lnTo>
                        <a:pt x="129" y="31"/>
                      </a:lnTo>
                      <a:lnTo>
                        <a:pt x="134" y="40"/>
                      </a:lnTo>
                      <a:lnTo>
                        <a:pt x="152" y="40"/>
                      </a:lnTo>
                      <a:lnTo>
                        <a:pt x="161" y="44"/>
                      </a:lnTo>
                      <a:lnTo>
                        <a:pt x="152" y="53"/>
                      </a:lnTo>
                      <a:lnTo>
                        <a:pt x="147" y="67"/>
                      </a:lnTo>
                      <a:lnTo>
                        <a:pt x="147" y="71"/>
                      </a:lnTo>
                      <a:lnTo>
                        <a:pt x="147" y="80"/>
                      </a:lnTo>
                      <a:lnTo>
                        <a:pt x="138" y="85"/>
                      </a:lnTo>
                      <a:lnTo>
                        <a:pt x="147" y="98"/>
                      </a:lnTo>
                      <a:lnTo>
                        <a:pt x="143" y="107"/>
                      </a:lnTo>
                      <a:lnTo>
                        <a:pt x="147" y="116"/>
                      </a:lnTo>
                      <a:lnTo>
                        <a:pt x="143" y="116"/>
                      </a:lnTo>
                      <a:lnTo>
                        <a:pt x="143" y="125"/>
                      </a:lnTo>
                      <a:close/>
                      <a:moveTo>
                        <a:pt x="268" y="94"/>
                      </a:moveTo>
                      <a:lnTo>
                        <a:pt x="263" y="98"/>
                      </a:lnTo>
                      <a:lnTo>
                        <a:pt x="268" y="103"/>
                      </a:lnTo>
                      <a:lnTo>
                        <a:pt x="268" y="103"/>
                      </a:lnTo>
                      <a:lnTo>
                        <a:pt x="272" y="103"/>
                      </a:lnTo>
                      <a:lnTo>
                        <a:pt x="268" y="98"/>
                      </a:lnTo>
                      <a:lnTo>
                        <a:pt x="272" y="94"/>
                      </a:lnTo>
                      <a:lnTo>
                        <a:pt x="268" y="94"/>
                      </a:lnTo>
                      <a:close/>
                      <a:moveTo>
                        <a:pt x="286" y="85"/>
                      </a:moveTo>
                      <a:lnTo>
                        <a:pt x="286" y="85"/>
                      </a:lnTo>
                      <a:lnTo>
                        <a:pt x="290" y="89"/>
                      </a:lnTo>
                      <a:lnTo>
                        <a:pt x="299" y="89"/>
                      </a:lnTo>
                      <a:lnTo>
                        <a:pt x="304" y="85"/>
                      </a:lnTo>
                      <a:lnTo>
                        <a:pt x="304" y="80"/>
                      </a:lnTo>
                      <a:lnTo>
                        <a:pt x="299" y="76"/>
                      </a:lnTo>
                      <a:lnTo>
                        <a:pt x="299" y="76"/>
                      </a:lnTo>
                      <a:lnTo>
                        <a:pt x="290" y="80"/>
                      </a:lnTo>
                      <a:lnTo>
                        <a:pt x="286" y="85"/>
                      </a:lnTo>
                      <a:close/>
                      <a:moveTo>
                        <a:pt x="308" y="71"/>
                      </a:moveTo>
                      <a:lnTo>
                        <a:pt x="308" y="80"/>
                      </a:lnTo>
                      <a:lnTo>
                        <a:pt x="317" y="80"/>
                      </a:lnTo>
                      <a:lnTo>
                        <a:pt x="313" y="71"/>
                      </a:lnTo>
                      <a:lnTo>
                        <a:pt x="308" y="71"/>
                      </a:lnTo>
                      <a:close/>
                    </a:path>
                  </a:pathLst>
                </a:custGeom>
                <a:grpFill/>
                <a:ln w="9525" cmpd="sng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>
                    <a:latin typeface="Delivery" panose="020F0503020204020204" pitchFamily="34" charset="0"/>
                  </a:endParaRPr>
                </a:p>
              </p:txBody>
            </p:sp>
          </p:grpSp>
        </p:grpSp>
        <p:pic>
          <p:nvPicPr>
            <p:cNvPr id="7" name="Grafik 6">
              <a:extLst>
                <a:ext uri="{FF2B5EF4-FFF2-40B4-BE49-F238E27FC236}">
                  <a16:creationId xmlns:a16="http://schemas.microsoft.com/office/drawing/2014/main" id="{BAD385DF-DC80-9581-FB80-A324908296E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094957" y="2778125"/>
              <a:ext cx="277019" cy="301019"/>
            </a:xfrm>
            <a:prstGeom prst="rect">
              <a:avLst/>
            </a:prstGeom>
          </p:spPr>
        </p:pic>
      </p:grp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D3502EF-CC52-CE78-B68C-6B4DD93EEE52}"/>
              </a:ext>
            </a:extLst>
          </p:cNvPr>
          <p:cNvSpPr/>
          <p:nvPr/>
        </p:nvSpPr>
        <p:spPr>
          <a:xfrm>
            <a:off x="1216152" y="1014984"/>
            <a:ext cx="7114032" cy="3666744"/>
          </a:xfrm>
          <a:prstGeom prst="roundRect">
            <a:avLst/>
          </a:prstGeom>
          <a:solidFill>
            <a:schemeClr val="tx2">
              <a:alpha val="6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t">
            <a:noAutofit/>
          </a:bodyPr>
          <a:lstStyle/>
          <a:p>
            <a:pPr algn="l"/>
            <a:endParaRPr lang="pt-BR" sz="1200" dirty="0" err="1">
              <a:solidFill>
                <a:schemeClr val="tx1"/>
              </a:solidFill>
            </a:endParaRPr>
          </a:p>
        </p:txBody>
      </p:sp>
      <p:sp>
        <p:nvSpPr>
          <p:cNvPr id="449" name="TextBox 448">
            <a:extLst>
              <a:ext uri="{FF2B5EF4-FFF2-40B4-BE49-F238E27FC236}">
                <a16:creationId xmlns:a16="http://schemas.microsoft.com/office/drawing/2014/main" id="{5D91CC78-E1B7-1675-DB56-B1C03A55FF35}"/>
              </a:ext>
            </a:extLst>
          </p:cNvPr>
          <p:cNvSpPr txBox="1"/>
          <p:nvPr/>
        </p:nvSpPr>
        <p:spPr>
          <a:xfrm>
            <a:off x="2486026" y="1696433"/>
            <a:ext cx="45720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000" b="1" dirty="0">
                <a:latin typeface="+mj-lt"/>
              </a:rPr>
              <a:t>Estados Unidos</a:t>
            </a:r>
          </a:p>
          <a:p>
            <a:pPr algn="ctr"/>
            <a:r>
              <a:rPr lang="pt-BR" sz="2000" b="1" dirty="0">
                <a:latin typeface="+mj-lt"/>
              </a:rPr>
              <a:t>México</a:t>
            </a:r>
          </a:p>
          <a:p>
            <a:pPr algn="ctr"/>
            <a:r>
              <a:rPr lang="pt-BR" sz="2000" b="1" dirty="0">
                <a:latin typeface="+mj-lt"/>
              </a:rPr>
              <a:t>Colômbia</a:t>
            </a:r>
          </a:p>
          <a:p>
            <a:pPr algn="ctr"/>
            <a:r>
              <a:rPr lang="pt-BR" sz="2000" b="1" dirty="0">
                <a:latin typeface="+mj-lt"/>
              </a:rPr>
              <a:t>Panamá</a:t>
            </a:r>
          </a:p>
          <a:p>
            <a:pPr algn="ctr"/>
            <a:r>
              <a:rPr lang="pt-BR" sz="2000" b="1" dirty="0">
                <a:latin typeface="+mj-lt"/>
              </a:rPr>
              <a:t>Europa (diversos países)</a:t>
            </a:r>
          </a:p>
        </p:txBody>
      </p:sp>
      <p:sp>
        <p:nvSpPr>
          <p:cNvPr id="451" name="TextBox 450">
            <a:extLst>
              <a:ext uri="{FF2B5EF4-FFF2-40B4-BE49-F238E27FC236}">
                <a16:creationId xmlns:a16="http://schemas.microsoft.com/office/drawing/2014/main" id="{1E75C102-F77F-B46E-1B25-965239D62187}"/>
              </a:ext>
            </a:extLst>
          </p:cNvPr>
          <p:cNvSpPr txBox="1"/>
          <p:nvPr/>
        </p:nvSpPr>
        <p:spPr>
          <a:xfrm>
            <a:off x="1371600" y="4350440"/>
            <a:ext cx="695858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100" b="1" kern="1200" dirty="0">
                <a:solidFill>
                  <a:srgbClr val="C00000"/>
                </a:solidFill>
                <a:latin typeface="Delivery" panose="020F0503020204020204" pitchFamily="34" charset="0"/>
                <a:ea typeface="Delivery" panose="020F0503020204020204" pitchFamily="34" charset="0"/>
                <a:cs typeface="Delivery" panose="020F0503020204020204" pitchFamily="34" charset="0"/>
              </a:rPr>
              <a:t>Origens Permitidas: BHZ-BHZ, BSB-BSB, CPQ, CWB-CWB, FRC, GRU, JOI-JOI, MAO, RIO-RIO, SSZ, VCP </a:t>
            </a:r>
            <a:endParaRPr lang="pt-BR" sz="1100" b="1" dirty="0">
              <a:solidFill>
                <a:srgbClr val="C00000"/>
              </a:solidFill>
              <a:latin typeface="Delivery" panose="020F0503020204020204" pitchFamily="34" charset="0"/>
              <a:ea typeface="Delivery" panose="020F0503020204020204" pitchFamily="34" charset="0"/>
              <a:cs typeface="Delivery" panose="020F0503020204020204" pitchFamily="34" charset="0"/>
            </a:endParaRPr>
          </a:p>
        </p:txBody>
      </p:sp>
      <p:sp>
        <p:nvSpPr>
          <p:cNvPr id="452" name="Footer Placeholder 14">
            <a:extLst>
              <a:ext uri="{FF2B5EF4-FFF2-40B4-BE49-F238E27FC236}">
                <a16:creationId xmlns:a16="http://schemas.microsoft.com/office/drawing/2014/main" id="{50B162BC-76CC-A725-2A7F-5801B72D22D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23999" y="4803982"/>
            <a:ext cx="8117532" cy="138499"/>
          </a:xfrm>
        </p:spPr>
        <p:txBody>
          <a:bodyPr/>
          <a:lstStyle/>
          <a:p>
            <a:r>
              <a:rPr lang="en-US" dirty="0"/>
              <a:t>DHL | Cargas </a:t>
            </a:r>
            <a:r>
              <a:rPr lang="en-US" dirty="0" err="1"/>
              <a:t>Perigosas</a:t>
            </a:r>
            <a:r>
              <a:rPr lang="en-US" dirty="0"/>
              <a:t>| </a:t>
            </a:r>
            <a:r>
              <a:rPr lang="de-DE" dirty="0"/>
              <a:t>Agosto</a:t>
            </a:r>
            <a:r>
              <a:rPr lang="en-US" dirty="0"/>
              <a:t> 2025</a:t>
            </a:r>
          </a:p>
        </p:txBody>
      </p:sp>
    </p:spTree>
    <p:extLst>
      <p:ext uri="{BB962C8B-B14F-4D97-AF65-F5344CB8AC3E}">
        <p14:creationId xmlns:p14="http://schemas.microsoft.com/office/powerpoint/2010/main" val="5395138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Placeholder 11" descr="A close up of a logo&#10;&#10;Description automatically generated">
            <a:extLst>
              <a:ext uri="{FF2B5EF4-FFF2-40B4-BE49-F238E27FC236}">
                <a16:creationId xmlns:a16="http://schemas.microsoft.com/office/drawing/2014/main" id="{35846F9E-434A-49E0-AA11-C8D249006E80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" r="44"/>
          <a:stretch/>
        </p:blipFill>
        <p:spPr/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ECE393-3609-468E-9A21-9545E56A2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Conta Aprovada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200E00-6CD3-4169-B357-CDFE1DC1BF3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245BC1-4D7B-4ED3-8F01-840FA35126C6}" type="slidenum">
              <a:rPr lang="en-US" smtClean="0"/>
              <a:pPr/>
              <a:t>7</a:t>
            </a:fld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AF18958-F3BB-4570-BD4A-F346FF18ACA2}"/>
              </a:ext>
            </a:extLst>
          </p:cNvPr>
          <p:cNvGrpSpPr/>
          <p:nvPr/>
        </p:nvGrpSpPr>
        <p:grpSpPr>
          <a:xfrm flipH="1">
            <a:off x="276262" y="87"/>
            <a:ext cx="4770086" cy="1738833"/>
            <a:chOff x="5617597" y="-705552"/>
            <a:chExt cx="2847114" cy="1738833"/>
          </a:xfrm>
        </p:grpSpPr>
        <p:grpSp>
          <p:nvGrpSpPr>
            <p:cNvPr id="107" name="Gruppieren 106">
              <a:extLst>
                <a:ext uri="{FF2B5EF4-FFF2-40B4-BE49-F238E27FC236}">
                  <a16:creationId xmlns:a16="http://schemas.microsoft.com/office/drawing/2014/main" id="{6A0E6109-1540-4489-BAA9-AECA765BD77C}"/>
                </a:ext>
              </a:extLst>
            </p:cNvPr>
            <p:cNvGrpSpPr/>
            <p:nvPr/>
          </p:nvGrpSpPr>
          <p:grpSpPr>
            <a:xfrm flipH="1">
              <a:off x="6970758" y="-705552"/>
              <a:ext cx="143870" cy="1168692"/>
              <a:chOff x="2372576" y="255216"/>
              <a:chExt cx="158041" cy="792000"/>
            </a:xfrm>
            <a:solidFill>
              <a:schemeClr val="bg1"/>
            </a:solidFill>
          </p:grpSpPr>
          <p:sp>
            <p:nvSpPr>
              <p:cNvPr id="108" name="Rechteck 107">
                <a:extLst>
                  <a:ext uri="{FF2B5EF4-FFF2-40B4-BE49-F238E27FC236}">
                    <a16:creationId xmlns:a16="http://schemas.microsoft.com/office/drawing/2014/main" id="{EB7A577F-03C5-47E0-8F33-E2C91769238B}"/>
                  </a:ext>
                </a:extLst>
              </p:cNvPr>
              <p:cNvSpPr/>
              <p:nvPr/>
            </p:nvSpPr>
            <p:spPr>
              <a:xfrm rot="5400000" flipH="1">
                <a:off x="1985576" y="642216"/>
                <a:ext cx="792000" cy="18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rtlCol="0" anchor="ctr"/>
              <a:lstStyle/>
              <a:p>
                <a:pPr algn="l"/>
                <a:endParaRPr lang="en-GB" sz="1200" dirty="0"/>
              </a:p>
            </p:txBody>
          </p:sp>
          <p:sp>
            <p:nvSpPr>
              <p:cNvPr id="109" name="Rechteck 108">
                <a:extLst>
                  <a:ext uri="{FF2B5EF4-FFF2-40B4-BE49-F238E27FC236}">
                    <a16:creationId xmlns:a16="http://schemas.microsoft.com/office/drawing/2014/main" id="{76CAABAD-27FE-4CAA-A505-E3FCEA526543}"/>
                  </a:ext>
                </a:extLst>
              </p:cNvPr>
              <p:cNvSpPr/>
              <p:nvPr/>
            </p:nvSpPr>
            <p:spPr>
              <a:xfrm rot="5400000" flipH="1">
                <a:off x="2125617" y="642216"/>
                <a:ext cx="792000" cy="18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rtlCol="0" anchor="ctr"/>
              <a:lstStyle/>
              <a:p>
                <a:pPr algn="l"/>
                <a:endParaRPr lang="en-GB" sz="1200" dirty="0"/>
              </a:p>
            </p:txBody>
          </p:sp>
        </p:grpSp>
        <p:grpSp>
          <p:nvGrpSpPr>
            <p:cNvPr id="104" name="Gruppieren 103">
              <a:extLst>
                <a:ext uri="{FF2B5EF4-FFF2-40B4-BE49-F238E27FC236}">
                  <a16:creationId xmlns:a16="http://schemas.microsoft.com/office/drawing/2014/main" id="{07C2EF2D-604A-4822-85CC-0898DF7FC373}"/>
                </a:ext>
              </a:extLst>
            </p:cNvPr>
            <p:cNvGrpSpPr/>
            <p:nvPr/>
          </p:nvGrpSpPr>
          <p:grpSpPr>
            <a:xfrm flipH="1">
              <a:off x="6922613" y="372582"/>
              <a:ext cx="240160" cy="539295"/>
              <a:chOff x="2362197" y="947738"/>
              <a:chExt cx="263817" cy="592419"/>
            </a:xfrm>
            <a:solidFill>
              <a:schemeClr val="bg1"/>
            </a:solidFill>
          </p:grpSpPr>
          <p:sp>
            <p:nvSpPr>
              <p:cNvPr id="134" name="Freihandform: Form 133">
                <a:extLst>
                  <a:ext uri="{FF2B5EF4-FFF2-40B4-BE49-F238E27FC236}">
                    <a16:creationId xmlns:a16="http://schemas.microsoft.com/office/drawing/2014/main" id="{1B2D2BDC-4006-44DC-9055-53839D7C421E}"/>
                  </a:ext>
                </a:extLst>
              </p:cNvPr>
              <p:cNvSpPr/>
              <p:nvPr/>
            </p:nvSpPr>
            <p:spPr>
              <a:xfrm>
                <a:off x="2362197" y="947738"/>
                <a:ext cx="263817" cy="365306"/>
              </a:xfrm>
              <a:custGeom>
                <a:avLst/>
                <a:gdLst>
                  <a:gd name="connsiteX0" fmla="*/ 62615 w 375682"/>
                  <a:gd name="connsiteY0" fmla="*/ 0 h 520204"/>
                  <a:gd name="connsiteX1" fmla="*/ 313066 w 375682"/>
                  <a:gd name="connsiteY1" fmla="*/ 0 h 520204"/>
                  <a:gd name="connsiteX2" fmla="*/ 375681 w 375682"/>
                  <a:gd name="connsiteY2" fmla="*/ 62615 h 520204"/>
                  <a:gd name="connsiteX3" fmla="*/ 375681 w 375682"/>
                  <a:gd name="connsiteY3" fmla="*/ 314648 h 520204"/>
                  <a:gd name="connsiteX4" fmla="*/ 374491 w 375682"/>
                  <a:gd name="connsiteY4" fmla="*/ 320544 h 520204"/>
                  <a:gd name="connsiteX5" fmla="*/ 375682 w 375682"/>
                  <a:gd name="connsiteY5" fmla="*/ 332363 h 520204"/>
                  <a:gd name="connsiteX6" fmla="*/ 187841 w 375682"/>
                  <a:gd name="connsiteY6" fmla="*/ 520204 h 520204"/>
                  <a:gd name="connsiteX7" fmla="*/ 0 w 375682"/>
                  <a:gd name="connsiteY7" fmla="*/ 332363 h 520204"/>
                  <a:gd name="connsiteX8" fmla="*/ 1191 w 375682"/>
                  <a:gd name="connsiteY8" fmla="*/ 320548 h 520204"/>
                  <a:gd name="connsiteX9" fmla="*/ 0 w 375682"/>
                  <a:gd name="connsiteY9" fmla="*/ 314648 h 520204"/>
                  <a:gd name="connsiteX10" fmla="*/ 0 w 375682"/>
                  <a:gd name="connsiteY10" fmla="*/ 62615 h 520204"/>
                  <a:gd name="connsiteX11" fmla="*/ 62615 w 375682"/>
                  <a:gd name="connsiteY11" fmla="*/ 0 h 520204"/>
                  <a:gd name="connsiteX0" fmla="*/ 62615 w 375682"/>
                  <a:gd name="connsiteY0" fmla="*/ 0 h 520204"/>
                  <a:gd name="connsiteX1" fmla="*/ 313066 w 375682"/>
                  <a:gd name="connsiteY1" fmla="*/ 0 h 520204"/>
                  <a:gd name="connsiteX2" fmla="*/ 375681 w 375682"/>
                  <a:gd name="connsiteY2" fmla="*/ 62615 h 520204"/>
                  <a:gd name="connsiteX3" fmla="*/ 375681 w 375682"/>
                  <a:gd name="connsiteY3" fmla="*/ 314648 h 520204"/>
                  <a:gd name="connsiteX4" fmla="*/ 374491 w 375682"/>
                  <a:gd name="connsiteY4" fmla="*/ 320544 h 520204"/>
                  <a:gd name="connsiteX5" fmla="*/ 375682 w 375682"/>
                  <a:gd name="connsiteY5" fmla="*/ 332363 h 520204"/>
                  <a:gd name="connsiteX6" fmla="*/ 187841 w 375682"/>
                  <a:gd name="connsiteY6" fmla="*/ 520204 h 520204"/>
                  <a:gd name="connsiteX7" fmla="*/ 0 w 375682"/>
                  <a:gd name="connsiteY7" fmla="*/ 332363 h 520204"/>
                  <a:gd name="connsiteX8" fmla="*/ 0 w 375682"/>
                  <a:gd name="connsiteY8" fmla="*/ 314648 h 520204"/>
                  <a:gd name="connsiteX9" fmla="*/ 0 w 375682"/>
                  <a:gd name="connsiteY9" fmla="*/ 62615 h 520204"/>
                  <a:gd name="connsiteX10" fmla="*/ 62615 w 375682"/>
                  <a:gd name="connsiteY10" fmla="*/ 0 h 520204"/>
                  <a:gd name="connsiteX0" fmla="*/ 62615 w 375682"/>
                  <a:gd name="connsiteY0" fmla="*/ 0 h 520204"/>
                  <a:gd name="connsiteX1" fmla="*/ 313066 w 375682"/>
                  <a:gd name="connsiteY1" fmla="*/ 0 h 520204"/>
                  <a:gd name="connsiteX2" fmla="*/ 375681 w 375682"/>
                  <a:gd name="connsiteY2" fmla="*/ 62615 h 520204"/>
                  <a:gd name="connsiteX3" fmla="*/ 375681 w 375682"/>
                  <a:gd name="connsiteY3" fmla="*/ 314648 h 520204"/>
                  <a:gd name="connsiteX4" fmla="*/ 375682 w 375682"/>
                  <a:gd name="connsiteY4" fmla="*/ 332363 h 520204"/>
                  <a:gd name="connsiteX5" fmla="*/ 187841 w 375682"/>
                  <a:gd name="connsiteY5" fmla="*/ 520204 h 520204"/>
                  <a:gd name="connsiteX6" fmla="*/ 0 w 375682"/>
                  <a:gd name="connsiteY6" fmla="*/ 332363 h 520204"/>
                  <a:gd name="connsiteX7" fmla="*/ 0 w 375682"/>
                  <a:gd name="connsiteY7" fmla="*/ 314648 h 520204"/>
                  <a:gd name="connsiteX8" fmla="*/ 0 w 375682"/>
                  <a:gd name="connsiteY8" fmla="*/ 62615 h 520204"/>
                  <a:gd name="connsiteX9" fmla="*/ 62615 w 375682"/>
                  <a:gd name="connsiteY9" fmla="*/ 0 h 520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75682" h="520204">
                    <a:moveTo>
                      <a:pt x="62615" y="0"/>
                    </a:moveTo>
                    <a:lnTo>
                      <a:pt x="313066" y="0"/>
                    </a:lnTo>
                    <a:cubicBezTo>
                      <a:pt x="347647" y="0"/>
                      <a:pt x="375681" y="28034"/>
                      <a:pt x="375681" y="62615"/>
                    </a:cubicBezTo>
                    <a:lnTo>
                      <a:pt x="375681" y="314648"/>
                    </a:lnTo>
                    <a:cubicBezTo>
                      <a:pt x="375681" y="320553"/>
                      <a:pt x="375682" y="326458"/>
                      <a:pt x="375682" y="332363"/>
                    </a:cubicBezTo>
                    <a:cubicBezTo>
                      <a:pt x="375682" y="436105"/>
                      <a:pt x="291583" y="520204"/>
                      <a:pt x="187841" y="520204"/>
                    </a:cubicBezTo>
                    <a:cubicBezTo>
                      <a:pt x="84099" y="520204"/>
                      <a:pt x="0" y="436105"/>
                      <a:pt x="0" y="332363"/>
                    </a:cubicBezTo>
                    <a:lnTo>
                      <a:pt x="0" y="314648"/>
                    </a:lnTo>
                    <a:lnTo>
                      <a:pt x="0" y="62615"/>
                    </a:lnTo>
                    <a:cubicBezTo>
                      <a:pt x="0" y="28034"/>
                      <a:pt x="28034" y="0"/>
                      <a:pt x="6261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rtlCol="0" anchor="ctr"/>
              <a:lstStyle/>
              <a:p>
                <a:pPr algn="l"/>
                <a:endParaRPr lang="en-GB" sz="1200" dirty="0"/>
              </a:p>
            </p:txBody>
          </p:sp>
          <p:sp>
            <p:nvSpPr>
              <p:cNvPr id="135" name="Freihandform: Form 134">
                <a:extLst>
                  <a:ext uri="{FF2B5EF4-FFF2-40B4-BE49-F238E27FC236}">
                    <a16:creationId xmlns:a16="http://schemas.microsoft.com/office/drawing/2014/main" id="{C4C5FE1A-36A5-47DE-9DA4-31012CC457CC}"/>
                  </a:ext>
                </a:extLst>
              </p:cNvPr>
              <p:cNvSpPr/>
              <p:nvPr/>
            </p:nvSpPr>
            <p:spPr>
              <a:xfrm>
                <a:off x="2406613" y="1223180"/>
                <a:ext cx="185413" cy="316977"/>
              </a:xfrm>
              <a:custGeom>
                <a:avLst/>
                <a:gdLst>
                  <a:gd name="connsiteX0" fmla="*/ 470663 w 1130951"/>
                  <a:gd name="connsiteY0" fmla="*/ 0 h 1933447"/>
                  <a:gd name="connsiteX1" fmla="*/ 660283 w 1130951"/>
                  <a:gd name="connsiteY1" fmla="*/ 0 h 1933447"/>
                  <a:gd name="connsiteX2" fmla="*/ 703963 w 1130951"/>
                  <a:gd name="connsiteY2" fmla="*/ 28955 h 1933447"/>
                  <a:gd name="connsiteX3" fmla="*/ 706661 w 1130951"/>
                  <a:gd name="connsiteY3" fmla="*/ 42316 h 1933447"/>
                  <a:gd name="connsiteX4" fmla="*/ 706661 w 1130951"/>
                  <a:gd name="connsiteY4" fmla="*/ 1037818 h 1933447"/>
                  <a:gd name="connsiteX5" fmla="*/ 688618 w 1130951"/>
                  <a:gd name="connsiteY5" fmla="*/ 1032217 h 1933447"/>
                  <a:gd name="connsiteX6" fmla="*/ 622855 w 1130951"/>
                  <a:gd name="connsiteY6" fmla="*/ 1025587 h 1933447"/>
                  <a:gd name="connsiteX7" fmla="*/ 296540 w 1130951"/>
                  <a:gd name="connsiteY7" fmla="*/ 1351902 h 1933447"/>
                  <a:gd name="connsiteX8" fmla="*/ 622855 w 1130951"/>
                  <a:gd name="connsiteY8" fmla="*/ 1678217 h 1933447"/>
                  <a:gd name="connsiteX9" fmla="*/ 853598 w 1130951"/>
                  <a:gd name="connsiteY9" fmla="*/ 1582645 h 1933447"/>
                  <a:gd name="connsiteX10" fmla="*/ 901844 w 1130951"/>
                  <a:gd name="connsiteY10" fmla="*/ 1511081 h 1933447"/>
                  <a:gd name="connsiteX11" fmla="*/ 1130951 w 1130951"/>
                  <a:gd name="connsiteY11" fmla="*/ 1511081 h 1933447"/>
                  <a:gd name="connsiteX12" fmla="*/ 1117389 w 1130951"/>
                  <a:gd name="connsiteY12" fmla="*/ 1578265 h 1933447"/>
                  <a:gd name="connsiteX13" fmla="*/ 581545 w 1130951"/>
                  <a:gd name="connsiteY13" fmla="*/ 1933447 h 1933447"/>
                  <a:gd name="connsiteX14" fmla="*/ 0 w 1130951"/>
                  <a:gd name="connsiteY14" fmla="*/ 1351902 h 1933447"/>
                  <a:gd name="connsiteX15" fmla="*/ 355182 w 1130951"/>
                  <a:gd name="connsiteY15" fmla="*/ 816058 h 1933447"/>
                  <a:gd name="connsiteX16" fmla="*/ 423256 w 1130951"/>
                  <a:gd name="connsiteY16" fmla="*/ 802316 h 1933447"/>
                  <a:gd name="connsiteX17" fmla="*/ 423256 w 1130951"/>
                  <a:gd name="connsiteY17" fmla="*/ 47407 h 1933447"/>
                  <a:gd name="connsiteX18" fmla="*/ 470663 w 1130951"/>
                  <a:gd name="connsiteY18" fmla="*/ 0 h 1933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130951" h="1933447">
                    <a:moveTo>
                      <a:pt x="470663" y="0"/>
                    </a:moveTo>
                    <a:lnTo>
                      <a:pt x="660283" y="0"/>
                    </a:lnTo>
                    <a:cubicBezTo>
                      <a:pt x="679917" y="0"/>
                      <a:pt x="696766" y="11940"/>
                      <a:pt x="703963" y="28955"/>
                    </a:cubicBezTo>
                    <a:lnTo>
                      <a:pt x="706661" y="42316"/>
                    </a:lnTo>
                    <a:lnTo>
                      <a:pt x="706661" y="1037818"/>
                    </a:lnTo>
                    <a:lnTo>
                      <a:pt x="688618" y="1032217"/>
                    </a:lnTo>
                    <a:cubicBezTo>
                      <a:pt x="667376" y="1027870"/>
                      <a:pt x="645382" y="1025587"/>
                      <a:pt x="622855" y="1025587"/>
                    </a:cubicBezTo>
                    <a:cubicBezTo>
                      <a:pt x="442635" y="1025587"/>
                      <a:pt x="296540" y="1171682"/>
                      <a:pt x="296540" y="1351902"/>
                    </a:cubicBezTo>
                    <a:cubicBezTo>
                      <a:pt x="296540" y="1532121"/>
                      <a:pt x="442635" y="1678217"/>
                      <a:pt x="622855" y="1678217"/>
                    </a:cubicBezTo>
                    <a:cubicBezTo>
                      <a:pt x="712965" y="1678217"/>
                      <a:pt x="794545" y="1641691"/>
                      <a:pt x="853598" y="1582645"/>
                    </a:cubicBezTo>
                    <a:lnTo>
                      <a:pt x="901844" y="1511081"/>
                    </a:lnTo>
                    <a:lnTo>
                      <a:pt x="1130951" y="1511081"/>
                    </a:lnTo>
                    <a:lnTo>
                      <a:pt x="1117389" y="1578265"/>
                    </a:lnTo>
                    <a:cubicBezTo>
                      <a:pt x="1029108" y="1786991"/>
                      <a:pt x="822429" y="1933447"/>
                      <a:pt x="581545" y="1933447"/>
                    </a:cubicBezTo>
                    <a:cubicBezTo>
                      <a:pt x="260369" y="1933447"/>
                      <a:pt x="0" y="1673078"/>
                      <a:pt x="0" y="1351902"/>
                    </a:cubicBezTo>
                    <a:cubicBezTo>
                      <a:pt x="0" y="1111018"/>
                      <a:pt x="146457" y="904339"/>
                      <a:pt x="355182" y="816058"/>
                    </a:cubicBezTo>
                    <a:lnTo>
                      <a:pt x="423256" y="802316"/>
                    </a:lnTo>
                    <a:lnTo>
                      <a:pt x="423256" y="47407"/>
                    </a:lnTo>
                    <a:cubicBezTo>
                      <a:pt x="423256" y="21227"/>
                      <a:pt x="444483" y="0"/>
                      <a:pt x="4706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rtlCol="0" anchor="ctr"/>
              <a:lstStyle/>
              <a:p>
                <a:pPr algn="l"/>
                <a:endParaRPr lang="en-GB" sz="1200" dirty="0"/>
              </a:p>
            </p:txBody>
          </p:sp>
        </p:grpSp>
        <p:grpSp>
          <p:nvGrpSpPr>
            <p:cNvPr id="106" name="Gruppieren 105">
              <a:extLst>
                <a:ext uri="{FF2B5EF4-FFF2-40B4-BE49-F238E27FC236}">
                  <a16:creationId xmlns:a16="http://schemas.microsoft.com/office/drawing/2014/main" id="{B5F566D5-408C-4B63-BB7F-02D1124C9B2B}"/>
                </a:ext>
              </a:extLst>
            </p:cNvPr>
            <p:cNvGrpSpPr/>
            <p:nvPr/>
          </p:nvGrpSpPr>
          <p:grpSpPr>
            <a:xfrm flipH="1">
              <a:off x="5617597" y="1016894"/>
              <a:ext cx="2847114" cy="16387"/>
              <a:chOff x="889926" y="1655518"/>
              <a:chExt cx="3127570" cy="18001"/>
            </a:xfrm>
            <a:solidFill>
              <a:schemeClr val="bg1"/>
            </a:solidFill>
          </p:grpSpPr>
          <p:sp>
            <p:nvSpPr>
              <p:cNvPr id="110" name="Rechteck 109">
                <a:extLst>
                  <a:ext uri="{FF2B5EF4-FFF2-40B4-BE49-F238E27FC236}">
                    <a16:creationId xmlns:a16="http://schemas.microsoft.com/office/drawing/2014/main" id="{0621DC47-5B50-4E56-9F7D-78D47C0D6025}"/>
                  </a:ext>
                </a:extLst>
              </p:cNvPr>
              <p:cNvSpPr/>
              <p:nvPr/>
            </p:nvSpPr>
            <p:spPr>
              <a:xfrm rot="20940000">
                <a:off x="889926" y="1655518"/>
                <a:ext cx="1584000" cy="18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rtlCol="0" anchor="ctr"/>
              <a:lstStyle/>
              <a:p>
                <a:pPr algn="l"/>
                <a:endParaRPr lang="en-GB" sz="1200" dirty="0"/>
              </a:p>
            </p:txBody>
          </p:sp>
          <p:sp>
            <p:nvSpPr>
              <p:cNvPr id="111" name="Rechteck 110">
                <a:extLst>
                  <a:ext uri="{FF2B5EF4-FFF2-40B4-BE49-F238E27FC236}">
                    <a16:creationId xmlns:a16="http://schemas.microsoft.com/office/drawing/2014/main" id="{574E5439-4058-400C-9282-09F4BF777EA7}"/>
                  </a:ext>
                </a:extLst>
              </p:cNvPr>
              <p:cNvSpPr/>
              <p:nvPr/>
            </p:nvSpPr>
            <p:spPr>
              <a:xfrm rot="660000" flipH="1">
                <a:off x="2433496" y="1655519"/>
                <a:ext cx="1584000" cy="18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rtlCol="0" anchor="ctr"/>
              <a:lstStyle/>
              <a:p>
                <a:pPr algn="l"/>
                <a:endParaRPr lang="en-GB" sz="1200" dirty="0"/>
              </a:p>
            </p:txBody>
          </p:sp>
        </p:grp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A85622E6-8212-41CE-B398-DA2A010B64E4}"/>
              </a:ext>
            </a:extLst>
          </p:cNvPr>
          <p:cNvGrpSpPr/>
          <p:nvPr/>
        </p:nvGrpSpPr>
        <p:grpSpPr>
          <a:xfrm flipH="1">
            <a:off x="5749673" y="1807"/>
            <a:ext cx="2704423" cy="1744697"/>
            <a:chOff x="690609" y="-262891"/>
            <a:chExt cx="3738490" cy="2283228"/>
          </a:xfrm>
        </p:grpSpPr>
        <p:grpSp>
          <p:nvGrpSpPr>
            <p:cNvPr id="50" name="Gruppieren 49">
              <a:extLst>
                <a:ext uri="{FF2B5EF4-FFF2-40B4-BE49-F238E27FC236}">
                  <a16:creationId xmlns:a16="http://schemas.microsoft.com/office/drawing/2014/main" id="{DB7E8EC1-942F-4C29-B8DE-7D49EF130357}"/>
                </a:ext>
              </a:extLst>
            </p:cNvPr>
            <p:cNvGrpSpPr/>
            <p:nvPr/>
          </p:nvGrpSpPr>
          <p:grpSpPr>
            <a:xfrm>
              <a:off x="2400159" y="1152786"/>
              <a:ext cx="315349" cy="708139"/>
              <a:chOff x="2362197" y="947738"/>
              <a:chExt cx="263817" cy="592419"/>
            </a:xfrm>
            <a:solidFill>
              <a:schemeClr val="bg1"/>
            </a:solidFill>
          </p:grpSpPr>
          <p:sp>
            <p:nvSpPr>
              <p:cNvPr id="13" name="Freihandform: Form 12">
                <a:extLst>
                  <a:ext uri="{FF2B5EF4-FFF2-40B4-BE49-F238E27FC236}">
                    <a16:creationId xmlns:a16="http://schemas.microsoft.com/office/drawing/2014/main" id="{9E13AE94-4175-464A-8D8A-4D4EA31F70B6}"/>
                  </a:ext>
                </a:extLst>
              </p:cNvPr>
              <p:cNvSpPr/>
              <p:nvPr/>
            </p:nvSpPr>
            <p:spPr>
              <a:xfrm>
                <a:off x="2362197" y="947738"/>
                <a:ext cx="263817" cy="365306"/>
              </a:xfrm>
              <a:custGeom>
                <a:avLst/>
                <a:gdLst>
                  <a:gd name="connsiteX0" fmla="*/ 62615 w 375682"/>
                  <a:gd name="connsiteY0" fmla="*/ 0 h 520204"/>
                  <a:gd name="connsiteX1" fmla="*/ 313066 w 375682"/>
                  <a:gd name="connsiteY1" fmla="*/ 0 h 520204"/>
                  <a:gd name="connsiteX2" fmla="*/ 375681 w 375682"/>
                  <a:gd name="connsiteY2" fmla="*/ 62615 h 520204"/>
                  <a:gd name="connsiteX3" fmla="*/ 375681 w 375682"/>
                  <a:gd name="connsiteY3" fmla="*/ 314648 h 520204"/>
                  <a:gd name="connsiteX4" fmla="*/ 374491 w 375682"/>
                  <a:gd name="connsiteY4" fmla="*/ 320544 h 520204"/>
                  <a:gd name="connsiteX5" fmla="*/ 375682 w 375682"/>
                  <a:gd name="connsiteY5" fmla="*/ 332363 h 520204"/>
                  <a:gd name="connsiteX6" fmla="*/ 187841 w 375682"/>
                  <a:gd name="connsiteY6" fmla="*/ 520204 h 520204"/>
                  <a:gd name="connsiteX7" fmla="*/ 0 w 375682"/>
                  <a:gd name="connsiteY7" fmla="*/ 332363 h 520204"/>
                  <a:gd name="connsiteX8" fmla="*/ 1191 w 375682"/>
                  <a:gd name="connsiteY8" fmla="*/ 320548 h 520204"/>
                  <a:gd name="connsiteX9" fmla="*/ 0 w 375682"/>
                  <a:gd name="connsiteY9" fmla="*/ 314648 h 520204"/>
                  <a:gd name="connsiteX10" fmla="*/ 0 w 375682"/>
                  <a:gd name="connsiteY10" fmla="*/ 62615 h 520204"/>
                  <a:gd name="connsiteX11" fmla="*/ 62615 w 375682"/>
                  <a:gd name="connsiteY11" fmla="*/ 0 h 520204"/>
                  <a:gd name="connsiteX0" fmla="*/ 62615 w 375682"/>
                  <a:gd name="connsiteY0" fmla="*/ 0 h 520204"/>
                  <a:gd name="connsiteX1" fmla="*/ 313066 w 375682"/>
                  <a:gd name="connsiteY1" fmla="*/ 0 h 520204"/>
                  <a:gd name="connsiteX2" fmla="*/ 375681 w 375682"/>
                  <a:gd name="connsiteY2" fmla="*/ 62615 h 520204"/>
                  <a:gd name="connsiteX3" fmla="*/ 375681 w 375682"/>
                  <a:gd name="connsiteY3" fmla="*/ 314648 h 520204"/>
                  <a:gd name="connsiteX4" fmla="*/ 374491 w 375682"/>
                  <a:gd name="connsiteY4" fmla="*/ 320544 h 520204"/>
                  <a:gd name="connsiteX5" fmla="*/ 375682 w 375682"/>
                  <a:gd name="connsiteY5" fmla="*/ 332363 h 520204"/>
                  <a:gd name="connsiteX6" fmla="*/ 187841 w 375682"/>
                  <a:gd name="connsiteY6" fmla="*/ 520204 h 520204"/>
                  <a:gd name="connsiteX7" fmla="*/ 0 w 375682"/>
                  <a:gd name="connsiteY7" fmla="*/ 332363 h 520204"/>
                  <a:gd name="connsiteX8" fmla="*/ 0 w 375682"/>
                  <a:gd name="connsiteY8" fmla="*/ 314648 h 520204"/>
                  <a:gd name="connsiteX9" fmla="*/ 0 w 375682"/>
                  <a:gd name="connsiteY9" fmla="*/ 62615 h 520204"/>
                  <a:gd name="connsiteX10" fmla="*/ 62615 w 375682"/>
                  <a:gd name="connsiteY10" fmla="*/ 0 h 520204"/>
                  <a:gd name="connsiteX0" fmla="*/ 62615 w 375682"/>
                  <a:gd name="connsiteY0" fmla="*/ 0 h 520204"/>
                  <a:gd name="connsiteX1" fmla="*/ 313066 w 375682"/>
                  <a:gd name="connsiteY1" fmla="*/ 0 h 520204"/>
                  <a:gd name="connsiteX2" fmla="*/ 375681 w 375682"/>
                  <a:gd name="connsiteY2" fmla="*/ 62615 h 520204"/>
                  <a:gd name="connsiteX3" fmla="*/ 375681 w 375682"/>
                  <a:gd name="connsiteY3" fmla="*/ 314648 h 520204"/>
                  <a:gd name="connsiteX4" fmla="*/ 375682 w 375682"/>
                  <a:gd name="connsiteY4" fmla="*/ 332363 h 520204"/>
                  <a:gd name="connsiteX5" fmla="*/ 187841 w 375682"/>
                  <a:gd name="connsiteY5" fmla="*/ 520204 h 520204"/>
                  <a:gd name="connsiteX6" fmla="*/ 0 w 375682"/>
                  <a:gd name="connsiteY6" fmla="*/ 332363 h 520204"/>
                  <a:gd name="connsiteX7" fmla="*/ 0 w 375682"/>
                  <a:gd name="connsiteY7" fmla="*/ 314648 h 520204"/>
                  <a:gd name="connsiteX8" fmla="*/ 0 w 375682"/>
                  <a:gd name="connsiteY8" fmla="*/ 62615 h 520204"/>
                  <a:gd name="connsiteX9" fmla="*/ 62615 w 375682"/>
                  <a:gd name="connsiteY9" fmla="*/ 0 h 520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75682" h="520204">
                    <a:moveTo>
                      <a:pt x="62615" y="0"/>
                    </a:moveTo>
                    <a:lnTo>
                      <a:pt x="313066" y="0"/>
                    </a:lnTo>
                    <a:cubicBezTo>
                      <a:pt x="347647" y="0"/>
                      <a:pt x="375681" y="28034"/>
                      <a:pt x="375681" y="62615"/>
                    </a:cubicBezTo>
                    <a:lnTo>
                      <a:pt x="375681" y="314648"/>
                    </a:lnTo>
                    <a:cubicBezTo>
                      <a:pt x="375681" y="320553"/>
                      <a:pt x="375682" y="326458"/>
                      <a:pt x="375682" y="332363"/>
                    </a:cubicBezTo>
                    <a:cubicBezTo>
                      <a:pt x="375682" y="436105"/>
                      <a:pt x="291583" y="520204"/>
                      <a:pt x="187841" y="520204"/>
                    </a:cubicBezTo>
                    <a:cubicBezTo>
                      <a:pt x="84099" y="520204"/>
                      <a:pt x="0" y="436105"/>
                      <a:pt x="0" y="332363"/>
                    </a:cubicBezTo>
                    <a:lnTo>
                      <a:pt x="0" y="314648"/>
                    </a:lnTo>
                    <a:lnTo>
                      <a:pt x="0" y="62615"/>
                    </a:lnTo>
                    <a:cubicBezTo>
                      <a:pt x="0" y="28034"/>
                      <a:pt x="28034" y="0"/>
                      <a:pt x="6261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rtlCol="0" anchor="ctr"/>
              <a:lstStyle/>
              <a:p>
                <a:pPr algn="l"/>
                <a:endParaRPr lang="en-GB" sz="1200" dirty="0"/>
              </a:p>
            </p:txBody>
          </p:sp>
          <p:sp>
            <p:nvSpPr>
              <p:cNvPr id="25" name="Freihandform: Form 24">
                <a:extLst>
                  <a:ext uri="{FF2B5EF4-FFF2-40B4-BE49-F238E27FC236}">
                    <a16:creationId xmlns:a16="http://schemas.microsoft.com/office/drawing/2014/main" id="{4BC18368-D67F-494B-A0DE-DBE22A8F0BD0}"/>
                  </a:ext>
                </a:extLst>
              </p:cNvPr>
              <p:cNvSpPr/>
              <p:nvPr/>
            </p:nvSpPr>
            <p:spPr>
              <a:xfrm>
                <a:off x="2406613" y="1223180"/>
                <a:ext cx="185413" cy="316977"/>
              </a:xfrm>
              <a:custGeom>
                <a:avLst/>
                <a:gdLst>
                  <a:gd name="connsiteX0" fmla="*/ 470663 w 1130951"/>
                  <a:gd name="connsiteY0" fmla="*/ 0 h 1933447"/>
                  <a:gd name="connsiteX1" fmla="*/ 660283 w 1130951"/>
                  <a:gd name="connsiteY1" fmla="*/ 0 h 1933447"/>
                  <a:gd name="connsiteX2" fmla="*/ 703963 w 1130951"/>
                  <a:gd name="connsiteY2" fmla="*/ 28955 h 1933447"/>
                  <a:gd name="connsiteX3" fmla="*/ 706661 w 1130951"/>
                  <a:gd name="connsiteY3" fmla="*/ 42316 h 1933447"/>
                  <a:gd name="connsiteX4" fmla="*/ 706661 w 1130951"/>
                  <a:gd name="connsiteY4" fmla="*/ 1037818 h 1933447"/>
                  <a:gd name="connsiteX5" fmla="*/ 688618 w 1130951"/>
                  <a:gd name="connsiteY5" fmla="*/ 1032217 h 1933447"/>
                  <a:gd name="connsiteX6" fmla="*/ 622855 w 1130951"/>
                  <a:gd name="connsiteY6" fmla="*/ 1025587 h 1933447"/>
                  <a:gd name="connsiteX7" fmla="*/ 296540 w 1130951"/>
                  <a:gd name="connsiteY7" fmla="*/ 1351902 h 1933447"/>
                  <a:gd name="connsiteX8" fmla="*/ 622855 w 1130951"/>
                  <a:gd name="connsiteY8" fmla="*/ 1678217 h 1933447"/>
                  <a:gd name="connsiteX9" fmla="*/ 853598 w 1130951"/>
                  <a:gd name="connsiteY9" fmla="*/ 1582645 h 1933447"/>
                  <a:gd name="connsiteX10" fmla="*/ 901844 w 1130951"/>
                  <a:gd name="connsiteY10" fmla="*/ 1511081 h 1933447"/>
                  <a:gd name="connsiteX11" fmla="*/ 1130951 w 1130951"/>
                  <a:gd name="connsiteY11" fmla="*/ 1511081 h 1933447"/>
                  <a:gd name="connsiteX12" fmla="*/ 1117389 w 1130951"/>
                  <a:gd name="connsiteY12" fmla="*/ 1578265 h 1933447"/>
                  <a:gd name="connsiteX13" fmla="*/ 581545 w 1130951"/>
                  <a:gd name="connsiteY13" fmla="*/ 1933447 h 1933447"/>
                  <a:gd name="connsiteX14" fmla="*/ 0 w 1130951"/>
                  <a:gd name="connsiteY14" fmla="*/ 1351902 h 1933447"/>
                  <a:gd name="connsiteX15" fmla="*/ 355182 w 1130951"/>
                  <a:gd name="connsiteY15" fmla="*/ 816058 h 1933447"/>
                  <a:gd name="connsiteX16" fmla="*/ 423256 w 1130951"/>
                  <a:gd name="connsiteY16" fmla="*/ 802316 h 1933447"/>
                  <a:gd name="connsiteX17" fmla="*/ 423256 w 1130951"/>
                  <a:gd name="connsiteY17" fmla="*/ 47407 h 1933447"/>
                  <a:gd name="connsiteX18" fmla="*/ 470663 w 1130951"/>
                  <a:gd name="connsiteY18" fmla="*/ 0 h 1933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130951" h="1933447">
                    <a:moveTo>
                      <a:pt x="470663" y="0"/>
                    </a:moveTo>
                    <a:lnTo>
                      <a:pt x="660283" y="0"/>
                    </a:lnTo>
                    <a:cubicBezTo>
                      <a:pt x="679917" y="0"/>
                      <a:pt x="696766" y="11940"/>
                      <a:pt x="703963" y="28955"/>
                    </a:cubicBezTo>
                    <a:lnTo>
                      <a:pt x="706661" y="42316"/>
                    </a:lnTo>
                    <a:lnTo>
                      <a:pt x="706661" y="1037818"/>
                    </a:lnTo>
                    <a:lnTo>
                      <a:pt x="688618" y="1032217"/>
                    </a:lnTo>
                    <a:cubicBezTo>
                      <a:pt x="667376" y="1027870"/>
                      <a:pt x="645382" y="1025587"/>
                      <a:pt x="622855" y="1025587"/>
                    </a:cubicBezTo>
                    <a:cubicBezTo>
                      <a:pt x="442635" y="1025587"/>
                      <a:pt x="296540" y="1171682"/>
                      <a:pt x="296540" y="1351902"/>
                    </a:cubicBezTo>
                    <a:cubicBezTo>
                      <a:pt x="296540" y="1532121"/>
                      <a:pt x="442635" y="1678217"/>
                      <a:pt x="622855" y="1678217"/>
                    </a:cubicBezTo>
                    <a:cubicBezTo>
                      <a:pt x="712965" y="1678217"/>
                      <a:pt x="794545" y="1641691"/>
                      <a:pt x="853598" y="1582645"/>
                    </a:cubicBezTo>
                    <a:lnTo>
                      <a:pt x="901844" y="1511081"/>
                    </a:lnTo>
                    <a:lnTo>
                      <a:pt x="1130951" y="1511081"/>
                    </a:lnTo>
                    <a:lnTo>
                      <a:pt x="1117389" y="1578265"/>
                    </a:lnTo>
                    <a:cubicBezTo>
                      <a:pt x="1029108" y="1786991"/>
                      <a:pt x="822429" y="1933447"/>
                      <a:pt x="581545" y="1933447"/>
                    </a:cubicBezTo>
                    <a:cubicBezTo>
                      <a:pt x="260369" y="1933447"/>
                      <a:pt x="0" y="1673078"/>
                      <a:pt x="0" y="1351902"/>
                    </a:cubicBezTo>
                    <a:cubicBezTo>
                      <a:pt x="0" y="1111018"/>
                      <a:pt x="146457" y="904339"/>
                      <a:pt x="355182" y="816058"/>
                    </a:cubicBezTo>
                    <a:lnTo>
                      <a:pt x="423256" y="802316"/>
                    </a:lnTo>
                    <a:lnTo>
                      <a:pt x="423256" y="47407"/>
                    </a:lnTo>
                    <a:cubicBezTo>
                      <a:pt x="423256" y="21227"/>
                      <a:pt x="444483" y="0"/>
                      <a:pt x="4706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rtlCol="0" anchor="ctr"/>
              <a:lstStyle/>
              <a:p>
                <a:pPr algn="l"/>
                <a:endParaRPr lang="en-GB" sz="1200" dirty="0"/>
              </a:p>
            </p:txBody>
          </p:sp>
        </p:grpSp>
        <p:grpSp>
          <p:nvGrpSpPr>
            <p:cNvPr id="67" name="Gruppieren 66">
              <a:extLst>
                <a:ext uri="{FF2B5EF4-FFF2-40B4-BE49-F238E27FC236}">
                  <a16:creationId xmlns:a16="http://schemas.microsoft.com/office/drawing/2014/main" id="{8E94E3DD-465E-40E4-9D45-5C8DE5C3AAB5}"/>
                </a:ext>
              </a:extLst>
            </p:cNvPr>
            <p:cNvGrpSpPr/>
            <p:nvPr/>
          </p:nvGrpSpPr>
          <p:grpSpPr>
            <a:xfrm>
              <a:off x="690609" y="1998820"/>
              <a:ext cx="3738490" cy="21517"/>
              <a:chOff x="889926" y="1655518"/>
              <a:chExt cx="3127570" cy="18001"/>
            </a:xfrm>
            <a:solidFill>
              <a:schemeClr val="bg1"/>
            </a:solidFill>
          </p:grpSpPr>
          <p:sp>
            <p:nvSpPr>
              <p:cNvPr id="61" name="Rechteck 60">
                <a:extLst>
                  <a:ext uri="{FF2B5EF4-FFF2-40B4-BE49-F238E27FC236}">
                    <a16:creationId xmlns:a16="http://schemas.microsoft.com/office/drawing/2014/main" id="{4961F478-2C07-4A07-8743-B891BE26FE55}"/>
                  </a:ext>
                </a:extLst>
              </p:cNvPr>
              <p:cNvSpPr/>
              <p:nvPr/>
            </p:nvSpPr>
            <p:spPr>
              <a:xfrm rot="20940000">
                <a:off x="889926" y="1655518"/>
                <a:ext cx="1584000" cy="18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rtlCol="0" anchor="ctr"/>
              <a:lstStyle/>
              <a:p>
                <a:pPr algn="l"/>
                <a:endParaRPr lang="en-GB" sz="1200" dirty="0"/>
              </a:p>
            </p:txBody>
          </p:sp>
          <p:sp>
            <p:nvSpPr>
              <p:cNvPr id="62" name="Rechteck 61">
                <a:extLst>
                  <a:ext uri="{FF2B5EF4-FFF2-40B4-BE49-F238E27FC236}">
                    <a16:creationId xmlns:a16="http://schemas.microsoft.com/office/drawing/2014/main" id="{35BC2FC5-E190-49FF-B390-2FA4C526F1A6}"/>
                  </a:ext>
                </a:extLst>
              </p:cNvPr>
              <p:cNvSpPr/>
              <p:nvPr/>
            </p:nvSpPr>
            <p:spPr>
              <a:xfrm rot="660000" flipH="1">
                <a:off x="2433496" y="1655519"/>
                <a:ext cx="1584000" cy="18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rtlCol="0" anchor="ctr"/>
              <a:lstStyle/>
              <a:p>
                <a:pPr algn="l"/>
                <a:endParaRPr lang="en-GB" sz="1200" dirty="0"/>
              </a:p>
            </p:txBody>
          </p:sp>
        </p:grpSp>
        <p:grpSp>
          <p:nvGrpSpPr>
            <p:cNvPr id="66" name="Gruppieren 65">
              <a:extLst>
                <a:ext uri="{FF2B5EF4-FFF2-40B4-BE49-F238E27FC236}">
                  <a16:creationId xmlns:a16="http://schemas.microsoft.com/office/drawing/2014/main" id="{764B79C0-6E0C-45B6-82B9-E96BECD595ED}"/>
                </a:ext>
              </a:extLst>
            </p:cNvPr>
            <p:cNvGrpSpPr/>
            <p:nvPr/>
          </p:nvGrpSpPr>
          <p:grpSpPr>
            <a:xfrm>
              <a:off x="2463377" y="-262891"/>
              <a:ext cx="188912" cy="1534586"/>
              <a:chOff x="2372576" y="255216"/>
              <a:chExt cx="158041" cy="792000"/>
            </a:xfrm>
            <a:solidFill>
              <a:schemeClr val="bg1"/>
            </a:solidFill>
          </p:grpSpPr>
          <p:sp>
            <p:nvSpPr>
              <p:cNvPr id="64" name="Rechteck 63">
                <a:extLst>
                  <a:ext uri="{FF2B5EF4-FFF2-40B4-BE49-F238E27FC236}">
                    <a16:creationId xmlns:a16="http://schemas.microsoft.com/office/drawing/2014/main" id="{4491C25D-E0AA-4DC5-BDDE-A3BDD1F4BE3E}"/>
                  </a:ext>
                </a:extLst>
              </p:cNvPr>
              <p:cNvSpPr/>
              <p:nvPr/>
            </p:nvSpPr>
            <p:spPr>
              <a:xfrm rot="5400000" flipH="1">
                <a:off x="1985576" y="642216"/>
                <a:ext cx="792000" cy="18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rtlCol="0" anchor="ctr"/>
              <a:lstStyle/>
              <a:p>
                <a:pPr algn="l"/>
                <a:endParaRPr lang="en-GB" sz="1200" dirty="0"/>
              </a:p>
            </p:txBody>
          </p:sp>
          <p:sp>
            <p:nvSpPr>
              <p:cNvPr id="65" name="Rechteck 64">
                <a:extLst>
                  <a:ext uri="{FF2B5EF4-FFF2-40B4-BE49-F238E27FC236}">
                    <a16:creationId xmlns:a16="http://schemas.microsoft.com/office/drawing/2014/main" id="{F5F66A9F-8D86-44E5-85F8-DAEA960A04A3}"/>
                  </a:ext>
                </a:extLst>
              </p:cNvPr>
              <p:cNvSpPr/>
              <p:nvPr/>
            </p:nvSpPr>
            <p:spPr>
              <a:xfrm rot="5400000" flipH="1">
                <a:off x="2125617" y="642216"/>
                <a:ext cx="792000" cy="18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rtlCol="0" anchor="ctr"/>
              <a:lstStyle/>
              <a:p>
                <a:pPr algn="l"/>
                <a:endParaRPr lang="en-GB" sz="1200" dirty="0"/>
              </a:p>
            </p:txBody>
          </p:sp>
        </p:grp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8F9C0091-FDD7-48E8-8FED-06F2062508E1}"/>
              </a:ext>
            </a:extLst>
          </p:cNvPr>
          <p:cNvSpPr txBox="1"/>
          <p:nvPr/>
        </p:nvSpPr>
        <p:spPr>
          <a:xfrm>
            <a:off x="5760686" y="1868887"/>
            <a:ext cx="2680845" cy="821351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162000" tIns="108000" rIns="162000" bIns="108000" rtlCol="0">
            <a:spAutoFit/>
          </a:bodyPr>
          <a:lstStyle>
            <a:lvl1pPr lv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None/>
              <a:defRPr sz="1200"/>
            </a:lvl1pPr>
            <a:lvl2pPr marL="180000" lvl="1" indent="-18000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1200"/>
            </a:lvl2pPr>
            <a:lvl3pPr marL="360000" lvl="2" indent="-18000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/>
            </a:lvl3pPr>
            <a:lvl4pPr marL="540000" lvl="3" indent="-18000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/>
            </a:lvl4pPr>
            <a:lvl5pPr marL="0" lvl="4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None/>
              <a:defRPr sz="1500"/>
            </a:lvl5pPr>
            <a:lvl6pPr marL="0" lvl="5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200" b="1"/>
            </a:lvl6pPr>
            <a:lvl7pPr marL="180000" lvl="6" indent="-18000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Clr>
                <a:schemeClr val="accent4"/>
              </a:buClr>
              <a:buFont typeface="+mj-lt"/>
              <a:buAutoNum type="arabicPeriod"/>
              <a:defRPr sz="1200"/>
            </a:lvl7pPr>
            <a:lvl8pPr marL="25717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8pPr>
            <a:lvl9pPr marL="29146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9pPr>
          </a:lstStyle>
          <a:p>
            <a:pPr lvl="5">
              <a:spcAft>
                <a:spcPts val="500"/>
              </a:spcAft>
            </a:pPr>
            <a:r>
              <a:rPr lang="pt-BR" sz="1200" b="0" i="0" dirty="0">
                <a:effectLst/>
                <a:latin typeface="Delivery" panose="020F0503020204020204" pitchFamily="34" charset="0"/>
                <a:ea typeface="Delivery" panose="020F0503020204020204" pitchFamily="34" charset="0"/>
                <a:cs typeface="Delivery" panose="020F0503020204020204" pitchFamily="34" charset="0"/>
              </a:rPr>
              <a:t>O expedidor é responsável por cumprir os requisitos da </a:t>
            </a:r>
            <a:r>
              <a:rPr lang="pt-BR" sz="1200" b="1" i="0" dirty="0">
                <a:effectLst/>
                <a:latin typeface="Delivery" panose="020F0503020204020204" pitchFamily="34" charset="0"/>
                <a:ea typeface="Delivery" panose="020F0503020204020204" pitchFamily="34" charset="0"/>
                <a:cs typeface="Delivery" panose="020F0503020204020204" pitchFamily="34" charset="0"/>
              </a:rPr>
              <a:t>regulamentação</a:t>
            </a:r>
            <a:r>
              <a:rPr lang="pt-BR" sz="1200" dirty="0">
                <a:latin typeface="Delivery" panose="020F0503020204020204" pitchFamily="34" charset="0"/>
                <a:ea typeface="Delivery" panose="020F0503020204020204" pitchFamily="34" charset="0"/>
                <a:cs typeface="Delivery" panose="020F0503020204020204" pitchFamily="34" charset="0"/>
              </a:rPr>
              <a:t>!</a:t>
            </a:r>
            <a:endParaRPr lang="de-DE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0B1BFAB-50BE-4E37-BE02-FE9E26B1D29C}"/>
              </a:ext>
            </a:extLst>
          </p:cNvPr>
          <p:cNvSpPr txBox="1"/>
          <p:nvPr/>
        </p:nvSpPr>
        <p:spPr>
          <a:xfrm>
            <a:off x="254530" y="1949674"/>
            <a:ext cx="4803687" cy="2594795"/>
          </a:xfrm>
          <a:prstGeom prst="rect">
            <a:avLst/>
          </a:prstGeom>
          <a:solidFill>
            <a:schemeClr val="bg1"/>
          </a:solidFill>
        </p:spPr>
        <p:txBody>
          <a:bodyPr vert="horz" lIns="162000" tIns="108000" rIns="162000" bIns="108000" rtlCol="0">
            <a:noAutofit/>
          </a:bodyPr>
          <a:lstStyle>
            <a:lvl1pPr lv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None/>
              <a:defRPr sz="1200"/>
            </a:lvl1pPr>
            <a:lvl2pPr marL="180000" lvl="1" indent="-18000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1200"/>
            </a:lvl2pPr>
            <a:lvl3pPr marL="360000" lvl="2" indent="-18000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/>
            </a:lvl3pPr>
            <a:lvl4pPr marL="540000" lvl="3" indent="-18000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/>
            </a:lvl4pPr>
            <a:lvl5pPr marL="0" lvl="4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None/>
              <a:defRPr sz="1500"/>
            </a:lvl5pPr>
            <a:lvl6pPr marL="0" lvl="5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200" b="1"/>
            </a:lvl6pPr>
            <a:lvl7pPr marL="180000" lvl="6" indent="-18000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Clr>
                <a:schemeClr val="accent4"/>
              </a:buClr>
              <a:buFont typeface="+mj-lt"/>
              <a:buAutoNum type="arabicPeriod"/>
              <a:defRPr sz="1200"/>
            </a:lvl7pPr>
            <a:lvl8pPr marL="25717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8pPr>
            <a:lvl9pPr marL="29146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9pPr>
          </a:lstStyle>
          <a:p>
            <a:r>
              <a:rPr lang="pt-BR" b="0" i="0" dirty="0">
                <a:latin typeface="Delivery" panose="020F0503020204020204" pitchFamily="34" charset="0"/>
                <a:ea typeface="Delivery" panose="020F0503020204020204" pitchFamily="34" charset="0"/>
                <a:cs typeface="Delivery" panose="020F0503020204020204" pitchFamily="34" charset="0"/>
              </a:rPr>
              <a:t>A DHL Express solicita o </a:t>
            </a:r>
            <a:r>
              <a:rPr lang="pt-BR" b="1" i="0" dirty="0">
                <a:latin typeface="Delivery" panose="020F0503020204020204" pitchFamily="34" charset="0"/>
                <a:ea typeface="Delivery" panose="020F0503020204020204" pitchFamily="34" charset="0"/>
                <a:cs typeface="Delivery" panose="020F0503020204020204" pitchFamily="34" charset="0"/>
              </a:rPr>
              <a:t>certificado DG IATA</a:t>
            </a:r>
            <a:r>
              <a:rPr lang="pt-BR" b="0" i="0" dirty="0">
                <a:latin typeface="Delivery" panose="020F0503020204020204" pitchFamily="34" charset="0"/>
                <a:ea typeface="Delivery" panose="020F0503020204020204" pitchFamily="34" charset="0"/>
                <a:cs typeface="Delivery" panose="020F0503020204020204" pitchFamily="34" charset="0"/>
              </a:rPr>
              <a:t> do cliente para transporte de cargas perigosas no modal aéreo porque além de ser obrigatório por norma (IATA), precisamos garantir a conformidade regulatória, segurança, responsabilidade e gerenciamento de riscos.</a:t>
            </a:r>
          </a:p>
          <a:p>
            <a:endParaRPr lang="pt-BR" dirty="0">
              <a:latin typeface="Delivery" panose="020F0503020204020204" pitchFamily="34" charset="0"/>
              <a:ea typeface="Delivery" panose="020F0503020204020204" pitchFamily="34" charset="0"/>
              <a:cs typeface="Delivery" panose="020F0503020204020204" pitchFamily="34" charset="0"/>
            </a:endParaRPr>
          </a:p>
          <a:p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elivery" panose="020F0503020204020204" pitchFamily="34" charset="0"/>
                <a:ea typeface="Delivery" panose="020F0503020204020204" pitchFamily="34" charset="0"/>
                <a:cs typeface="Delivery" panose="020F0503020204020204" pitchFamily="34" charset="0"/>
              </a:rPr>
              <a:t>Certificado não exigido para as aprovações de:</a:t>
            </a:r>
          </a:p>
          <a:p>
            <a:pPr marL="171450" indent="-171450"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pt-BR" dirty="0">
                <a:latin typeface="Delivery" panose="020F0503020204020204" pitchFamily="34" charset="0"/>
                <a:ea typeface="Delivery" panose="020F0503020204020204" pitchFamily="34" charset="0"/>
                <a:cs typeface="Delivery" panose="020F0503020204020204" pitchFamily="34" charset="0"/>
              </a:rPr>
              <a:t>Baterias de lítio Sec II (UN3481 ou UN3091);</a:t>
            </a:r>
          </a:p>
          <a:p>
            <a:pPr marL="171450" indent="-171450"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pt-BR" dirty="0">
                <a:latin typeface="Delivery" panose="020F0503020204020204" pitchFamily="34" charset="0"/>
                <a:ea typeface="Delivery" panose="020F0503020204020204" pitchFamily="34" charset="0"/>
                <a:cs typeface="Delivery" panose="020F0503020204020204" pitchFamily="34" charset="0"/>
              </a:rPr>
              <a:t>Bológicos categoria B (UN3373).</a:t>
            </a:r>
          </a:p>
          <a:p>
            <a:endParaRPr lang="pt-BR" dirty="0">
              <a:latin typeface="Delivery" panose="020F0503020204020204" pitchFamily="34" charset="0"/>
              <a:ea typeface="Delivery" panose="020F0503020204020204" pitchFamily="34" charset="0"/>
              <a:cs typeface="Delivery" panose="020F0503020204020204" pitchFamily="34" charset="0"/>
            </a:endParaRPr>
          </a:p>
          <a:p>
            <a:r>
              <a:rPr lang="pt-BR" b="1" dirty="0">
                <a:solidFill>
                  <a:srgbClr val="C00000"/>
                </a:solidFill>
                <a:latin typeface="Delivery" panose="020F0503020204020204" pitchFamily="34" charset="0"/>
                <a:ea typeface="Delivery" panose="020F0503020204020204" pitchFamily="34" charset="0"/>
                <a:cs typeface="Delivery" panose="020F0503020204020204" pitchFamily="34" charset="0"/>
              </a:rPr>
              <a:t>**PROIBIDO ENVIOS EM CONTAS CASH**</a:t>
            </a:r>
          </a:p>
          <a:p>
            <a:pPr lvl="5">
              <a:spcAft>
                <a:spcPts val="500"/>
              </a:spcAft>
            </a:pPr>
            <a:endParaRPr lang="de-DE" dirty="0"/>
          </a:p>
        </p:txBody>
      </p:sp>
      <p:pic>
        <p:nvPicPr>
          <p:cNvPr id="3" name="Picture 4" descr="Iata logo - Ícones Social media e Logos">
            <a:extLst>
              <a:ext uri="{FF2B5EF4-FFF2-40B4-BE49-F238E27FC236}">
                <a16:creationId xmlns:a16="http://schemas.microsoft.com/office/drawing/2014/main" id="{7A9246A3-BE1C-DBF3-B2A8-A2641E87E9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3184" y="2603845"/>
            <a:ext cx="2539655" cy="2539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Footer Placeholder 14">
            <a:extLst>
              <a:ext uri="{FF2B5EF4-FFF2-40B4-BE49-F238E27FC236}">
                <a16:creationId xmlns:a16="http://schemas.microsoft.com/office/drawing/2014/main" id="{DA870CF6-A2FB-9826-3B8F-7C32ED24D90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23999" y="4803982"/>
            <a:ext cx="8117532" cy="138499"/>
          </a:xfrm>
        </p:spPr>
        <p:txBody>
          <a:bodyPr/>
          <a:lstStyle/>
          <a:p>
            <a:r>
              <a:rPr lang="en-US" dirty="0"/>
              <a:t>DHL | Cargas </a:t>
            </a:r>
            <a:r>
              <a:rPr lang="en-US" dirty="0" err="1"/>
              <a:t>Perigosas</a:t>
            </a:r>
            <a:r>
              <a:rPr lang="en-US" dirty="0"/>
              <a:t>| </a:t>
            </a:r>
            <a:r>
              <a:rPr lang="de-DE" dirty="0"/>
              <a:t>Agosto</a:t>
            </a:r>
            <a:r>
              <a:rPr lang="en-US" dirty="0"/>
              <a:t> 2025</a:t>
            </a:r>
          </a:p>
        </p:txBody>
      </p:sp>
    </p:spTree>
    <p:extLst>
      <p:ext uri="{BB962C8B-B14F-4D97-AF65-F5344CB8AC3E}">
        <p14:creationId xmlns:p14="http://schemas.microsoft.com/office/powerpoint/2010/main" val="16136656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6FB23-BFF1-4F14-9E78-7D16429C0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Conta</a:t>
            </a:r>
            <a:r>
              <a:rPr lang="en-US" dirty="0"/>
              <a:t> </a:t>
            </a:r>
            <a:r>
              <a:rPr lang="en-US" dirty="0" err="1"/>
              <a:t>Aprovada</a:t>
            </a:r>
            <a:endParaRPr lang="en-GB" dirty="0"/>
          </a:p>
        </p:txBody>
      </p:sp>
      <p:sp>
        <p:nvSpPr>
          <p:cNvPr id="26" name="Foliennummernplatzhalter 3">
            <a:extLst>
              <a:ext uri="{FF2B5EF4-FFF2-40B4-BE49-F238E27FC236}">
                <a16:creationId xmlns:a16="http://schemas.microsoft.com/office/drawing/2014/main" id="{6E8D39B6-3E80-C249-93ED-C3C3FE2257B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245BC1-4D7B-4ED3-8F01-840FA35126C6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19" name="Rectangle 9">
            <a:extLst>
              <a:ext uri="{FF2B5EF4-FFF2-40B4-BE49-F238E27FC236}">
                <a16:creationId xmlns:a16="http://schemas.microsoft.com/office/drawing/2014/main" id="{0F76C882-7673-4F79-9DDF-23CF5B97160E}"/>
              </a:ext>
            </a:extLst>
          </p:cNvPr>
          <p:cNvSpPr/>
          <p:nvPr/>
        </p:nvSpPr>
        <p:spPr>
          <a:xfrm>
            <a:off x="323850" y="1148567"/>
            <a:ext cx="1269074" cy="352894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4000" tIns="144000" rIns="144000" bIns="14400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7" name="Rechteck 36"/>
          <p:cNvSpPr/>
          <p:nvPr/>
        </p:nvSpPr>
        <p:spPr>
          <a:xfrm>
            <a:off x="444209" y="1813232"/>
            <a:ext cx="103425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b="1" dirty="0" err="1"/>
              <a:t>Formulários</a:t>
            </a:r>
            <a:endParaRPr lang="en-US" sz="1200" dirty="0"/>
          </a:p>
        </p:txBody>
      </p:sp>
      <p:sp>
        <p:nvSpPr>
          <p:cNvPr id="38" name="Plus 37"/>
          <p:cNvSpPr/>
          <p:nvPr/>
        </p:nvSpPr>
        <p:spPr>
          <a:xfrm>
            <a:off x="870437" y="2184401"/>
            <a:ext cx="185618" cy="185616"/>
          </a:xfrm>
          <a:prstGeom prst="mathPlus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l"/>
            <a:endParaRPr lang="de-DE" sz="1200" dirty="0"/>
          </a:p>
        </p:txBody>
      </p:sp>
      <p:sp>
        <p:nvSpPr>
          <p:cNvPr id="40" name="Rechteck 39"/>
          <p:cNvSpPr/>
          <p:nvPr/>
        </p:nvSpPr>
        <p:spPr>
          <a:xfrm>
            <a:off x="368066" y="2961032"/>
            <a:ext cx="118654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b="1" dirty="0" err="1"/>
              <a:t>Certificado</a:t>
            </a:r>
            <a:r>
              <a:rPr lang="en-US" sz="1200" b="1" dirty="0"/>
              <a:t> DG</a:t>
            </a:r>
            <a:endParaRPr lang="en-US" sz="1200" dirty="0"/>
          </a:p>
        </p:txBody>
      </p:sp>
      <p:sp>
        <p:nvSpPr>
          <p:cNvPr id="42" name="Gleich 41"/>
          <p:cNvSpPr/>
          <p:nvPr/>
        </p:nvSpPr>
        <p:spPr>
          <a:xfrm>
            <a:off x="873695" y="3387319"/>
            <a:ext cx="175190" cy="175190"/>
          </a:xfrm>
          <a:prstGeom prst="mathEqual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l"/>
            <a:endParaRPr lang="de-DE" sz="1200" dirty="0">
              <a:solidFill>
                <a:schemeClr val="tx1"/>
              </a:solidFill>
            </a:endParaRPr>
          </a:p>
        </p:txBody>
      </p:sp>
      <p:sp>
        <p:nvSpPr>
          <p:cNvPr id="44" name="Rechteck 43"/>
          <p:cNvSpPr/>
          <p:nvPr/>
        </p:nvSpPr>
        <p:spPr>
          <a:xfrm>
            <a:off x="325588" y="4257529"/>
            <a:ext cx="127150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b="1" dirty="0" err="1"/>
              <a:t>Conta</a:t>
            </a:r>
            <a:r>
              <a:rPr lang="en-US" sz="1200" b="1" dirty="0"/>
              <a:t> </a:t>
            </a:r>
            <a:r>
              <a:rPr lang="en-US" sz="1200" b="1" dirty="0" err="1"/>
              <a:t>aprovada</a:t>
            </a:r>
            <a:endParaRPr lang="en-US" sz="1200" dirty="0"/>
          </a:p>
        </p:txBody>
      </p:sp>
      <p:sp>
        <p:nvSpPr>
          <p:cNvPr id="86" name="Rectangle 9">
            <a:extLst>
              <a:ext uri="{FF2B5EF4-FFF2-40B4-BE49-F238E27FC236}">
                <a16:creationId xmlns:a16="http://schemas.microsoft.com/office/drawing/2014/main" id="{0F76C882-7673-4F79-9DDF-23CF5B97160E}"/>
              </a:ext>
            </a:extLst>
          </p:cNvPr>
          <p:cNvSpPr/>
          <p:nvPr/>
        </p:nvSpPr>
        <p:spPr>
          <a:xfrm>
            <a:off x="2413000" y="2672944"/>
            <a:ext cx="6410568" cy="74501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 algn="ctr"/>
            <a:r>
              <a:rPr lang="pt-BR" sz="1400" b="1" dirty="0">
                <a:solidFill>
                  <a:schemeClr val="tx1"/>
                </a:solidFill>
              </a:rPr>
              <a:t>Após aprovação, embarque liberado de todos os produtos permitidos para todos os destinos abertos</a:t>
            </a:r>
          </a:p>
        </p:txBody>
      </p:sp>
      <p:sp>
        <p:nvSpPr>
          <p:cNvPr id="47" name="Grafik 47">
            <a:extLst>
              <a:ext uri="{FF2B5EF4-FFF2-40B4-BE49-F238E27FC236}">
                <a16:creationId xmlns:a16="http://schemas.microsoft.com/office/drawing/2014/main" id="{B7B77724-F33C-4255-BAC1-8529C3B2AE3B}"/>
              </a:ext>
            </a:extLst>
          </p:cNvPr>
          <p:cNvSpPr/>
          <p:nvPr/>
        </p:nvSpPr>
        <p:spPr>
          <a:xfrm>
            <a:off x="1886139" y="2942944"/>
            <a:ext cx="233646" cy="201216"/>
          </a:xfrm>
          <a:custGeom>
            <a:avLst/>
            <a:gdLst>
              <a:gd name="connsiteX0" fmla="*/ 213968 w 214338"/>
              <a:gd name="connsiteY0" fmla="*/ 93112 h 184589"/>
              <a:gd name="connsiteX1" fmla="*/ 214339 w 214338"/>
              <a:gd name="connsiteY1" fmla="*/ 92741 h 184589"/>
              <a:gd name="connsiteX2" fmla="*/ 122042 w 214338"/>
              <a:gd name="connsiteY2" fmla="*/ 0 h 184589"/>
              <a:gd name="connsiteX3" fmla="*/ 95243 w 214338"/>
              <a:gd name="connsiteY3" fmla="*/ 26786 h 184589"/>
              <a:gd name="connsiteX4" fmla="*/ 143039 w 214338"/>
              <a:gd name="connsiteY4" fmla="*/ 74810 h 184589"/>
              <a:gd name="connsiteX5" fmla="*/ 0 w 214338"/>
              <a:gd name="connsiteY5" fmla="*/ 74810 h 184589"/>
              <a:gd name="connsiteX6" fmla="*/ 3 w 214338"/>
              <a:gd name="connsiteY6" fmla="*/ 112691 h 184589"/>
              <a:gd name="connsiteX7" fmla="*/ 141500 w 214338"/>
              <a:gd name="connsiteY7" fmla="*/ 112691 h 184589"/>
              <a:gd name="connsiteX8" fmla="*/ 96346 w 214338"/>
              <a:gd name="connsiteY8" fmla="*/ 157804 h 184589"/>
              <a:gd name="connsiteX9" fmla="*/ 123145 w 214338"/>
              <a:gd name="connsiteY9" fmla="*/ 184590 h 184589"/>
              <a:gd name="connsiteX10" fmla="*/ 214339 w 214338"/>
              <a:gd name="connsiteY10" fmla="*/ 93483 h 184589"/>
              <a:gd name="connsiteX11" fmla="*/ 213968 w 214338"/>
              <a:gd name="connsiteY11" fmla="*/ 93112 h 1845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14338" h="184589">
                <a:moveTo>
                  <a:pt x="213968" y="93112"/>
                </a:moveTo>
                <a:lnTo>
                  <a:pt x="214339" y="92741"/>
                </a:lnTo>
                <a:lnTo>
                  <a:pt x="122042" y="0"/>
                </a:lnTo>
                <a:lnTo>
                  <a:pt x="95243" y="26786"/>
                </a:lnTo>
                <a:lnTo>
                  <a:pt x="143039" y="74810"/>
                </a:lnTo>
                <a:lnTo>
                  <a:pt x="0" y="74810"/>
                </a:lnTo>
                <a:lnTo>
                  <a:pt x="3" y="112691"/>
                </a:lnTo>
                <a:lnTo>
                  <a:pt x="141500" y="112691"/>
                </a:lnTo>
                <a:lnTo>
                  <a:pt x="96346" y="157804"/>
                </a:lnTo>
                <a:lnTo>
                  <a:pt x="123145" y="184590"/>
                </a:lnTo>
                <a:lnTo>
                  <a:pt x="214339" y="93483"/>
                </a:lnTo>
                <a:lnTo>
                  <a:pt x="213968" y="93112"/>
                </a:lnTo>
                <a:close/>
              </a:path>
            </a:pathLst>
          </a:custGeom>
          <a:solidFill>
            <a:srgbClr val="000000"/>
          </a:solidFill>
          <a:ln w="25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4" name="Grafik 259">
            <a:extLst>
              <a:ext uri="{FF2B5EF4-FFF2-40B4-BE49-F238E27FC236}">
                <a16:creationId xmlns:a16="http://schemas.microsoft.com/office/drawing/2014/main" id="{64B7E366-8BA7-FEF7-3294-32625F2593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2688" y="2405019"/>
            <a:ext cx="603002" cy="603002"/>
          </a:xfrm>
          <a:prstGeom prst="rect">
            <a:avLst/>
          </a:prstGeom>
        </p:spPr>
      </p:pic>
      <p:pic>
        <p:nvPicPr>
          <p:cNvPr id="5" name="Grafik 239">
            <a:extLst>
              <a:ext uri="{FF2B5EF4-FFF2-40B4-BE49-F238E27FC236}">
                <a16:creationId xmlns:a16="http://schemas.microsoft.com/office/drawing/2014/main" id="{953023E8-799A-86A8-1A47-6C99E11E91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2643" y="1192477"/>
            <a:ext cx="608243" cy="608243"/>
          </a:xfrm>
          <a:prstGeom prst="rect">
            <a:avLst/>
          </a:prstGeom>
        </p:spPr>
      </p:pic>
      <p:pic>
        <p:nvPicPr>
          <p:cNvPr id="6" name="Grafik 212">
            <a:extLst>
              <a:ext uri="{FF2B5EF4-FFF2-40B4-BE49-F238E27FC236}">
                <a16:creationId xmlns:a16="http://schemas.microsoft.com/office/drawing/2014/main" id="{A9B68708-C008-3072-D29B-D46777D7E2D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0862" y="3658380"/>
            <a:ext cx="664828" cy="599149"/>
          </a:xfrm>
          <a:prstGeom prst="rect">
            <a:avLst/>
          </a:prstGeom>
        </p:spPr>
      </p:pic>
      <p:sp>
        <p:nvSpPr>
          <p:cNvPr id="7" name="Footer Placeholder 14">
            <a:extLst>
              <a:ext uri="{FF2B5EF4-FFF2-40B4-BE49-F238E27FC236}">
                <a16:creationId xmlns:a16="http://schemas.microsoft.com/office/drawing/2014/main" id="{7D48284B-0497-E562-87CA-F7A3E5F8CFA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23999" y="4803982"/>
            <a:ext cx="8117532" cy="138499"/>
          </a:xfrm>
        </p:spPr>
        <p:txBody>
          <a:bodyPr/>
          <a:lstStyle/>
          <a:p>
            <a:r>
              <a:rPr lang="en-US" dirty="0"/>
              <a:t>DHL | Cargas </a:t>
            </a:r>
            <a:r>
              <a:rPr lang="en-US" dirty="0" err="1"/>
              <a:t>Perigosas</a:t>
            </a:r>
            <a:r>
              <a:rPr lang="en-US" dirty="0"/>
              <a:t>| </a:t>
            </a:r>
            <a:r>
              <a:rPr lang="de-DE" dirty="0"/>
              <a:t>Agosto</a:t>
            </a:r>
            <a:r>
              <a:rPr lang="en-US" dirty="0"/>
              <a:t> 2025</a:t>
            </a:r>
          </a:p>
        </p:txBody>
      </p:sp>
    </p:spTree>
    <p:extLst>
      <p:ext uri="{BB962C8B-B14F-4D97-AF65-F5344CB8AC3E}">
        <p14:creationId xmlns:p14="http://schemas.microsoft.com/office/powerpoint/2010/main" val="37428052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Rectangle 20">
            <a:extLst>
              <a:ext uri="{FF2B5EF4-FFF2-40B4-BE49-F238E27FC236}">
                <a16:creationId xmlns:a16="http://schemas.microsoft.com/office/drawing/2014/main" id="{5A0D7D25-08F3-BB47-A518-FA6298A8ABEF}"/>
              </a:ext>
            </a:extLst>
          </p:cNvPr>
          <p:cNvSpPr/>
          <p:nvPr/>
        </p:nvSpPr>
        <p:spPr>
          <a:xfrm>
            <a:off x="5368945" y="-41013"/>
            <a:ext cx="3852671" cy="5144400"/>
          </a:xfrm>
          <a:prstGeom prst="rect">
            <a:avLst/>
          </a:prstGeom>
          <a:solidFill>
            <a:schemeClr val="bg1">
              <a:alpha val="2980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8592DD-E49D-43E6-BB6A-554CF833A53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245BC1-4D7B-4ED3-8F01-840FA35126C6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47" name="Grafik 46">
            <a:extLst>
              <a:ext uri="{FF2B5EF4-FFF2-40B4-BE49-F238E27FC236}">
                <a16:creationId xmlns:a16="http://schemas.microsoft.com/office/drawing/2014/main" id="{53E6980B-77CA-DB49-8BE6-E3835ACE2B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2950" y="2552700"/>
            <a:ext cx="38100" cy="38100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E6909EF8-F8E4-5544-AEA9-A4C979F0B184}"/>
              </a:ext>
            </a:extLst>
          </p:cNvPr>
          <p:cNvSpPr txBox="1"/>
          <p:nvPr/>
        </p:nvSpPr>
        <p:spPr>
          <a:xfrm>
            <a:off x="500332" y="1639019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endParaRPr lang="de-DE" sz="1200" dirty="0" err="1"/>
          </a:p>
        </p:txBody>
      </p:sp>
      <p:pic>
        <p:nvPicPr>
          <p:cNvPr id="17" name="Grafik 47">
            <a:extLst>
              <a:ext uri="{FF2B5EF4-FFF2-40B4-BE49-F238E27FC236}">
                <a16:creationId xmlns:a16="http://schemas.microsoft.com/office/drawing/2014/main" id="{1B0E940A-0C8B-5908-29B2-AC43E3B8CF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72923" y="630058"/>
            <a:ext cx="945658" cy="945658"/>
          </a:xfrm>
          <a:prstGeom prst="rect">
            <a:avLst/>
          </a:prstGeom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80828BDE-8064-3C8D-5FA5-DDBEA3258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Sobretaxas</a:t>
            </a:r>
            <a:endParaRPr lang="en-DE" dirty="0"/>
          </a:p>
        </p:txBody>
      </p:sp>
      <p:sp>
        <p:nvSpPr>
          <p:cNvPr id="19" name="Content Placeholder 19">
            <a:extLst>
              <a:ext uri="{FF2B5EF4-FFF2-40B4-BE49-F238E27FC236}">
                <a16:creationId xmlns:a16="http://schemas.microsoft.com/office/drawing/2014/main" id="{AE2A91D7-DF1C-DB54-3B1D-DC6373BC4D4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24001" y="1150938"/>
            <a:ext cx="4644724" cy="3530600"/>
          </a:xfrm>
        </p:spPr>
        <p:txBody>
          <a:bodyPr/>
          <a:lstStyle/>
          <a:p>
            <a:pPr lvl="4"/>
            <a:r>
              <a:rPr lang="pt-BR" dirty="0"/>
              <a:t>As sobretaxas para o transporte de cargas perigosas são aplicadas para cobrir os custos adicionais e os riscos associados a essas operações, garantindo a segurança durante todo o processo de transporte.</a:t>
            </a:r>
          </a:p>
          <a:p>
            <a:pPr lvl="4"/>
            <a:endParaRPr lang="pt-BR" dirty="0"/>
          </a:p>
          <a:p>
            <a:pPr lvl="5"/>
            <a:r>
              <a:rPr lang="pt-BR" sz="1400" dirty="0"/>
              <a:t>PARA QUAIS PRODUTOS SÃO APLICÁVEIS?</a:t>
            </a:r>
          </a:p>
          <a:p>
            <a:pPr lvl="1"/>
            <a:r>
              <a:rPr lang="pt-BR" sz="1400" dirty="0"/>
              <a:t>Bateria de Lítio Acompanhada;</a:t>
            </a:r>
          </a:p>
          <a:p>
            <a:pPr lvl="1"/>
            <a:r>
              <a:rPr lang="pt-BR" sz="1400" dirty="0"/>
              <a:t>Gelo Seco;</a:t>
            </a:r>
          </a:p>
          <a:p>
            <a:pPr lvl="1"/>
            <a:r>
              <a:rPr lang="pt-BR" sz="1400" dirty="0"/>
              <a:t>Excepted Quantity;</a:t>
            </a:r>
          </a:p>
          <a:p>
            <a:pPr lvl="1"/>
            <a:r>
              <a:rPr lang="pt-BR" sz="1400" dirty="0"/>
              <a:t>ID8000;</a:t>
            </a:r>
          </a:p>
          <a:p>
            <a:pPr lvl="1"/>
            <a:r>
              <a:rPr lang="pt-BR" sz="1400" dirty="0"/>
              <a:t>Full DG.</a:t>
            </a:r>
          </a:p>
          <a:p>
            <a:pPr lvl="4"/>
            <a:endParaRPr lang="pt-BR" sz="1200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DE" dirty="0"/>
          </a:p>
        </p:txBody>
      </p:sp>
      <p:pic>
        <p:nvPicPr>
          <p:cNvPr id="9" name="Grafik 266">
            <a:extLst>
              <a:ext uri="{FF2B5EF4-FFF2-40B4-BE49-F238E27FC236}">
                <a16:creationId xmlns:a16="http://schemas.microsoft.com/office/drawing/2014/main" id="{3148017B-3022-742B-F159-23FB0518FD1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99332" y="1636391"/>
            <a:ext cx="353405" cy="353405"/>
          </a:xfrm>
          <a:prstGeom prst="rect">
            <a:avLst/>
          </a:prstGeom>
        </p:spPr>
      </p:pic>
      <p:pic>
        <p:nvPicPr>
          <p:cNvPr id="10" name="Grafik 269">
            <a:extLst>
              <a:ext uri="{FF2B5EF4-FFF2-40B4-BE49-F238E27FC236}">
                <a16:creationId xmlns:a16="http://schemas.microsoft.com/office/drawing/2014/main" id="{0D248DE1-A1ED-C4B4-4459-91F3487E557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20150" y="2019954"/>
            <a:ext cx="549333" cy="549333"/>
          </a:xfrm>
          <a:prstGeom prst="rect">
            <a:avLst/>
          </a:prstGeom>
        </p:spPr>
      </p:pic>
      <p:pic>
        <p:nvPicPr>
          <p:cNvPr id="21" name="Grafik 346">
            <a:extLst>
              <a:ext uri="{FF2B5EF4-FFF2-40B4-BE49-F238E27FC236}">
                <a16:creationId xmlns:a16="http://schemas.microsoft.com/office/drawing/2014/main" id="{90417760-D881-6C8B-8E81-42AC9E16096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030483" y="2816340"/>
            <a:ext cx="543348" cy="543348"/>
          </a:xfrm>
          <a:prstGeom prst="rect">
            <a:avLst/>
          </a:prstGeom>
        </p:spPr>
      </p:pic>
      <p:pic>
        <p:nvPicPr>
          <p:cNvPr id="14" name="Grafik 43">
            <a:extLst>
              <a:ext uri="{FF2B5EF4-FFF2-40B4-BE49-F238E27FC236}">
                <a16:creationId xmlns:a16="http://schemas.microsoft.com/office/drawing/2014/main" id="{F991D6BE-9F8E-708D-C9EA-B1FFC45E883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234836" y="866114"/>
            <a:ext cx="652962" cy="652962"/>
          </a:xfrm>
          <a:prstGeom prst="rect">
            <a:avLst/>
          </a:prstGeom>
        </p:spPr>
      </p:pic>
      <p:pic>
        <p:nvPicPr>
          <p:cNvPr id="15" name="Grafik 44">
            <a:extLst>
              <a:ext uri="{FF2B5EF4-FFF2-40B4-BE49-F238E27FC236}">
                <a16:creationId xmlns:a16="http://schemas.microsoft.com/office/drawing/2014/main" id="{FFC98177-7F79-4CA5-C655-405A01E8CE0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111042" y="3529431"/>
            <a:ext cx="716882" cy="716882"/>
          </a:xfrm>
          <a:prstGeom prst="rect">
            <a:avLst/>
          </a:prstGeom>
        </p:spPr>
      </p:pic>
      <p:pic>
        <p:nvPicPr>
          <p:cNvPr id="2" name="Grafik 261">
            <a:extLst>
              <a:ext uri="{FF2B5EF4-FFF2-40B4-BE49-F238E27FC236}">
                <a16:creationId xmlns:a16="http://schemas.microsoft.com/office/drawing/2014/main" id="{905995CD-94F0-38D9-7F06-9D21FE6789DA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535340" y="1806470"/>
            <a:ext cx="649133" cy="649133"/>
          </a:xfrm>
          <a:prstGeom prst="rect">
            <a:avLst/>
          </a:prstGeom>
        </p:spPr>
      </p:pic>
      <p:pic>
        <p:nvPicPr>
          <p:cNvPr id="22" name="Grafik 298">
            <a:extLst>
              <a:ext uri="{FF2B5EF4-FFF2-40B4-BE49-F238E27FC236}">
                <a16:creationId xmlns:a16="http://schemas.microsoft.com/office/drawing/2014/main" id="{C3841780-B60E-B00D-4BAA-B95B0C627B22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823131" y="3720425"/>
            <a:ext cx="543348" cy="543348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833F51C-9C92-93CA-9919-B7F8AC27A041}"/>
              </a:ext>
            </a:extLst>
          </p:cNvPr>
          <p:cNvCxnSpPr>
            <a:cxnSpLocks/>
          </p:cNvCxnSpPr>
          <p:nvPr/>
        </p:nvCxnSpPr>
        <p:spPr>
          <a:xfrm flipH="1">
            <a:off x="6659150" y="3251850"/>
            <a:ext cx="146019" cy="255733"/>
          </a:xfrm>
          <a:prstGeom prst="line">
            <a:avLst/>
          </a:prstGeom>
          <a:ln w="12700">
            <a:solidFill>
              <a:srgbClr val="A3D0B8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7BCDBE9-8E0C-DF97-C187-28201C9FFB52}"/>
              </a:ext>
            </a:extLst>
          </p:cNvPr>
          <p:cNvCxnSpPr>
            <a:cxnSpLocks/>
          </p:cNvCxnSpPr>
          <p:nvPr/>
        </p:nvCxnSpPr>
        <p:spPr>
          <a:xfrm>
            <a:off x="7543218" y="3250654"/>
            <a:ext cx="239729" cy="425224"/>
          </a:xfrm>
          <a:prstGeom prst="line">
            <a:avLst/>
          </a:prstGeom>
          <a:ln w="12700">
            <a:solidFill>
              <a:srgbClr val="A3D0B8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DC73C19-F02E-244A-7DB2-7260BB092F54}"/>
              </a:ext>
            </a:extLst>
          </p:cNvPr>
          <p:cNvCxnSpPr>
            <a:cxnSpLocks/>
          </p:cNvCxnSpPr>
          <p:nvPr/>
        </p:nvCxnSpPr>
        <p:spPr>
          <a:xfrm>
            <a:off x="7158923" y="2004001"/>
            <a:ext cx="0" cy="451602"/>
          </a:xfrm>
          <a:prstGeom prst="line">
            <a:avLst/>
          </a:prstGeom>
          <a:ln w="12700">
            <a:solidFill>
              <a:srgbClr val="A3D0B8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94680D8E-9807-D2FC-C657-75DD62356600}"/>
              </a:ext>
            </a:extLst>
          </p:cNvPr>
          <p:cNvCxnSpPr>
            <a:cxnSpLocks/>
          </p:cNvCxnSpPr>
          <p:nvPr/>
        </p:nvCxnSpPr>
        <p:spPr>
          <a:xfrm>
            <a:off x="6883283" y="1442763"/>
            <a:ext cx="0" cy="1027583"/>
          </a:xfrm>
          <a:prstGeom prst="line">
            <a:avLst/>
          </a:prstGeom>
          <a:ln w="12700">
            <a:solidFill>
              <a:srgbClr val="A3D0B8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BB2C1BC9-4D77-7780-481A-666525142FBF}"/>
              </a:ext>
            </a:extLst>
          </p:cNvPr>
          <p:cNvCxnSpPr>
            <a:cxnSpLocks/>
          </p:cNvCxnSpPr>
          <p:nvPr/>
        </p:nvCxnSpPr>
        <p:spPr>
          <a:xfrm>
            <a:off x="6840035" y="1442763"/>
            <a:ext cx="0" cy="1027583"/>
          </a:xfrm>
          <a:prstGeom prst="line">
            <a:avLst/>
          </a:prstGeom>
          <a:ln w="12700">
            <a:solidFill>
              <a:srgbClr val="A3D0B8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C3E99495-0575-15D3-2F3A-DA52B210DF8C}"/>
              </a:ext>
            </a:extLst>
          </p:cNvPr>
          <p:cNvCxnSpPr>
            <a:cxnSpLocks/>
          </p:cNvCxnSpPr>
          <p:nvPr/>
        </p:nvCxnSpPr>
        <p:spPr>
          <a:xfrm flipV="1">
            <a:off x="7506699" y="2294620"/>
            <a:ext cx="93245" cy="193565"/>
          </a:xfrm>
          <a:prstGeom prst="line">
            <a:avLst/>
          </a:prstGeom>
          <a:ln w="12700">
            <a:solidFill>
              <a:srgbClr val="A3D0B8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D2F4ED26-F0FB-D146-8151-4149F7BDDB8A}"/>
              </a:ext>
            </a:extLst>
          </p:cNvPr>
          <p:cNvCxnSpPr>
            <a:cxnSpLocks/>
          </p:cNvCxnSpPr>
          <p:nvPr/>
        </p:nvCxnSpPr>
        <p:spPr>
          <a:xfrm>
            <a:off x="7580952" y="2838435"/>
            <a:ext cx="106164" cy="0"/>
          </a:xfrm>
          <a:prstGeom prst="line">
            <a:avLst/>
          </a:prstGeom>
          <a:ln w="12700">
            <a:solidFill>
              <a:srgbClr val="A3D0B8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30127B2E-785B-68B6-AD03-14225D28DB20}"/>
              </a:ext>
            </a:extLst>
          </p:cNvPr>
          <p:cNvCxnSpPr>
            <a:cxnSpLocks/>
          </p:cNvCxnSpPr>
          <p:nvPr/>
        </p:nvCxnSpPr>
        <p:spPr>
          <a:xfrm>
            <a:off x="7687116" y="2839727"/>
            <a:ext cx="343367" cy="304177"/>
          </a:xfrm>
          <a:prstGeom prst="line">
            <a:avLst/>
          </a:prstGeom>
          <a:ln w="12700">
            <a:solidFill>
              <a:srgbClr val="A3D0B8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151E9003-8499-535B-9F49-CADCAF8E4504}"/>
              </a:ext>
            </a:extLst>
          </p:cNvPr>
          <p:cNvCxnSpPr>
            <a:cxnSpLocks/>
          </p:cNvCxnSpPr>
          <p:nvPr/>
        </p:nvCxnSpPr>
        <p:spPr>
          <a:xfrm flipH="1">
            <a:off x="7381378" y="1516961"/>
            <a:ext cx="451874" cy="549694"/>
          </a:xfrm>
          <a:prstGeom prst="line">
            <a:avLst/>
          </a:prstGeom>
          <a:ln w="12700">
            <a:solidFill>
              <a:srgbClr val="A3D0B8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44ADD653-CEC1-0DB0-A38F-DF88DC04CC58}"/>
              </a:ext>
            </a:extLst>
          </p:cNvPr>
          <p:cNvCxnSpPr>
            <a:cxnSpLocks/>
          </p:cNvCxnSpPr>
          <p:nvPr/>
        </p:nvCxnSpPr>
        <p:spPr>
          <a:xfrm>
            <a:off x="7381345" y="2066655"/>
            <a:ext cx="0" cy="388948"/>
          </a:xfrm>
          <a:prstGeom prst="line">
            <a:avLst/>
          </a:prstGeom>
          <a:ln w="12700">
            <a:solidFill>
              <a:srgbClr val="A3D0B8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37C69AA0-05DC-03B1-BB8C-40180EBBC1BA}"/>
              </a:ext>
            </a:extLst>
          </p:cNvPr>
          <p:cNvCxnSpPr>
            <a:cxnSpLocks/>
          </p:cNvCxnSpPr>
          <p:nvPr/>
        </p:nvCxnSpPr>
        <p:spPr>
          <a:xfrm>
            <a:off x="6187338" y="2888375"/>
            <a:ext cx="591728" cy="0"/>
          </a:xfrm>
          <a:prstGeom prst="line">
            <a:avLst/>
          </a:prstGeom>
          <a:ln w="12700">
            <a:solidFill>
              <a:srgbClr val="A3D0B8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CA89D323-5382-BE36-E871-F74C71379624}"/>
              </a:ext>
            </a:extLst>
          </p:cNvPr>
          <p:cNvCxnSpPr>
            <a:cxnSpLocks/>
          </p:cNvCxnSpPr>
          <p:nvPr/>
        </p:nvCxnSpPr>
        <p:spPr>
          <a:xfrm>
            <a:off x="6194816" y="2575232"/>
            <a:ext cx="0" cy="319493"/>
          </a:xfrm>
          <a:prstGeom prst="line">
            <a:avLst/>
          </a:prstGeom>
          <a:ln w="12700">
            <a:solidFill>
              <a:srgbClr val="A3D0B8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2" name="Grafik 300">
            <a:extLst>
              <a:ext uri="{FF2B5EF4-FFF2-40B4-BE49-F238E27FC236}">
                <a16:creationId xmlns:a16="http://schemas.microsoft.com/office/drawing/2014/main" id="{7C43A838-8E77-83BC-EB59-BD378EA4D161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480513" y="2191701"/>
            <a:ext cx="339486" cy="339486"/>
          </a:xfrm>
          <a:prstGeom prst="rect">
            <a:avLst/>
          </a:prstGeom>
        </p:spPr>
      </p:pic>
      <p:pic>
        <p:nvPicPr>
          <p:cNvPr id="129" name="Grafik 324">
            <a:extLst>
              <a:ext uri="{FF2B5EF4-FFF2-40B4-BE49-F238E27FC236}">
                <a16:creationId xmlns:a16="http://schemas.microsoft.com/office/drawing/2014/main" id="{A0B35E88-B3FC-F8F3-8A43-F2BFAD18E09A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7176034" y="590450"/>
            <a:ext cx="339486" cy="339486"/>
          </a:xfrm>
          <a:prstGeom prst="rect">
            <a:avLst/>
          </a:prstGeom>
        </p:spPr>
      </p:pic>
      <p:pic>
        <p:nvPicPr>
          <p:cNvPr id="130" name="Grafik 595">
            <a:extLst>
              <a:ext uri="{FF2B5EF4-FFF2-40B4-BE49-F238E27FC236}">
                <a16:creationId xmlns:a16="http://schemas.microsoft.com/office/drawing/2014/main" id="{677501B4-AFAD-3D11-E312-F204B6AE2887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5727754" y="1399296"/>
            <a:ext cx="368955" cy="368955"/>
          </a:xfrm>
          <a:prstGeom prst="rect">
            <a:avLst/>
          </a:prstGeom>
        </p:spPr>
      </p:pic>
      <p:pic>
        <p:nvPicPr>
          <p:cNvPr id="132" name="Grafik 257">
            <a:extLst>
              <a:ext uri="{FF2B5EF4-FFF2-40B4-BE49-F238E27FC236}">
                <a16:creationId xmlns:a16="http://schemas.microsoft.com/office/drawing/2014/main" id="{D8423FE3-3698-71A5-61AA-3802CFAE66BE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5750407" y="3189945"/>
            <a:ext cx="339486" cy="339486"/>
          </a:xfrm>
          <a:prstGeom prst="rect">
            <a:avLst/>
          </a:prstGeom>
        </p:spPr>
      </p:pic>
      <p:pic>
        <p:nvPicPr>
          <p:cNvPr id="133" name="Grafik 348">
            <a:extLst>
              <a:ext uri="{FF2B5EF4-FFF2-40B4-BE49-F238E27FC236}">
                <a16:creationId xmlns:a16="http://schemas.microsoft.com/office/drawing/2014/main" id="{7BA77686-79AB-D123-9711-62E5FCF67A9E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6999332" y="4044293"/>
            <a:ext cx="557770" cy="557770"/>
          </a:xfrm>
          <a:prstGeom prst="rect">
            <a:avLst/>
          </a:prstGeom>
        </p:spPr>
      </p:pic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DD1C2EF0-E9E5-D7A0-6DDA-DF12194C92D3}"/>
              </a:ext>
            </a:extLst>
          </p:cNvPr>
          <p:cNvCxnSpPr>
            <a:cxnSpLocks/>
          </p:cNvCxnSpPr>
          <p:nvPr/>
        </p:nvCxnSpPr>
        <p:spPr>
          <a:xfrm>
            <a:off x="7295281" y="3255285"/>
            <a:ext cx="0" cy="868894"/>
          </a:xfrm>
          <a:prstGeom prst="line">
            <a:avLst/>
          </a:prstGeom>
          <a:ln w="12700">
            <a:solidFill>
              <a:srgbClr val="A3D0B8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Grafik 366">
            <a:extLst>
              <a:ext uri="{FF2B5EF4-FFF2-40B4-BE49-F238E27FC236}">
                <a16:creationId xmlns:a16="http://schemas.microsoft.com/office/drawing/2014/main" id="{27E68E79-279F-2D1F-E95C-1FA9DCA8BCCF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6886798" y="2332643"/>
            <a:ext cx="761736" cy="761736"/>
          </a:xfrm>
          <a:prstGeom prst="rect">
            <a:avLst/>
          </a:prstGeom>
        </p:spPr>
      </p:pic>
      <p:sp>
        <p:nvSpPr>
          <p:cNvPr id="7" name="Footer Placeholder 14">
            <a:extLst>
              <a:ext uri="{FF2B5EF4-FFF2-40B4-BE49-F238E27FC236}">
                <a16:creationId xmlns:a16="http://schemas.microsoft.com/office/drawing/2014/main" id="{AF57F0FF-DC80-A05E-93D1-10435E2C538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23999" y="4803982"/>
            <a:ext cx="8117532" cy="138499"/>
          </a:xfrm>
        </p:spPr>
        <p:txBody>
          <a:bodyPr/>
          <a:lstStyle/>
          <a:p>
            <a:r>
              <a:rPr lang="en-US" dirty="0"/>
              <a:t>DHL | Cargas </a:t>
            </a:r>
            <a:r>
              <a:rPr lang="en-US" dirty="0" err="1"/>
              <a:t>Perigosas</a:t>
            </a:r>
            <a:r>
              <a:rPr lang="en-US" dirty="0"/>
              <a:t>| </a:t>
            </a:r>
            <a:r>
              <a:rPr lang="de-DE" dirty="0"/>
              <a:t>Agosto</a:t>
            </a:r>
            <a:r>
              <a:rPr lang="en-US" dirty="0"/>
              <a:t> 2025</a:t>
            </a:r>
          </a:p>
        </p:txBody>
      </p:sp>
    </p:spTree>
    <p:extLst>
      <p:ext uri="{BB962C8B-B14F-4D97-AF65-F5344CB8AC3E}">
        <p14:creationId xmlns:p14="http://schemas.microsoft.com/office/powerpoint/2010/main" val="5953617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Bild 39" descr="39656_18_09_DHL_10994.jpg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61"/>
          <a:stretch/>
        </p:blipFill>
        <p:spPr>
          <a:xfrm>
            <a:off x="4515322" y="3197"/>
            <a:ext cx="4628677" cy="5140303"/>
          </a:xfrm>
          <a:prstGeom prst="rect">
            <a:avLst/>
          </a:prstGeom>
        </p:spPr>
      </p:pic>
      <p:sp>
        <p:nvSpPr>
          <p:cNvPr id="41" name="Rechteck 40">
            <a:extLst>
              <a:ext uri="{FF2B5EF4-FFF2-40B4-BE49-F238E27FC236}">
                <a16:creationId xmlns:a16="http://schemas.microsoft.com/office/drawing/2014/main" id="{10B8AB3C-2348-3E42-8C98-F5DCB2180498}"/>
              </a:ext>
            </a:extLst>
          </p:cNvPr>
          <p:cNvSpPr/>
          <p:nvPr/>
        </p:nvSpPr>
        <p:spPr bwMode="auto">
          <a:xfrm>
            <a:off x="4515322" y="0"/>
            <a:ext cx="4628678" cy="5143500"/>
          </a:xfrm>
          <a:prstGeom prst="rect">
            <a:avLst/>
          </a:prstGeom>
          <a:gradFill>
            <a:gsLst>
              <a:gs pos="67000">
                <a:schemeClr val="bg1"/>
              </a:gs>
              <a:gs pos="14000">
                <a:schemeClr val="bg1">
                  <a:alpha val="0"/>
                </a:schemeClr>
              </a:gs>
            </a:gsLst>
            <a:lin ang="10800000" scaled="0"/>
          </a:gra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36000" rIns="36000" bIns="36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953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normalizeH="0" baseline="0" dirty="0" err="1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20" name="Google Shape;937;p64"/>
          <p:cNvSpPr/>
          <p:nvPr/>
        </p:nvSpPr>
        <p:spPr>
          <a:xfrm>
            <a:off x="323999" y="1151350"/>
            <a:ext cx="1764000" cy="2173992"/>
          </a:xfrm>
          <a:prstGeom prst="rect">
            <a:avLst/>
          </a:prstGeom>
          <a:gradFill>
            <a:gsLst>
              <a:gs pos="30000">
                <a:schemeClr val="accent3"/>
              </a:gs>
              <a:gs pos="79000">
                <a:srgbClr val="FFDE59"/>
              </a:gs>
              <a:gs pos="100000">
                <a:srgbClr val="FFF0B2"/>
              </a:gs>
            </a:gsLst>
            <a:lin ang="162000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de-DE" sz="1200" dirty="0">
              <a:solidFill>
                <a:schemeClr val="accent4"/>
              </a:solidFill>
              <a:latin typeface="Delivery Cd Black"/>
              <a:ea typeface="Delivery"/>
              <a:cs typeface="Delivery Cd Black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de-DE" sz="1200" dirty="0">
              <a:solidFill>
                <a:schemeClr val="accent4"/>
              </a:solidFill>
              <a:latin typeface="Delivery Cd Black"/>
              <a:ea typeface="Delivery"/>
              <a:cs typeface="Delivery Cd Black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de-DE" sz="1200" dirty="0">
              <a:solidFill>
                <a:schemeClr val="accent4"/>
              </a:solidFill>
              <a:latin typeface="Delivery Cd Black"/>
              <a:ea typeface="Delivery"/>
              <a:cs typeface="Delivery Cd Black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de-DE" sz="1200" dirty="0">
              <a:solidFill>
                <a:schemeClr val="accent4"/>
              </a:solidFill>
              <a:latin typeface="Delivery Cd Black"/>
              <a:ea typeface="Delivery"/>
              <a:cs typeface="Delivery Cd Black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de-DE" sz="1200" dirty="0">
              <a:solidFill>
                <a:schemeClr val="accent4"/>
              </a:solidFill>
              <a:latin typeface="Delivery Cd Black"/>
              <a:ea typeface="Delivery"/>
              <a:cs typeface="Delivery Cd Black"/>
            </a:endParaRPr>
          </a:p>
        </p:txBody>
      </p:sp>
      <p:sp>
        <p:nvSpPr>
          <p:cNvPr id="44" name="Google Shape;937;p64"/>
          <p:cNvSpPr/>
          <p:nvPr/>
        </p:nvSpPr>
        <p:spPr>
          <a:xfrm>
            <a:off x="2249603" y="1150938"/>
            <a:ext cx="1764000" cy="217399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de-DE" sz="1200" dirty="0">
              <a:solidFill>
                <a:schemeClr val="accent4"/>
              </a:solidFill>
              <a:latin typeface="Delivery Cd Black"/>
              <a:ea typeface="Delivery"/>
              <a:cs typeface="Delivery Cd Black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de-DE" sz="1200" dirty="0">
              <a:solidFill>
                <a:schemeClr val="accent4"/>
              </a:solidFill>
              <a:latin typeface="Delivery Cd Black"/>
              <a:ea typeface="Delivery"/>
              <a:cs typeface="Delivery Cd Black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de-DE" sz="1200" dirty="0">
              <a:solidFill>
                <a:schemeClr val="accent4"/>
              </a:solidFill>
              <a:latin typeface="Delivery Cd Black"/>
              <a:ea typeface="Delivery"/>
              <a:cs typeface="Delivery Cd Black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de-DE" sz="1200" dirty="0">
              <a:solidFill>
                <a:schemeClr val="accent4"/>
              </a:solidFill>
              <a:latin typeface="Delivery Cd Black"/>
              <a:ea typeface="Delivery"/>
              <a:cs typeface="Delivery Cd Black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de-DE" sz="1200" dirty="0">
              <a:solidFill>
                <a:schemeClr val="accent4"/>
              </a:solidFill>
              <a:latin typeface="Delivery Cd Black"/>
              <a:ea typeface="Delivery"/>
              <a:cs typeface="Delivery Cd Black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de-DE" sz="1200" dirty="0">
              <a:solidFill>
                <a:schemeClr val="accent4"/>
              </a:solidFill>
              <a:latin typeface="Delivery Cd Black"/>
              <a:ea typeface="Delivery"/>
              <a:cs typeface="Delivery Cd Black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de-DE" sz="1200" dirty="0">
              <a:solidFill>
                <a:schemeClr val="accent4"/>
              </a:solidFill>
              <a:latin typeface="Delivery Cd Black"/>
              <a:ea typeface="Delivery"/>
              <a:cs typeface="Delivery Cd Black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Documentos</a:t>
            </a:r>
            <a:r>
              <a:rPr lang="en-US" dirty="0"/>
              <a:t> </a:t>
            </a:r>
            <a:r>
              <a:rPr lang="en-US" dirty="0" err="1"/>
              <a:t>Comuns</a:t>
            </a:r>
            <a:r>
              <a:rPr lang="en-US" dirty="0"/>
              <a:t> para </a:t>
            </a:r>
            <a:r>
              <a:rPr lang="en-US" dirty="0" err="1"/>
              <a:t>Embarque</a:t>
            </a:r>
            <a:endParaRPr lang="de-DE" dirty="0"/>
          </a:p>
        </p:txBody>
      </p:sp>
      <p:sp>
        <p:nvSpPr>
          <p:cNvPr id="42" name="Foliennummernplatzhalt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557CD76-CD08-4D96-8C1E-56B746A3F9F5}" type="slidenum">
              <a:rPr lang="de-DE" smtClean="0">
                <a:solidFill>
                  <a:schemeClr val="bg1"/>
                </a:solidFill>
              </a:rPr>
              <a:pPr/>
              <a:t>10</a:t>
            </a:fld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66" name="Content Placeholder 5">
            <a:extLst>
              <a:ext uri="{FF2B5EF4-FFF2-40B4-BE49-F238E27FC236}">
                <a16:creationId xmlns:a16="http://schemas.microsoft.com/office/drawing/2014/main" id="{86E3757F-C73F-481D-B78B-728EFC51A5BC}"/>
              </a:ext>
            </a:extLst>
          </p:cNvPr>
          <p:cNvSpPr txBox="1">
            <a:spLocks/>
          </p:cNvSpPr>
          <p:nvPr/>
        </p:nvSpPr>
        <p:spPr>
          <a:xfrm>
            <a:off x="349831" y="3415739"/>
            <a:ext cx="1738167" cy="1061719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6858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6858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6858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6858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6858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3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0000" indent="-180000" algn="l" defTabSz="6858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Clr>
                <a:schemeClr val="accent4"/>
              </a:buClr>
              <a:buFont typeface="+mj-lt"/>
              <a:buAutoNum type="arabicPeriod"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Aft>
                <a:spcPts val="0"/>
              </a:spcAft>
            </a:pPr>
            <a:r>
              <a:rPr lang="pt-BR" dirty="0">
                <a:latin typeface="Delivery" panose="020F0503020204020204" pitchFamily="34" charset="0"/>
                <a:ea typeface="ＭＳ Ｐゴシック"/>
                <a:sym typeface="Delivery" panose="020F0503020204020204" pitchFamily="34" charset="0"/>
              </a:rPr>
              <a:t>WB e Invoice (Nota Fiscal, se aplicável)</a:t>
            </a:r>
          </a:p>
          <a:p>
            <a:pPr fontAlgn="base">
              <a:spcAft>
                <a:spcPts val="0"/>
              </a:spcAft>
            </a:pPr>
            <a:endParaRPr lang="en-US" dirty="0">
              <a:latin typeface="Delivery" panose="020F0503020204020204" pitchFamily="34" charset="0"/>
              <a:ea typeface="ＭＳ Ｐゴシック"/>
              <a:sym typeface="Delivery" panose="020F0503020204020204" pitchFamily="34" charset="0"/>
            </a:endParaRPr>
          </a:p>
        </p:txBody>
      </p:sp>
      <p:sp>
        <p:nvSpPr>
          <p:cNvPr id="67" name="Content Placeholder 5">
            <a:extLst>
              <a:ext uri="{FF2B5EF4-FFF2-40B4-BE49-F238E27FC236}">
                <a16:creationId xmlns:a16="http://schemas.microsoft.com/office/drawing/2014/main" id="{86E3757F-C73F-481D-B78B-728EFC51A5BC}"/>
              </a:ext>
            </a:extLst>
          </p:cNvPr>
          <p:cNvSpPr txBox="1">
            <a:spLocks/>
          </p:cNvSpPr>
          <p:nvPr/>
        </p:nvSpPr>
        <p:spPr>
          <a:xfrm>
            <a:off x="2233237" y="3415739"/>
            <a:ext cx="1780365" cy="1061719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6858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6858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6858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6858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6858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3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0000" indent="-180000" algn="l" defTabSz="6858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Clr>
                <a:schemeClr val="accent4"/>
              </a:buClr>
              <a:buFont typeface="+mj-lt"/>
              <a:buAutoNum type="arabicPeriod"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Aft>
                <a:spcPts val="0"/>
              </a:spcAft>
            </a:pPr>
            <a:r>
              <a:rPr lang="en-US" dirty="0"/>
              <a:t>SDS (se </a:t>
            </a:r>
            <a:r>
              <a:rPr lang="en-US" dirty="0" err="1"/>
              <a:t>envio</a:t>
            </a:r>
            <a:r>
              <a:rPr lang="en-US" dirty="0"/>
              <a:t> </a:t>
            </a:r>
            <a:r>
              <a:rPr lang="en-US" dirty="0" err="1"/>
              <a:t>internacional</a:t>
            </a:r>
            <a:r>
              <a:rPr lang="en-US" dirty="0"/>
              <a:t>) </a:t>
            </a:r>
            <a:r>
              <a:rPr lang="en-US" dirty="0" err="1"/>
              <a:t>ou</a:t>
            </a:r>
            <a:r>
              <a:rPr lang="en-US" dirty="0"/>
              <a:t> FISPQ/FDS ( se </a:t>
            </a:r>
            <a:r>
              <a:rPr lang="en-US" dirty="0" err="1"/>
              <a:t>envio</a:t>
            </a:r>
            <a:r>
              <a:rPr lang="en-US" dirty="0"/>
              <a:t> </a:t>
            </a:r>
            <a:r>
              <a:rPr lang="en-US" dirty="0" err="1"/>
              <a:t>nacional</a:t>
            </a:r>
            <a:r>
              <a:rPr lang="en-US" dirty="0"/>
              <a:t>)</a:t>
            </a:r>
          </a:p>
          <a:p>
            <a:pPr fontAlgn="base">
              <a:spcAft>
                <a:spcPts val="0"/>
              </a:spcAft>
            </a:pPr>
            <a:endParaRPr lang="en-US" dirty="0">
              <a:latin typeface="Delivery" panose="020F0503020204020204" pitchFamily="34" charset="0"/>
              <a:ea typeface="ＭＳ Ｐゴシック"/>
              <a:sym typeface="Delivery" panose="020F0503020204020204" pitchFamily="34" charset="0"/>
            </a:endParaRPr>
          </a:p>
        </p:txBody>
      </p:sp>
      <p:sp>
        <p:nvSpPr>
          <p:cNvPr id="68" name="Content Placeholder 5">
            <a:extLst>
              <a:ext uri="{FF2B5EF4-FFF2-40B4-BE49-F238E27FC236}">
                <a16:creationId xmlns:a16="http://schemas.microsoft.com/office/drawing/2014/main" id="{86E3757F-C73F-481D-B78B-728EFC51A5BC}"/>
              </a:ext>
            </a:extLst>
          </p:cNvPr>
          <p:cNvSpPr txBox="1">
            <a:spLocks/>
          </p:cNvSpPr>
          <p:nvPr/>
        </p:nvSpPr>
        <p:spPr>
          <a:xfrm>
            <a:off x="4175206" y="3415739"/>
            <a:ext cx="1757282" cy="1061719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6858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6858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6858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6858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6858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3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0000" indent="-180000" algn="l" defTabSz="6858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Clr>
                <a:schemeClr val="accent4"/>
              </a:buClr>
              <a:buFont typeface="+mj-lt"/>
              <a:buAutoNum type="arabicPeriod"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Aft>
                <a:spcPts val="0"/>
              </a:spcAft>
            </a:pPr>
            <a:r>
              <a:rPr lang="pt-BR" dirty="0">
                <a:latin typeface="Delivery" panose="020F0503020204020204" pitchFamily="34" charset="0"/>
                <a:ea typeface="ＭＳ Ｐゴシック"/>
                <a:sym typeface="Delivery" panose="020F0503020204020204" pitchFamily="34" charset="0"/>
              </a:rPr>
              <a:t>Declaração de Julgamento Profissional para amostras biológicas</a:t>
            </a:r>
          </a:p>
          <a:p>
            <a:pPr fontAlgn="base">
              <a:spcAft>
                <a:spcPts val="0"/>
              </a:spcAft>
            </a:pPr>
            <a:endParaRPr lang="en-US" dirty="0">
              <a:latin typeface="Delivery" panose="020F0503020204020204" pitchFamily="34" charset="0"/>
              <a:ea typeface="ＭＳ Ｐゴシック"/>
              <a:sym typeface="Delivery" panose="020F0503020204020204" pitchFamily="34" charset="0"/>
            </a:endParaRPr>
          </a:p>
        </p:txBody>
      </p:sp>
      <p:sp>
        <p:nvSpPr>
          <p:cNvPr id="69" name="Google Shape;937;p64"/>
          <p:cNvSpPr/>
          <p:nvPr/>
        </p:nvSpPr>
        <p:spPr>
          <a:xfrm>
            <a:off x="4175206" y="1150938"/>
            <a:ext cx="1764000" cy="2173992"/>
          </a:xfrm>
          <a:prstGeom prst="rect">
            <a:avLst/>
          </a:prstGeom>
          <a:gradFill>
            <a:gsLst>
              <a:gs pos="30000">
                <a:schemeClr val="accent3"/>
              </a:gs>
              <a:gs pos="79000">
                <a:srgbClr val="FFDE59"/>
              </a:gs>
              <a:gs pos="100000">
                <a:srgbClr val="FFF0B2"/>
              </a:gs>
            </a:gsLst>
            <a:lin ang="162000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chemeClr val="dk1"/>
              </a:buClr>
              <a:buSzPts val="1100"/>
            </a:pPr>
            <a:endParaRPr lang="de-DE" sz="1200" dirty="0">
              <a:solidFill>
                <a:schemeClr val="accent4"/>
              </a:solidFill>
              <a:latin typeface="Delivery Cd Black"/>
              <a:ea typeface="Delivery"/>
              <a:cs typeface="Delivery Cd Black"/>
            </a:endParaRPr>
          </a:p>
          <a:p>
            <a:pPr algn="ctr">
              <a:buClr>
                <a:schemeClr val="dk1"/>
              </a:buClr>
              <a:buSzPts val="1100"/>
            </a:pPr>
            <a:endParaRPr lang="de-DE" sz="1200" dirty="0">
              <a:solidFill>
                <a:schemeClr val="accent4"/>
              </a:solidFill>
              <a:latin typeface="Delivery Cd Black"/>
              <a:ea typeface="Delivery"/>
              <a:cs typeface="Delivery Cd Black"/>
            </a:endParaRPr>
          </a:p>
          <a:p>
            <a:pPr algn="ctr">
              <a:buClr>
                <a:schemeClr val="dk1"/>
              </a:buClr>
              <a:buSzPts val="1100"/>
            </a:pPr>
            <a:endParaRPr lang="de-DE" sz="1200" dirty="0">
              <a:solidFill>
                <a:schemeClr val="accent4"/>
              </a:solidFill>
              <a:latin typeface="Delivery Cd Black"/>
              <a:ea typeface="Delivery"/>
              <a:cs typeface="Delivery Cd Black"/>
            </a:endParaRPr>
          </a:p>
          <a:p>
            <a:pPr algn="ctr">
              <a:buClr>
                <a:schemeClr val="dk1"/>
              </a:buClr>
              <a:buSzPts val="1100"/>
            </a:pPr>
            <a:endParaRPr lang="de-DE" sz="1200" dirty="0">
              <a:solidFill>
                <a:schemeClr val="accent4"/>
              </a:solidFill>
              <a:latin typeface="Delivery Cd Black"/>
              <a:ea typeface="Delivery"/>
              <a:cs typeface="Delivery Cd Black"/>
            </a:endParaRPr>
          </a:p>
          <a:p>
            <a:pPr algn="ctr">
              <a:buClr>
                <a:schemeClr val="dk1"/>
              </a:buClr>
              <a:buSzPts val="1100"/>
            </a:pPr>
            <a:endParaRPr lang="de-DE" sz="1200" dirty="0">
              <a:solidFill>
                <a:schemeClr val="accent4"/>
              </a:solidFill>
              <a:latin typeface="Delivery Cd Black"/>
              <a:ea typeface="Delivery"/>
              <a:cs typeface="Delivery Cd Black"/>
            </a:endParaRPr>
          </a:p>
          <a:p>
            <a:pPr algn="ctr">
              <a:buClr>
                <a:schemeClr val="dk1"/>
              </a:buClr>
              <a:buSzPts val="1100"/>
            </a:pPr>
            <a:endParaRPr lang="de-DE" sz="1200" dirty="0">
              <a:solidFill>
                <a:schemeClr val="accent4"/>
              </a:solidFill>
              <a:latin typeface="Delivery Cd Black"/>
              <a:ea typeface="Delivery"/>
              <a:cs typeface="Delivery Cd Black"/>
            </a:endParaRPr>
          </a:p>
          <a:p>
            <a:pPr algn="ctr">
              <a:buClr>
                <a:schemeClr val="dk1"/>
              </a:buClr>
              <a:buSzPts val="1100"/>
            </a:pPr>
            <a:endParaRPr lang="de-DE" sz="1200" dirty="0">
              <a:solidFill>
                <a:schemeClr val="accent4"/>
              </a:solidFill>
              <a:latin typeface="Delivery Cd Black"/>
              <a:ea typeface="Delivery"/>
              <a:cs typeface="Delivery Cd Black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B7F18A-EE3C-9F0E-0F23-869E6AC1A2F2}"/>
              </a:ext>
            </a:extLst>
          </p:cNvPr>
          <p:cNvSpPr txBox="1">
            <a:spLocks/>
          </p:cNvSpPr>
          <p:nvPr/>
        </p:nvSpPr>
        <p:spPr>
          <a:xfrm>
            <a:off x="6279320" y="3415739"/>
            <a:ext cx="1757282" cy="1061719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6858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6858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6858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6858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6858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3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0000" indent="-180000" algn="l" defTabSz="6858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Clr>
                <a:schemeClr val="accent4"/>
              </a:buClr>
              <a:buFont typeface="+mj-lt"/>
              <a:buAutoNum type="arabicPeriod"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Aft>
                <a:spcPts val="0"/>
              </a:spcAft>
            </a:pPr>
            <a:r>
              <a:rPr lang="pt-BR" i="1" dirty="0">
                <a:latin typeface="Delivery" panose="020F0503020204020204" pitchFamily="34" charset="0"/>
                <a:ea typeface="ＭＳ Ｐゴシック"/>
                <a:sym typeface="Delivery" panose="020F0503020204020204" pitchFamily="34" charset="0"/>
              </a:rPr>
              <a:t>Shipper’s Declaration </a:t>
            </a:r>
            <a:r>
              <a:rPr lang="pt-BR" dirty="0">
                <a:latin typeface="Delivery" panose="020F0503020204020204" pitchFamily="34" charset="0"/>
                <a:ea typeface="ＭＳ Ｐゴシック"/>
                <a:sym typeface="Delivery" panose="020F0503020204020204" pitchFamily="34" charset="0"/>
              </a:rPr>
              <a:t>(declaração do expedidor), se aplicável.</a:t>
            </a:r>
          </a:p>
          <a:p>
            <a:pPr fontAlgn="base">
              <a:spcAft>
                <a:spcPts val="0"/>
              </a:spcAft>
            </a:pPr>
            <a:endParaRPr lang="en-US" dirty="0">
              <a:latin typeface="Delivery" panose="020F0503020204020204" pitchFamily="34" charset="0"/>
              <a:ea typeface="ＭＳ Ｐゴシック"/>
              <a:sym typeface="Delivery" panose="020F0503020204020204" pitchFamily="34" charset="0"/>
            </a:endParaRPr>
          </a:p>
        </p:txBody>
      </p:sp>
      <p:sp>
        <p:nvSpPr>
          <p:cNvPr id="7" name="Google Shape;937;p64">
            <a:extLst>
              <a:ext uri="{FF2B5EF4-FFF2-40B4-BE49-F238E27FC236}">
                <a16:creationId xmlns:a16="http://schemas.microsoft.com/office/drawing/2014/main" id="{8F76AA27-4B34-A7BA-E980-CFD4FC7C6180}"/>
              </a:ext>
            </a:extLst>
          </p:cNvPr>
          <p:cNvSpPr/>
          <p:nvPr/>
        </p:nvSpPr>
        <p:spPr>
          <a:xfrm>
            <a:off x="6279320" y="1150938"/>
            <a:ext cx="1764000" cy="217399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de-DE" sz="1200" dirty="0">
              <a:solidFill>
                <a:schemeClr val="accent4"/>
              </a:solidFill>
              <a:latin typeface="Delivery Cd Black"/>
              <a:ea typeface="Delivery"/>
              <a:cs typeface="Delivery Cd Black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de-DE" sz="1200" dirty="0">
              <a:solidFill>
                <a:schemeClr val="accent4"/>
              </a:solidFill>
              <a:latin typeface="Delivery Cd Black"/>
              <a:ea typeface="Delivery"/>
              <a:cs typeface="Delivery Cd Black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de-DE" sz="1200" dirty="0">
              <a:solidFill>
                <a:schemeClr val="accent4"/>
              </a:solidFill>
              <a:latin typeface="Delivery Cd Black"/>
              <a:ea typeface="Delivery"/>
              <a:cs typeface="Delivery Cd Black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de-DE" sz="1200" dirty="0">
              <a:solidFill>
                <a:schemeClr val="accent4"/>
              </a:solidFill>
              <a:latin typeface="Delivery Cd Black"/>
              <a:ea typeface="Delivery"/>
              <a:cs typeface="Delivery Cd Black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de-DE" sz="1200" dirty="0">
              <a:solidFill>
                <a:schemeClr val="accent4"/>
              </a:solidFill>
              <a:latin typeface="Delivery Cd Black"/>
              <a:ea typeface="Delivery"/>
              <a:cs typeface="Delivery Cd Black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de-DE" sz="1200" dirty="0">
              <a:solidFill>
                <a:schemeClr val="accent4"/>
              </a:solidFill>
              <a:latin typeface="Delivery Cd Black"/>
              <a:ea typeface="Delivery"/>
              <a:cs typeface="Delivery Cd Black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de-DE" sz="1200" dirty="0">
              <a:solidFill>
                <a:schemeClr val="accent4"/>
              </a:solidFill>
              <a:latin typeface="Delivery Cd Black"/>
              <a:ea typeface="Delivery"/>
              <a:cs typeface="Delivery Cd Black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83C1AB-92EA-1895-0F40-0A5FB5E8D26A}"/>
              </a:ext>
            </a:extLst>
          </p:cNvPr>
          <p:cNvSpPr txBox="1"/>
          <p:nvPr/>
        </p:nvSpPr>
        <p:spPr>
          <a:xfrm>
            <a:off x="1041989" y="4657787"/>
            <a:ext cx="706001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1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elivery" panose="020F0503020204020204" pitchFamily="34" charset="0"/>
                <a:ea typeface="Delivery" panose="020F0503020204020204" pitchFamily="34" charset="0"/>
                <a:cs typeface="Delivery" panose="020F0503020204020204" pitchFamily="34" charset="0"/>
              </a:rPr>
              <a:t>Podem ser necessários documentos adicionais exigidos pelo país de origem ou destino. Acione o contato a seguir para mais informações: </a:t>
            </a:r>
            <a:r>
              <a:rPr lang="pt-BR" sz="11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elivery" panose="020F0503020204020204" pitchFamily="34" charset="0"/>
                <a:ea typeface="Delivery" panose="020F0503020204020204" pitchFamily="34" charset="0"/>
                <a:cs typeface="Delivery" panose="020F0503020204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serviceinquire.br@dhl.com </a:t>
            </a:r>
            <a:endParaRPr lang="pt-BR" sz="1100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Delivery" panose="020F0503020204020204" pitchFamily="34" charset="0"/>
              <a:ea typeface="Delivery" panose="020F0503020204020204" pitchFamily="34" charset="0"/>
              <a:cs typeface="Delivery" panose="020F0503020204020204" pitchFamily="34" charset="0"/>
            </a:endParaRPr>
          </a:p>
        </p:txBody>
      </p:sp>
      <p:pic>
        <p:nvPicPr>
          <p:cNvPr id="9" name="Grafik 223">
            <a:extLst>
              <a:ext uri="{FF2B5EF4-FFF2-40B4-BE49-F238E27FC236}">
                <a16:creationId xmlns:a16="http://schemas.microsoft.com/office/drawing/2014/main" id="{EDBDB990-D84A-2294-430F-BB273DDC602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15321" y="1674624"/>
            <a:ext cx="1073867" cy="1073867"/>
          </a:xfrm>
          <a:prstGeom prst="rect">
            <a:avLst/>
          </a:prstGeom>
        </p:spPr>
      </p:pic>
      <p:pic>
        <p:nvPicPr>
          <p:cNvPr id="10" name="Grafik 290">
            <a:extLst>
              <a:ext uri="{FF2B5EF4-FFF2-40B4-BE49-F238E27FC236}">
                <a16:creationId xmlns:a16="http://schemas.microsoft.com/office/drawing/2014/main" id="{1094B9F8-80FB-B115-165A-72540251093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12343" y="1831363"/>
            <a:ext cx="813142" cy="813142"/>
          </a:xfrm>
          <a:prstGeom prst="rect">
            <a:avLst/>
          </a:prstGeom>
        </p:spPr>
      </p:pic>
      <p:pic>
        <p:nvPicPr>
          <p:cNvPr id="11" name="Grafik 259">
            <a:extLst>
              <a:ext uri="{FF2B5EF4-FFF2-40B4-BE49-F238E27FC236}">
                <a16:creationId xmlns:a16="http://schemas.microsoft.com/office/drawing/2014/main" id="{9E361BF3-9545-7F73-6799-169D5E7376D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662065" y="1799096"/>
            <a:ext cx="824924" cy="824924"/>
          </a:xfrm>
          <a:prstGeom prst="rect">
            <a:avLst/>
          </a:prstGeom>
        </p:spPr>
      </p:pic>
      <p:pic>
        <p:nvPicPr>
          <p:cNvPr id="12" name="Grafik 239">
            <a:extLst>
              <a:ext uri="{FF2B5EF4-FFF2-40B4-BE49-F238E27FC236}">
                <a16:creationId xmlns:a16="http://schemas.microsoft.com/office/drawing/2014/main" id="{B482D17F-AC24-FA7F-FB79-200DDCC5399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756433" y="1806722"/>
            <a:ext cx="803056" cy="80305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B5FC42D-6B46-324A-BB11-4AE84933A1B7}"/>
              </a:ext>
            </a:extLst>
          </p:cNvPr>
          <p:cNvSpPr txBox="1"/>
          <p:nvPr/>
        </p:nvSpPr>
        <p:spPr>
          <a:xfrm>
            <a:off x="5650685" y="165089"/>
            <a:ext cx="3014551" cy="78483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900" b="1" dirty="0">
                <a:solidFill>
                  <a:srgbClr val="FFC000"/>
                </a:solidFill>
                <a:latin typeface="Delivery" panose="020F0503020204020204" pitchFamily="34" charset="0"/>
                <a:ea typeface="Delivery" panose="020F0503020204020204" pitchFamily="34" charset="0"/>
                <a:cs typeface="Delivery" panose="020F0503020204020204" pitchFamily="34" charset="0"/>
              </a:rPr>
              <a:t>LEGENDA</a:t>
            </a:r>
          </a:p>
          <a:p>
            <a:pPr algn="ctr"/>
            <a:r>
              <a:rPr lang="pt-BR" sz="900" b="1" dirty="0">
                <a:solidFill>
                  <a:schemeClr val="bg1"/>
                </a:solidFill>
                <a:latin typeface="Delivery" panose="020F0503020204020204" pitchFamily="34" charset="0"/>
                <a:ea typeface="Delivery" panose="020F0503020204020204" pitchFamily="34" charset="0"/>
                <a:cs typeface="Delivery" panose="020F0503020204020204" pitchFamily="34" charset="0"/>
              </a:rPr>
              <a:t>SDS</a:t>
            </a:r>
            <a:r>
              <a:rPr lang="pt-BR" sz="900" dirty="0">
                <a:solidFill>
                  <a:schemeClr val="bg1"/>
                </a:solidFill>
                <a:latin typeface="Delivery" panose="020F0503020204020204" pitchFamily="34" charset="0"/>
                <a:ea typeface="Delivery" panose="020F0503020204020204" pitchFamily="34" charset="0"/>
                <a:cs typeface="Delivery" panose="020F0503020204020204" pitchFamily="34" charset="0"/>
              </a:rPr>
              <a:t>: Safety Data Sheet</a:t>
            </a:r>
          </a:p>
          <a:p>
            <a:pPr algn="ctr"/>
            <a:r>
              <a:rPr lang="pt-BR" sz="900" b="1" dirty="0">
                <a:solidFill>
                  <a:schemeClr val="bg1"/>
                </a:solidFill>
                <a:latin typeface="Delivery" panose="020F0503020204020204" pitchFamily="34" charset="0"/>
                <a:ea typeface="Delivery" panose="020F0503020204020204" pitchFamily="34" charset="0"/>
                <a:cs typeface="Delivery" panose="020F0503020204020204" pitchFamily="34" charset="0"/>
              </a:rPr>
              <a:t>FISPQ</a:t>
            </a:r>
            <a:r>
              <a:rPr lang="pt-BR" sz="900" dirty="0">
                <a:solidFill>
                  <a:schemeClr val="bg1"/>
                </a:solidFill>
                <a:latin typeface="Delivery" panose="020F0503020204020204" pitchFamily="34" charset="0"/>
                <a:ea typeface="Delivery" panose="020F0503020204020204" pitchFamily="34" charset="0"/>
                <a:cs typeface="Delivery" panose="020F0503020204020204" pitchFamily="34" charset="0"/>
              </a:rPr>
              <a:t>: Ficha de Informação de Segurança de Produto Químico</a:t>
            </a:r>
          </a:p>
          <a:p>
            <a:pPr algn="ctr"/>
            <a:r>
              <a:rPr lang="pt-BR" sz="900" b="1" dirty="0">
                <a:solidFill>
                  <a:schemeClr val="bg1"/>
                </a:solidFill>
                <a:latin typeface="Delivery" panose="020F0503020204020204" pitchFamily="34" charset="0"/>
                <a:ea typeface="Delivery" panose="020F0503020204020204" pitchFamily="34" charset="0"/>
                <a:cs typeface="Delivery" panose="020F0503020204020204" pitchFamily="34" charset="0"/>
              </a:rPr>
              <a:t>FDS</a:t>
            </a:r>
            <a:r>
              <a:rPr lang="pt-BR" sz="900" dirty="0">
                <a:solidFill>
                  <a:schemeClr val="bg1"/>
                </a:solidFill>
                <a:latin typeface="Delivery" panose="020F0503020204020204" pitchFamily="34" charset="0"/>
                <a:ea typeface="Delivery" panose="020F0503020204020204" pitchFamily="34" charset="0"/>
                <a:cs typeface="Delivery" panose="020F0503020204020204" pitchFamily="34" charset="0"/>
              </a:rPr>
              <a:t>: Ficha de Dado de Segurança</a:t>
            </a:r>
          </a:p>
        </p:txBody>
      </p:sp>
    </p:spTree>
    <p:extLst>
      <p:ext uri="{BB962C8B-B14F-4D97-AF65-F5344CB8AC3E}">
        <p14:creationId xmlns:p14="http://schemas.microsoft.com/office/powerpoint/2010/main" val="2093710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E4C8CF8-E3E0-4792-8223-D85DBD3F688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245BC1-4D7B-4ED3-8F01-840FA35126C6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2" name="Footer Placeholder 14">
            <a:extLst>
              <a:ext uri="{FF2B5EF4-FFF2-40B4-BE49-F238E27FC236}">
                <a16:creationId xmlns:a16="http://schemas.microsoft.com/office/drawing/2014/main" id="{13737BF7-D445-1E10-5B99-BBE4185EECF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23999" y="4803982"/>
            <a:ext cx="8117532" cy="138499"/>
          </a:xfrm>
        </p:spPr>
        <p:txBody>
          <a:bodyPr/>
          <a:lstStyle/>
          <a:p>
            <a:r>
              <a:rPr lang="en-US" dirty="0"/>
              <a:t>DHL | Cargas </a:t>
            </a:r>
            <a:r>
              <a:rPr lang="en-US" dirty="0" err="1"/>
              <a:t>Perigosas</a:t>
            </a:r>
            <a:r>
              <a:rPr lang="en-US" dirty="0"/>
              <a:t>| </a:t>
            </a:r>
            <a:r>
              <a:rPr lang="de-DE" dirty="0"/>
              <a:t>Agosto</a:t>
            </a:r>
            <a:r>
              <a:rPr lang="en-US" dirty="0"/>
              <a:t> 2025</a:t>
            </a:r>
          </a:p>
        </p:txBody>
      </p:sp>
    </p:spTree>
    <p:extLst>
      <p:ext uri="{BB962C8B-B14F-4D97-AF65-F5344CB8AC3E}">
        <p14:creationId xmlns:p14="http://schemas.microsoft.com/office/powerpoint/2010/main" val="125156506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rb6e8YCdXLpb9wckcScDw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rb6e8YCdXLpb9wckcScDw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9zDDC09a53Ko53PO9EPRg"/>
</p:tagLst>
</file>

<file path=ppt/theme/theme1.xml><?xml version="1.0" encoding="utf-8"?>
<a:theme xmlns:a="http://schemas.openxmlformats.org/drawingml/2006/main" name="DHL">
  <a:themeElements>
    <a:clrScheme name="DPDHL">
      <a:dk1>
        <a:sysClr val="windowText" lastClr="000000"/>
      </a:dk1>
      <a:lt1>
        <a:sysClr val="window" lastClr="FFFFFF"/>
      </a:lt1>
      <a:dk2>
        <a:srgbClr val="B2B2B2"/>
      </a:dk2>
      <a:lt2>
        <a:srgbClr val="E5E5E5"/>
      </a:lt2>
      <a:accent1>
        <a:srgbClr val="8C8C8C"/>
      </a:accent1>
      <a:accent2>
        <a:srgbClr val="666666"/>
      </a:accent2>
      <a:accent3>
        <a:srgbClr val="FFCC00"/>
      </a:accent3>
      <a:accent4>
        <a:srgbClr val="D40511"/>
      </a:accent4>
      <a:accent5>
        <a:srgbClr val="EBEBEB"/>
      </a:accent5>
      <a:accent6>
        <a:srgbClr val="F2F2F2"/>
      </a:accent6>
      <a:hlink>
        <a:srgbClr val="000000"/>
      </a:hlink>
      <a:folHlink>
        <a:srgbClr val="000000"/>
      </a:folHlink>
    </a:clrScheme>
    <a:fontScheme name="DPDHL">
      <a:majorFont>
        <a:latin typeface="Delivery"/>
        <a:ea typeface=""/>
        <a:cs typeface=""/>
      </a:majorFont>
      <a:minorFont>
        <a:latin typeface="Deliver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lIns="72000" tIns="36000" rIns="72000" bIns="36000" rtlCol="0" anchor="t">
        <a:noAutofit/>
      </a:bodyPr>
      <a:lstStyle>
        <a:defPPr algn="l">
          <a:defRPr sz="12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lnSpc>
            <a:spcPct val="110000"/>
          </a:lnSpc>
          <a:spcAft>
            <a:spcPts val="500"/>
          </a:spcAft>
          <a:defRPr sz="1200" dirty="0" err="1" smtClean="0"/>
        </a:defPPr>
      </a:lstStyle>
    </a:txDef>
  </a:objectDefaults>
  <a:extraClrSchemeLst/>
  <a:custClrLst>
    <a:custClr name="100% Postyellow">
      <a:srgbClr val="FFCC00"/>
    </a:custClr>
    <a:custClr name="70% Postyellow">
      <a:srgbClr val="FFDB4C"/>
    </a:custClr>
    <a:custClr name="50% Postyellow">
      <a:srgbClr val="FFE57F"/>
    </a:custClr>
    <a:custClr name="30% Postyellow">
      <a:srgbClr val="FFF0B2"/>
    </a:custClr>
    <a:custClr name="20% Postyellow">
      <a:srgbClr val="FFF5CC"/>
    </a:custClr>
    <a:custClr name="None">
      <a:srgbClr val="FFFFFF"/>
    </a:custClr>
    <a:custClr name="Dark Green">
      <a:srgbClr val="006443"/>
    </a:custClr>
    <a:custClr name="65% Postyellow">
      <a:srgbClr val="FFDE59"/>
    </a:custClr>
    <a:custClr name="None">
      <a:srgbClr val="FFFFFF"/>
    </a:custClr>
    <a:custClr name="None">
      <a:srgbClr val="FFFFFF"/>
    </a:custClr>
    <a:custClr name="Gray 80">
      <a:srgbClr val="333333"/>
    </a:custClr>
    <a:custClr name="Gray 60">
      <a:srgbClr val="666666"/>
    </a:custClr>
    <a:custClr name="Gray 45">
      <a:srgbClr val="8C8C8C"/>
    </a:custClr>
    <a:custClr name="Gray 30">
      <a:srgbClr val="B2B2B2"/>
    </a:custClr>
    <a:custClr name="Gray 20">
      <a:srgbClr val="CCCCCC"/>
    </a:custClr>
    <a:custClr name="Gray 10">
      <a:srgbClr val="E6E6E6"/>
    </a:custClr>
    <a:custClr name="Gray 08">
      <a:srgbClr val="EBEBEB"/>
    </a:custClr>
    <a:custClr name="Gray 05">
      <a:srgbClr val="F2F2F2"/>
    </a:custClr>
    <a:custClr name="None">
      <a:srgbClr val="FFFFFF"/>
    </a:custClr>
    <a:custClr name="None">
      <a:srgbClr val="FFFFFF"/>
    </a:custClr>
    <a:custClr name="Warm Green 100">
      <a:srgbClr val="C4D19A"/>
    </a:custClr>
    <a:custClr name="Cool Green 100">
      <a:srgbClr val="A3D0B8"/>
    </a:custClr>
    <a:custClr name="Light Blue 100">
      <a:srgbClr val="B2DEF3"/>
    </a:custClr>
    <a:custClr name="Light Violet 100">
      <a:srgbClr val="C5D3F0"/>
    </a:custClr>
    <a:custClr name="Dark Violet 100">
      <a:srgbClr val="B7BBCE"/>
    </a:custClr>
    <a:custClr name="None">
      <a:srgbClr val="FFFFFF"/>
    </a:custClr>
    <a:custClr name="None">
      <a:srgbClr val="FFFFFF"/>
    </a:custClr>
    <a:custClr name="None">
      <a:srgbClr val="FFFFFF"/>
    </a:custClr>
    <a:custClr name="None">
      <a:srgbClr val="FFFFFF"/>
    </a:custClr>
    <a:custClr name="None">
      <a:srgbClr val="FFFFFF"/>
    </a:custClr>
    <a:custClr name="Warm Green 40">
      <a:srgbClr val="E7EDD7"/>
    </a:custClr>
    <a:custClr name="Cool Green 40">
      <a:srgbClr val="DAECE3"/>
    </a:custClr>
    <a:custClr name="Light Blue 40">
      <a:srgbClr val="E0F2FA"/>
    </a:custClr>
    <a:custClr name="Light Violet 40">
      <a:srgbClr val="E8EDF9"/>
    </a:custClr>
    <a:custClr name="Dark Violet 40">
      <a:srgbClr val="E2E4EB"/>
    </a:custClr>
    <a:custClr name="None">
      <a:srgbClr val="FFFFFF"/>
    </a:custClr>
    <a:custClr name="None">
      <a:srgbClr val="FFFFFF"/>
    </a:custClr>
    <a:custClr name="None">
      <a:srgbClr val="FFFFFF"/>
    </a:custClr>
    <a:custClr name="None">
      <a:srgbClr val="FFFFFF"/>
    </a:custClr>
    <a:custClr name="None">
      <a:srgbClr val="FFFFFF"/>
    </a:custClr>
    <a:custClr name="Warm Green 20">
      <a:srgbClr val="F3F6EB"/>
    </a:custClr>
    <a:custClr name="Cool Green 20">
      <a:srgbClr val="EDF6F1"/>
    </a:custClr>
    <a:custClr name="Light Blue 20">
      <a:srgbClr val="F0F8FD"/>
    </a:custClr>
    <a:custClr name="Light Violet 20">
      <a:srgbClr val="F3F6FC"/>
    </a:custClr>
    <a:custClr name="Dark Violet 20">
      <a:srgbClr val="F1F1F5"/>
    </a:custClr>
    <a:custClr name="None">
      <a:srgbClr val="FFFFFF"/>
    </a:custClr>
    <a:custClr name="None">
      <a:srgbClr val="FFFFFF"/>
    </a:custClr>
    <a:custClr name="None">
      <a:srgbClr val="FFFFFF"/>
    </a:custClr>
    <a:custClr name="None">
      <a:srgbClr val="FFFFFF"/>
    </a:custClr>
    <a:custClr name="None">
      <a:srgbClr val="FFFFFF"/>
    </a:custClr>
  </a:custClrLst>
  <a:extLst>
    <a:ext uri="{05A4C25C-085E-4340-85A3-A5531E510DB2}">
      <thm15:themeFamily xmlns:thm15="http://schemas.microsoft.com/office/thememl/2012/main" name="DHL_AIP.potx" id="{8FD22580-BEB1-446B-9926-392A2CAF1731}" vid="{BF2598DB-95F2-4E80-B577-7BF1047B73A0}"/>
    </a:ext>
  </a:extLst>
</a:theme>
</file>

<file path=ppt/theme/theme2.xml><?xml version="1.0" encoding="utf-8"?>
<a:theme xmlns:a="http://schemas.openxmlformats.org/drawingml/2006/main" name="Office">
  <a:themeElements>
    <a:clrScheme name="DPDHL">
      <a:dk1>
        <a:sysClr val="windowText" lastClr="000000"/>
      </a:dk1>
      <a:lt1>
        <a:sysClr val="window" lastClr="FFFFFF"/>
      </a:lt1>
      <a:dk2>
        <a:srgbClr val="B2B2B2"/>
      </a:dk2>
      <a:lt2>
        <a:srgbClr val="E5E5E5"/>
      </a:lt2>
      <a:accent1>
        <a:srgbClr val="8C8C8C"/>
      </a:accent1>
      <a:accent2>
        <a:srgbClr val="666666"/>
      </a:accent2>
      <a:accent3>
        <a:srgbClr val="FFCC00"/>
      </a:accent3>
      <a:accent4>
        <a:srgbClr val="D40511"/>
      </a:accent4>
      <a:accent5>
        <a:srgbClr val="EBEBEB"/>
      </a:accent5>
      <a:accent6>
        <a:srgbClr val="F2F2F2"/>
      </a:accent6>
      <a:hlink>
        <a:srgbClr val="000000"/>
      </a:hlink>
      <a:folHlink>
        <a:srgbClr val="000000"/>
      </a:folHlink>
    </a:clrScheme>
    <a:fontScheme name="DPDHL">
      <a:majorFont>
        <a:latin typeface="Delivery"/>
        <a:ea typeface=""/>
        <a:cs typeface=""/>
      </a:majorFont>
      <a:minorFont>
        <a:latin typeface="Deliver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DPDHL">
      <a:dk1>
        <a:sysClr val="windowText" lastClr="000000"/>
      </a:dk1>
      <a:lt1>
        <a:sysClr val="window" lastClr="FFFFFF"/>
      </a:lt1>
      <a:dk2>
        <a:srgbClr val="B2B2B2"/>
      </a:dk2>
      <a:lt2>
        <a:srgbClr val="E5E5E5"/>
      </a:lt2>
      <a:accent1>
        <a:srgbClr val="8C8C8C"/>
      </a:accent1>
      <a:accent2>
        <a:srgbClr val="666666"/>
      </a:accent2>
      <a:accent3>
        <a:srgbClr val="FFCC00"/>
      </a:accent3>
      <a:accent4>
        <a:srgbClr val="D40511"/>
      </a:accent4>
      <a:accent5>
        <a:srgbClr val="EBEBEB"/>
      </a:accent5>
      <a:accent6>
        <a:srgbClr val="F2F2F2"/>
      </a:accent6>
      <a:hlink>
        <a:srgbClr val="000000"/>
      </a:hlink>
      <a:folHlink>
        <a:srgbClr val="000000"/>
      </a:folHlink>
    </a:clrScheme>
    <a:fontScheme name="DPDHL">
      <a:majorFont>
        <a:latin typeface="Delivery"/>
        <a:ea typeface=""/>
        <a:cs typeface=""/>
      </a:majorFont>
      <a:minorFont>
        <a:latin typeface="Deliver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A43E80981AA0DE419EAFFEF5AC76EFFE" ma:contentTypeVersion="22" ma:contentTypeDescription="Ein neues Dokument erstellen." ma:contentTypeScope="" ma:versionID="c41b061170086508c61f5009d87251b0">
  <xsd:schema xmlns:xsd="http://www.w3.org/2001/XMLSchema" xmlns:xs="http://www.w3.org/2001/XMLSchema" xmlns:p="http://schemas.microsoft.com/office/2006/metadata/properties" xmlns:ns1="http://schemas.microsoft.com/sharepoint/v3" xmlns:ns2="f303b153-5193-4421-a868-ad8836776238" xmlns:ns3="c9a3ccf0-f7c5-4b21-ba64-6f95adcbb97b" targetNamespace="http://schemas.microsoft.com/office/2006/metadata/properties" ma:root="true" ma:fieldsID="f5f1fabc441cc1b7454f9d76c4c3f125" ns1:_="" ns2:_="" ns3:_="">
    <xsd:import namespace="http://schemas.microsoft.com/sharepoint/v3"/>
    <xsd:import namespace="f303b153-5193-4421-a868-ad8836776238"/>
    <xsd:import namespace="c9a3ccf0-f7c5-4b21-ba64-6f95adcbb97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LengthInSeconds" minOccurs="0"/>
                <xsd:element ref="ns1:_ip_UnifiedCompliancePolicyProperties" minOccurs="0"/>
                <xsd:element ref="ns1:_ip_UnifiedCompliancePolicyUIAction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  <xsd:element ref="ns3:TaxKeywordTaxHTField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1" nillable="true" ma:displayName="Eigenschaften der einheitlichen Compliancerichtlinie" ma:hidden="true" ma:internalName="_ip_UnifiedCompliancePolicyProperties">
      <xsd:simpleType>
        <xsd:restriction base="dms:Note"/>
      </xsd:simpleType>
    </xsd:element>
    <xsd:element name="_ip_UnifiedCompliancePolicyUIAction" ma:index="22" nillable="true" ma:displayName="UI-Aktion der einheitlichen Compliancerichtlinie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303b153-5193-4421-a868-ad883677623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Bildmarkierungen" ma:readOnly="false" ma:fieldId="{5cf76f15-5ced-4ddc-b409-7134ff3c332f}" ma:taxonomyMulti="true" ma:sspId="4413ba31-4d49-4c16-8f9f-9bd63f3aa46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Status" ma:index="28" nillable="true" ma:displayName="Status" ma:format="Dropdown" ma:internalName="Status">
      <xsd:simpleType>
        <xsd:restriction base="dms:Choice">
          <xsd:enumeration value="In Progress"/>
          <xsd:enumeration value="Ready for Review"/>
          <xsd:enumeration value="Review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a3ccf0-f7c5-4b21-ba64-6f95adcbb97b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a030a0bc-1d4b-4c56-a573-8132a57d7c96}" ma:internalName="TaxCatchAll" ma:showField="CatchAllData" ma:web="c9a3ccf0-f7c5-4b21-ba64-6f95adcbb97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KeywordTaxHTField" ma:index="27" nillable="true" ma:taxonomy="true" ma:internalName="TaxKeywordTaxHTField" ma:taxonomyFieldName="TaxKeyword" ma:displayName="Unternehmensstichwörter" ma:fieldId="{23f27201-bee3-471e-b2e7-b64fd8b7ca38}" ma:taxonomyMulti="true" ma:sspId="4413ba31-4d49-4c16-8f9f-9bd63f3aa46a" ma:termSetId="00000000-0000-0000-0000-000000000000" ma:anchorId="00000000-0000-0000-0000-000000000000" ma:open="true" ma:isKeyword="true">
      <xsd:complexType>
        <xsd:sequence>
          <xsd:element ref="pc:Terms" minOccurs="0" maxOccurs="1"/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9a3ccf0-f7c5-4b21-ba64-6f95adcbb97b" xsi:nil="true"/>
    <TaxKeywordTaxHTField xmlns="c9a3ccf0-f7c5-4b21-ba64-6f95adcbb97b">
      <Terms xmlns="http://schemas.microsoft.com/office/infopath/2007/PartnerControls"/>
    </TaxKeywordTaxHTField>
    <lcf76f155ced4ddcb4097134ff3c332f xmlns="f303b153-5193-4421-a868-ad8836776238">
      <Terms xmlns="http://schemas.microsoft.com/office/infopath/2007/PartnerControls"/>
    </lcf76f155ced4ddcb4097134ff3c332f>
    <_ip_UnifiedCompliancePolicyUIAction xmlns="http://schemas.microsoft.com/sharepoint/v3" xsi:nil="true"/>
    <_ip_UnifiedCompliancePolicyProperties xmlns="http://schemas.microsoft.com/sharepoint/v3" xsi:nil="true"/>
    <Status xmlns="f303b153-5193-4421-a868-ad8836776238" xsi:nil="true"/>
  </documentManagement>
</p:properties>
</file>

<file path=customXml/itemProps1.xml><?xml version="1.0" encoding="utf-8"?>
<ds:datastoreItem xmlns:ds="http://schemas.openxmlformats.org/officeDocument/2006/customXml" ds:itemID="{EC898063-714B-4734-81B3-BED9A94BD03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4577ACF-5F43-4E3D-BCD2-E1CF94A48E7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f303b153-5193-4421-a868-ad8836776238"/>
    <ds:schemaRef ds:uri="c9a3ccf0-f7c5-4b21-ba64-6f95adcbb97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8FC1A3B-664A-4333-A7CA-5933BA153FE5}">
  <ds:schemaRefs>
    <ds:schemaRef ds:uri="http://schemas.microsoft.com/office/2006/documentManagement/types"/>
    <ds:schemaRef ds:uri="http://purl.org/dc/elements/1.1/"/>
    <ds:schemaRef ds:uri="http://www.w3.org/XML/1998/namespace"/>
    <ds:schemaRef ds:uri="http://purl.org/dc/dcmitype/"/>
    <ds:schemaRef ds:uri="http://schemas.microsoft.com/sharepoint/v3"/>
    <ds:schemaRef ds:uri="http://purl.org/dc/terms/"/>
    <ds:schemaRef ds:uri="http://schemas.microsoft.com/office/2006/metadata/properties"/>
    <ds:schemaRef ds:uri="http://schemas.openxmlformats.org/package/2006/metadata/core-properties"/>
    <ds:schemaRef ds:uri="f303b153-5193-4421-a868-ad8836776238"/>
    <ds:schemaRef ds:uri="http://schemas.microsoft.com/office/infopath/2007/PartnerControls"/>
    <ds:schemaRef ds:uri="c9a3ccf0-f7c5-4b21-ba64-6f95adcbb97b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DHL_AIP</Template>
  <TotalTime>92</TotalTime>
  <Words>533</Words>
  <Application>Microsoft Office PowerPoint</Application>
  <PresentationFormat>On-screen Show (16:9)</PresentationFormat>
  <Paragraphs>129</Paragraphs>
  <Slides>11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Delivery</vt:lpstr>
      <vt:lpstr>Delivery Cd Black</vt:lpstr>
      <vt:lpstr>Delivery Cd Light</vt:lpstr>
      <vt:lpstr>Symbol</vt:lpstr>
      <vt:lpstr>DHL</vt:lpstr>
      <vt:lpstr>think-cell Folie</vt:lpstr>
      <vt:lpstr>CARGAS PERIGOSAS</vt:lpstr>
      <vt:lpstr>Agenda</vt:lpstr>
      <vt:lpstr>Portfólio</vt:lpstr>
      <vt:lpstr>Portfólio</vt:lpstr>
      <vt:lpstr>Produtos Proibidos</vt:lpstr>
      <vt:lpstr>Principais Rotas</vt:lpstr>
      <vt:lpstr>Conta Aprovada</vt:lpstr>
      <vt:lpstr>Conta Aprovada</vt:lpstr>
      <vt:lpstr>Sobretaxas</vt:lpstr>
      <vt:lpstr>Documentos Comuns para Embarque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DHL LAYOUT AND IMAGE LIBRARY</dc:title>
  <dc:creator>Natalia Bezerra (DHL BR)</dc:creator>
  <cp:lastModifiedBy>Natalia Bezerra (DHL BR)</cp:lastModifiedBy>
  <cp:revision>28</cp:revision>
  <dcterms:created xsi:type="dcterms:W3CDTF">2023-11-17T11:06:14Z</dcterms:created>
  <dcterms:modified xsi:type="dcterms:W3CDTF">2025-08-04T11:00:30Z</dcterms:modified>
  <cp:contentStatus>Final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axKeyword">
    <vt:lpwstr/>
  </property>
  <property fmtid="{D5CDD505-2E9C-101B-9397-08002B2CF9AE}" pid="3" name="ContentTypeId">
    <vt:lpwstr>0x010100A43E80981AA0DE419EAFFEF5AC76EFFE</vt:lpwstr>
  </property>
  <property fmtid="{D5CDD505-2E9C-101B-9397-08002B2CF9AE}" pid="4" name="MediaServiceImageTags">
    <vt:lpwstr/>
  </property>
  <property fmtid="{D5CDD505-2E9C-101B-9397-08002B2CF9AE}" pid="5" name="_MarkAsFinal">
    <vt:bool>true</vt:bool>
  </property>
</Properties>
</file>